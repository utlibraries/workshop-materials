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73" r:id="rId5"/>
    <p:sldMasterId id="2147483699" r:id="rId6"/>
    <p:sldMasterId id="2147483724" r:id="rId7"/>
    <p:sldMasterId id="2147483749"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Lst>
  <p:sldSz cy="5143500" cx="9144000"/>
  <p:notesSz cx="6858000" cy="9144000"/>
  <p:embeddedFontLst>
    <p:embeddedFont>
      <p:font typeface="Mulish"/>
      <p:regular r:id="rId30"/>
      <p:bold r:id="rId31"/>
      <p:italic r:id="rId32"/>
      <p:boldItalic r:id="rId33"/>
    </p:embeddedFont>
    <p:embeddedFont>
      <p:font typeface="Covered By Your Grace"/>
      <p:regular r:id="rId34"/>
    </p:embeddedFont>
    <p:embeddedFont>
      <p:font typeface="Bebas Neue"/>
      <p:regular r:id="rId35"/>
    </p:embeddedFont>
    <p:embeddedFont>
      <p:font typeface="Quicksand"/>
      <p:regular r:id="rId36"/>
      <p:bold r:id="rId37"/>
    </p:embeddedFont>
    <p:embeddedFont>
      <p:font typeface="PT Sans"/>
      <p:regular r:id="rId38"/>
      <p:bold r:id="rId39"/>
      <p:italic r:id="rId40"/>
      <p:boldItalic r:id="rId41"/>
    </p:embeddedFont>
    <p:embeddedFont>
      <p:font typeface="DM Sans"/>
      <p:regular r:id="rId42"/>
      <p:bold r:id="rId43"/>
      <p:italic r:id="rId44"/>
      <p:boldItalic r:id="rId45"/>
    </p:embeddedFont>
    <p:embeddedFont>
      <p:font typeface="Roboto Serif Medium"/>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0" roundtripDataSignature="AMtx7miEbRCewFIK02bkPcwGyEVQj2ac9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TSans-italic.fntdata"/><Relationship Id="rId42" Type="http://schemas.openxmlformats.org/officeDocument/2006/relationships/font" Target="fonts/DMSans-regular.fntdata"/><Relationship Id="rId41" Type="http://schemas.openxmlformats.org/officeDocument/2006/relationships/font" Target="fonts/PTSans-boldItalic.fntdata"/><Relationship Id="rId44" Type="http://schemas.openxmlformats.org/officeDocument/2006/relationships/font" Target="fonts/DMSans-italic.fntdata"/><Relationship Id="rId43" Type="http://schemas.openxmlformats.org/officeDocument/2006/relationships/font" Target="fonts/DMSans-bold.fntdata"/><Relationship Id="rId46" Type="http://schemas.openxmlformats.org/officeDocument/2006/relationships/font" Target="fonts/RobotoSerifMedium-regular.fntdata"/><Relationship Id="rId45" Type="http://schemas.openxmlformats.org/officeDocument/2006/relationships/font" Target="fonts/DMSans-boldItalic.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48" Type="http://schemas.openxmlformats.org/officeDocument/2006/relationships/font" Target="fonts/RobotoSerifMedium-italic.fntdata"/><Relationship Id="rId47" Type="http://schemas.openxmlformats.org/officeDocument/2006/relationships/font" Target="fonts/RobotoSerifMedium-bold.fntdata"/><Relationship Id="rId49" Type="http://schemas.openxmlformats.org/officeDocument/2006/relationships/font" Target="fonts/RobotoSerifMedium-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font" Target="fonts/Mulish-bold.fntdata"/><Relationship Id="rId30" Type="http://schemas.openxmlformats.org/officeDocument/2006/relationships/font" Target="fonts/Mulish-regular.fntdata"/><Relationship Id="rId33" Type="http://schemas.openxmlformats.org/officeDocument/2006/relationships/font" Target="fonts/Mulish-boldItalic.fntdata"/><Relationship Id="rId32" Type="http://schemas.openxmlformats.org/officeDocument/2006/relationships/font" Target="fonts/Mulish-italic.fntdata"/><Relationship Id="rId35" Type="http://schemas.openxmlformats.org/officeDocument/2006/relationships/font" Target="fonts/BebasNeue-regular.fntdata"/><Relationship Id="rId34" Type="http://schemas.openxmlformats.org/officeDocument/2006/relationships/font" Target="fonts/CoveredByYourGrace-regular.fntdata"/><Relationship Id="rId37" Type="http://schemas.openxmlformats.org/officeDocument/2006/relationships/font" Target="fonts/Quicksand-bold.fntdata"/><Relationship Id="rId36" Type="http://schemas.openxmlformats.org/officeDocument/2006/relationships/font" Target="fonts/Quicksand-regular.fntdata"/><Relationship Id="rId39" Type="http://schemas.openxmlformats.org/officeDocument/2006/relationships/font" Target="fonts/PTSans-bold.fntdata"/><Relationship Id="rId38" Type="http://schemas.openxmlformats.org/officeDocument/2006/relationships/font" Target="fonts/PTSans-regular.fntdata"/><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0" Type="http://customschemas.google.com/relationships/presentationmetadata" Target="metadata"/><Relationship Id="rId11" Type="http://schemas.openxmlformats.org/officeDocument/2006/relationships/slide" Target="slides/slide2.xml"/><Relationship Id="rId10" Type="http://schemas.openxmlformats.org/officeDocument/2006/relationships/slide" Target="slides/slide1.xml"/><Relationship Id="rId13" Type="http://schemas.openxmlformats.org/officeDocument/2006/relationships/slide" Target="slides/slide4.xml"/><Relationship Id="rId12" Type="http://schemas.openxmlformats.org/officeDocument/2006/relationships/slide" Target="slides/slide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lib.utexas.edu/land-acknowledgement-statement"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2" name="Google Shape;136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Hi Everyone. </a:t>
            </a:r>
            <a:r>
              <a:rPr lang="en"/>
              <a:t>Welcome</a:t>
            </a:r>
            <a:r>
              <a:rPr lang="en"/>
              <a:t>. I am Meryl Brodsky. I am a liaison librarian here at UT Libraries. Please go ahead and open up these slides. The bitly is below the date.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Today I’ll be presenting with Karina Sanchez, the Digital Scholarship Librarian.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2" name="Google Shape;137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Here’s our itinerary for today. Please fill out the attendance sheet.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This session is geared towards newbie programmers. It’s at a basic level.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You will find that tomorrow’s workshop covers some of the same topics. This is by design. It is to reinforce today’s learnings.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Don’t worry though. By the first 20-30 minutes of tomorrow’s workshop, we will pass where we get to today.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Two things of note: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1. The Software installation is optional today. We will be on hand to help you install Python and VS code. If you’ve had enough at the end of the instruction, and you want to leave, feel free. However, you will need the software installed by Thursday’s session, so please make sure you have it ready to go by Thursday.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2. There will be a break between 1:30-1:40.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3" name="Google Shape;138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60000"/>
              </a:lnSpc>
              <a:spcBef>
                <a:spcPts val="1200"/>
              </a:spcBef>
              <a:spcAft>
                <a:spcPts val="0"/>
              </a:spcAft>
              <a:buClr>
                <a:schemeClr val="dk1"/>
              </a:buClr>
              <a:buSzPts val="1100"/>
              <a:buFont typeface="Arial"/>
              <a:buNone/>
            </a:pPr>
            <a:r>
              <a:rPr lang="en" sz="1200">
                <a:solidFill>
                  <a:schemeClr val="dk1"/>
                </a:solidFill>
                <a:latin typeface="Twentieth Century"/>
                <a:ea typeface="Twentieth Century"/>
                <a:cs typeface="Twentieth Century"/>
                <a:sym typeface="Twentieth Century"/>
              </a:rPr>
              <a:t>I’d like to read our land acknowledgement. We would like to acknowledge that UT Austin is on the Indigenous lands of Turtle Island, the ancestral name for what now is called North America.</a:t>
            </a:r>
            <a:endParaRPr sz="1200">
              <a:solidFill>
                <a:schemeClr val="dk1"/>
              </a:solidFill>
              <a:latin typeface="Twentieth Century"/>
              <a:ea typeface="Twentieth Century"/>
              <a:cs typeface="Twentieth Century"/>
              <a:sym typeface="Twentieth Century"/>
            </a:endParaRPr>
          </a:p>
          <a:p>
            <a:pPr indent="0" lvl="0" marL="0" rtl="0" algn="l">
              <a:lnSpc>
                <a:spcPct val="100000"/>
              </a:lnSpc>
              <a:spcBef>
                <a:spcPts val="1200"/>
              </a:spcBef>
              <a:spcAft>
                <a:spcPts val="0"/>
              </a:spcAft>
              <a:buClr>
                <a:schemeClr val="dk1"/>
              </a:buClr>
              <a:buSzPts val="1100"/>
              <a:buFont typeface="Arial"/>
              <a:buNone/>
            </a:pPr>
            <a:r>
              <a:rPr lang="en" sz="1200">
                <a:solidFill>
                  <a:schemeClr val="dk1"/>
                </a:solidFill>
                <a:latin typeface="Twentieth Century"/>
                <a:ea typeface="Twentieth Century"/>
                <a:cs typeface="Twentieth Century"/>
                <a:sym typeface="Twentieth Century"/>
              </a:rPr>
              <a:t>We would like to acknowledge the Alabama-Coushatta, Caddo, Carrizo/Comecrudo, Coahuiltecan, Comanche, Kickapoo, Lipan Apache, Tonkawa and Ysleta Del Sur Pueblo, and all the American Indian and Indigenous Peoples and communities who have been or have become a part of these lands and territories in Texas.</a:t>
            </a:r>
            <a:endParaRPr sz="1200">
              <a:solidFill>
                <a:schemeClr val="dk1"/>
              </a:solidFill>
              <a:latin typeface="Twentieth Century"/>
              <a:ea typeface="Twentieth Century"/>
              <a:cs typeface="Twentieth Century"/>
              <a:sym typeface="Twentieth Century"/>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Link to the full UTL land acknowledgement- </a:t>
            </a:r>
            <a:r>
              <a:rPr lang="en" u="sng">
                <a:solidFill>
                  <a:schemeClr val="hlink"/>
                </a:solidFill>
                <a:hlinkClick r:id="rId2"/>
              </a:rPr>
              <a:t>https://www.lib.utexas.edu/land-acknowledgement-statement</a:t>
            </a:r>
            <a:r>
              <a:rPr lang="en">
                <a:solidFill>
                  <a:schemeClr val="dk1"/>
                </a:solidFill>
              </a:rPr>
              <a: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p4: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9" name="Google Shape;138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100"/>
              <a:buNone/>
            </a:pPr>
            <a:r>
              <a:rPr lang="en">
                <a:solidFill>
                  <a:schemeClr val="dk1"/>
                </a:solidFill>
              </a:rPr>
              <a:t>We have a break planned for ten minutes at 1:30 today. </a:t>
            </a:r>
            <a:endParaRPr>
              <a:solidFill>
                <a:schemeClr val="dk1"/>
              </a:solidFill>
            </a:endParaRPr>
          </a:p>
          <a:p>
            <a:pPr indent="0" lvl="0" marL="0" rtl="0" algn="l">
              <a:lnSpc>
                <a:spcPct val="115000"/>
              </a:lnSpc>
              <a:spcBef>
                <a:spcPts val="600"/>
              </a:spcBef>
              <a:spcAft>
                <a:spcPts val="0"/>
              </a:spcAft>
              <a:buSzPts val="1100"/>
              <a:buNone/>
            </a:pPr>
            <a:r>
              <a:rPr lang="en">
                <a:solidFill>
                  <a:schemeClr val="dk1"/>
                </a:solidFill>
              </a:rPr>
              <a:t>Please ask questions. We have helpers for every session to help out if you have a problem or a question. </a:t>
            </a:r>
            <a:endParaRPr>
              <a:solidFill>
                <a:schemeClr val="dk1"/>
              </a:solidFill>
            </a:endParaRPr>
          </a:p>
          <a:p>
            <a:pPr indent="0" lvl="0" marL="0" rtl="0" algn="l">
              <a:lnSpc>
                <a:spcPct val="115000"/>
              </a:lnSpc>
              <a:spcBef>
                <a:spcPts val="600"/>
              </a:spcBef>
              <a:spcAft>
                <a:spcPts val="0"/>
              </a:spcAft>
              <a:buSzPts val="1100"/>
              <a:buNone/>
            </a:pPr>
            <a:r>
              <a:rPr lang="en">
                <a:solidFill>
                  <a:schemeClr val="dk1"/>
                </a:solidFill>
              </a:rPr>
              <a:t>There are a lot of materials for this workshop. We will be placing them in a GitHub repository so that you can access them after the workshop</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Badging - We are offering a badge for completing this workshop. If you stay through the workshop, you’ll earn this badge, which you can then use however you like. If you would like more information about this badge, please click on the link titled Badge on this page.</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t/>
            </a:r>
            <a:endParaRPr sz="1400">
              <a:solidFill>
                <a:schemeClr val="dk1"/>
              </a:solidFill>
              <a:highlight>
                <a:schemeClr val="lt1"/>
              </a:highlight>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p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6" name="Google Shape;139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Here are the instructors and some of the helpers in this workshop. </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They are: </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Alex Marden, GIS and Geospatial Coordinator</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Anna McGilvray, Liaison Librarian for Physical &amp; Computational Sciences</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Bryan Gee, Open Research Coordinator</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Ian Goodale, European Studies&amp; Linguistics Librarian</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Jeremy Thompson, Digital Processing Archivist </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Karina Sanchez, Scholars Lab Librarian</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Michael Shensky, Head of the Research Data Services Group</a:t>
            </a:r>
            <a:endParaRPr sz="1400">
              <a:solidFill>
                <a:schemeClr val="dk1"/>
              </a:solidFill>
              <a:highlight>
                <a:schemeClr val="lt1"/>
              </a:highlight>
            </a:endParaRPr>
          </a:p>
          <a:p>
            <a:pPr indent="0" lvl="0" marL="0" rtl="0" algn="l">
              <a:lnSpc>
                <a:spcPct val="115000"/>
              </a:lnSpc>
              <a:spcBef>
                <a:spcPts val="600"/>
              </a:spcBef>
              <a:spcAft>
                <a:spcPts val="0"/>
              </a:spcAft>
              <a:buClr>
                <a:schemeClr val="dk1"/>
              </a:buClr>
              <a:buSzPts val="1100"/>
              <a:buFont typeface="Arial"/>
              <a:buNone/>
            </a:pPr>
            <a:r>
              <a:rPr lang="en"/>
              <a:t>We also have helpers with us today, and they are: </a:t>
            </a:r>
            <a:endParaRPr/>
          </a:p>
          <a:p>
            <a:pPr indent="0" lvl="0" marL="0" rtl="0" algn="l">
              <a:lnSpc>
                <a:spcPct val="115000"/>
              </a:lnSpc>
              <a:spcBef>
                <a:spcPts val="600"/>
              </a:spcBef>
              <a:spcAft>
                <a:spcPts val="0"/>
              </a:spcAft>
              <a:buClr>
                <a:schemeClr val="dk1"/>
              </a:buClr>
              <a:buSzPts val="1100"/>
              <a:buFont typeface="Arial"/>
              <a:buNone/>
            </a:pPr>
            <a:r>
              <a:rPr lang="en"/>
              <a:t>Ebru Turk, Scholarly Publishing Librarian</a:t>
            </a:r>
            <a:endParaRPr/>
          </a:p>
          <a:p>
            <a:pPr indent="0" lvl="0" marL="0" rtl="0" algn="l">
              <a:lnSpc>
                <a:spcPct val="115000"/>
              </a:lnSpc>
              <a:spcBef>
                <a:spcPts val="600"/>
              </a:spcBef>
              <a:spcAft>
                <a:spcPts val="0"/>
              </a:spcAft>
              <a:buClr>
                <a:schemeClr val="dk1"/>
              </a:buClr>
              <a:buSzPts val="1100"/>
              <a:buFont typeface="Arial"/>
              <a:buNone/>
            </a:pPr>
            <a:r>
              <a:rPr lang="en"/>
              <a:t>Molly Roy, Liaison Librarian for Performing Arts </a:t>
            </a:r>
            <a:endParaRPr/>
          </a:p>
          <a:p>
            <a:pPr indent="0" lvl="0" marL="0" rtl="0" algn="l">
              <a:lnSpc>
                <a:spcPct val="115000"/>
              </a:lnSpc>
              <a:spcBef>
                <a:spcPts val="600"/>
              </a:spcBef>
              <a:spcAft>
                <a:spcPts val="0"/>
              </a:spcAft>
              <a:buClr>
                <a:schemeClr val="dk1"/>
              </a:buClr>
              <a:buSzPts val="1100"/>
              <a:buFont typeface="Arial"/>
              <a:buNone/>
            </a:pPr>
            <a:r>
              <a:rPr lang="en"/>
              <a:t>Luke Fancher, Scholars Lab GRA</a:t>
            </a:r>
            <a:endParaRPr/>
          </a:p>
          <a:p>
            <a:pPr indent="0" lvl="0" marL="0" rtl="0" algn="l">
              <a:lnSpc>
                <a:spcPct val="115000"/>
              </a:lnSpc>
              <a:spcBef>
                <a:spcPts val="600"/>
              </a:spcBef>
              <a:spcAft>
                <a:spcPts val="0"/>
              </a:spcAft>
              <a:buClr>
                <a:schemeClr val="dk1"/>
              </a:buClr>
              <a:buSzPts val="1100"/>
              <a:buFont typeface="Arial"/>
              <a:buNone/>
            </a:pPr>
            <a:r>
              <a:rPr lang="en"/>
              <a:t>And possibly Caitlin Young, Scholars Lab GRA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p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5" name="Google Shape;142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We’ve got other workshops and workshop series coming up in the Spring that may interest you.</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Here are two. </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AutoNum type="arabicPeriod"/>
            </a:pPr>
            <a:r>
              <a:rPr lang="en"/>
              <a:t>Data &amp; Donuts is a workshop series specifically related to data and software. These are a little over an hour and most are virtual or hybrid.</a:t>
            </a:r>
            <a:endParaRPr/>
          </a:p>
          <a:p>
            <a:pPr indent="-298450" lvl="0" marL="457200" rtl="0" algn="l">
              <a:lnSpc>
                <a:spcPct val="100000"/>
              </a:lnSpc>
              <a:spcBef>
                <a:spcPts val="0"/>
              </a:spcBef>
              <a:spcAft>
                <a:spcPts val="0"/>
              </a:spcAft>
              <a:buSzPts val="1100"/>
              <a:buAutoNum type="arabicPeriod"/>
            </a:pPr>
            <a:r>
              <a:rPr lang="en"/>
              <a:t>Using AI for Research series is on AI tools and how to use them for research purposes. The one highlighted here is on AI Assisted Literature Searching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To find library workshops, you can go to our home page, and search the Events section of the page. Most workshops require pre-registration.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p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1" name="Google Shape;144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We also would like to introduce a code of conduct. Please:</a:t>
            </a:r>
            <a:endParaRPr>
              <a:solidFill>
                <a:schemeClr val="dk1"/>
              </a:solidFill>
            </a:endParaRPr>
          </a:p>
          <a:p>
            <a:pPr indent="0" lvl="0" marL="457200" rtl="0" algn="l">
              <a:lnSpc>
                <a:spcPct val="115000"/>
              </a:lnSpc>
              <a:spcBef>
                <a:spcPts val="0"/>
              </a:spcBef>
              <a:spcAft>
                <a:spcPts val="0"/>
              </a:spcAft>
              <a:buSzPts val="1100"/>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Use welcoming and inclusive language</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Be respectful of different viewpoints and experiences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Gracefully accept constructive criticism</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Focus on what is best for </a:t>
            </a:r>
            <a:r>
              <a:rPr lang="en" u="sng">
                <a:solidFill>
                  <a:schemeClr val="dk1"/>
                </a:solidFill>
              </a:rPr>
              <a:t>all</a:t>
            </a:r>
            <a:r>
              <a:rPr lang="en">
                <a:solidFill>
                  <a:schemeClr val="dk1"/>
                </a:solidFill>
              </a:rPr>
              <a:t> of us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Show courtesy and respect towards each other</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Contact any of us who are instructors or helpers with any code of conduct concerns.</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45720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7" name="Google Shape;144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Today our goal is introduce you to working with Python. We’ll go over basic vocabulary terms, and you’ll get a chance to actually do some programming using Google Colab, an Integrated Development Environment, and I’ll talk more about what that is in a moment.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Last, we’ll talk about how to get help outside of this workshop.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7" name="Google Shape;145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Python is: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An open source programming language. This means that it’s free. It’s regularly updated, and there is a large user community. That user community comes in handy when you have questions or problems.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Python is the fastest-growing language in computer programming.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You should learn it because it is:</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
              <a:t>Compatible with Windows, Mac &amp; Linux</a:t>
            </a:r>
            <a:endParaRPr/>
          </a:p>
          <a:p>
            <a:pPr indent="-298450" lvl="0" marL="457200" rtl="0" algn="l">
              <a:lnSpc>
                <a:spcPct val="100000"/>
              </a:lnSpc>
              <a:spcBef>
                <a:spcPts val="0"/>
              </a:spcBef>
              <a:spcAft>
                <a:spcPts val="0"/>
              </a:spcAft>
              <a:buSzPts val="1100"/>
              <a:buChar char="●"/>
            </a:pPr>
            <a:r>
              <a:rPr lang="en"/>
              <a:t>It’s used in a variety of fields and disciplines</a:t>
            </a:r>
            <a:endParaRPr/>
          </a:p>
          <a:p>
            <a:pPr indent="-298450" lvl="0" marL="457200" rtl="0" algn="l">
              <a:lnSpc>
                <a:spcPct val="100000"/>
              </a:lnSpc>
              <a:spcBef>
                <a:spcPts val="0"/>
              </a:spcBef>
              <a:spcAft>
                <a:spcPts val="0"/>
              </a:spcAft>
              <a:buSzPts val="1100"/>
              <a:buChar char="●"/>
            </a:pPr>
            <a:r>
              <a:rPr lang="en"/>
              <a:t>Flexible, in that it supports working with both numeric and text data</a:t>
            </a:r>
            <a:endParaRPr/>
          </a:p>
          <a:p>
            <a:pPr indent="-298450" lvl="0" marL="457200" rtl="0" algn="l">
              <a:lnSpc>
                <a:spcPct val="100000"/>
              </a:lnSpc>
              <a:spcBef>
                <a:spcPts val="0"/>
              </a:spcBef>
              <a:spcAft>
                <a:spcPts val="0"/>
              </a:spcAft>
              <a:buSzPts val="1100"/>
              <a:buChar char="●"/>
            </a:pPr>
            <a:r>
              <a:rPr lang="en"/>
              <a:t>There are many open source packages, which can help to automate certain functions. We’ll talk more about these later.</a:t>
            </a:r>
            <a:endParaRPr/>
          </a:p>
          <a:p>
            <a:pPr indent="-298450" lvl="0" marL="457200" rtl="0" algn="l">
              <a:lnSpc>
                <a:spcPct val="100000"/>
              </a:lnSpc>
              <a:spcBef>
                <a:spcPts val="0"/>
              </a:spcBef>
              <a:spcAft>
                <a:spcPts val="0"/>
              </a:spcAft>
              <a:buSzPts val="1100"/>
              <a:buChar char="●"/>
            </a:pPr>
            <a:r>
              <a:rPr lang="en"/>
              <a:t>Since lots of people use Python, it’s more useful to share Python code, which can foster reproducibility, which contributes to “open science.”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4" name="Google Shape;146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Python can be used for Text mining, that is looking for words or sentiments expressed in text once it is in a machine readable format. There is a good deal of humanities and social sciences research that uses this kind of analysis.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It’s used for Web Scraping, that is to pull data from websites.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It an be used for file management or analyzing data, as well as editing data, and visualizing data – that is creating graphs or charts.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Python is used in scientific fields like physics, chemistry, and bioinformatics for simulations and modeling.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 name="Shape 1469"/>
        <p:cNvGrpSpPr/>
        <p:nvPr/>
      </p:nvGrpSpPr>
      <p:grpSpPr>
        <a:xfrm>
          <a:off x="0" y="0"/>
          <a:ext cx="0" cy="0"/>
          <a:chOff x="0" y="0"/>
          <a:chExt cx="0" cy="0"/>
        </a:xfrm>
      </p:grpSpPr>
      <p:sp>
        <p:nvSpPr>
          <p:cNvPr id="1470" name="Google Shape;147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1" name="Google Shape;147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Google Colab is an integrated development environment, or IDE. An IDE is a software application that provides a user interface for software development.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It’s kind of like a shell that makes working with a programming language easier.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IDEs can enhance productivity and efficiency by offering features like code completion, syntax highlighting, and identifying where there are errors.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It can also help with project management by being able to download replicable code or upload files.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IDEs makes it easier to write code. They improves code quality because it catches typos and other errors, and sometimes make suggestions for fixes. Also, you can share work in an IDE and work with other people.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0" name="Google Shape;148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Google Colab, which is what we’ll be using, is a free, cloud-based environment for writing and executing Python code. It's essentially a browser-based Jupyter Notebook environment, allowing users to combine code, text, images, and other media.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It works particularly well for education because it is browser-based, so no software installation is required.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Just so you know, you’ll have access to the Colab Notebooks and our slides, after the workshop.</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8" name="Google Shape;148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Here’s a link to the Colab Notebook we’ll use for today’s workshop. Please open it up now.</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4" name="Google Shape;149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Date	5 July 2006</a:t>
            </a:r>
            <a:endParaRPr/>
          </a:p>
          <a:p>
            <a:pPr indent="0" lvl="0" marL="0" rtl="0" algn="l">
              <a:lnSpc>
                <a:spcPct val="100000"/>
              </a:lnSpc>
              <a:spcBef>
                <a:spcPts val="0"/>
              </a:spcBef>
              <a:spcAft>
                <a:spcPts val="0"/>
              </a:spcAft>
              <a:buSzPts val="1100"/>
              <a:buNone/>
            </a:pPr>
            <a:r>
              <a:rPr lang="en"/>
              <a:t>Source	https://www.flickr.com/photos/gracewong/183286968</a:t>
            </a:r>
            <a:endParaRPr/>
          </a:p>
          <a:p>
            <a:pPr indent="0" lvl="0" marL="0" rtl="0" algn="l">
              <a:lnSpc>
                <a:spcPct val="100000"/>
              </a:lnSpc>
              <a:spcBef>
                <a:spcPts val="0"/>
              </a:spcBef>
              <a:spcAft>
                <a:spcPts val="0"/>
              </a:spcAft>
              <a:buSzPts val="1100"/>
              <a:buNone/>
            </a:pPr>
            <a:r>
              <a:rPr lang="en"/>
              <a:t>Author	Tommy Wong</a:t>
            </a:r>
            <a:endParaRPr/>
          </a:p>
          <a:p>
            <a:pPr indent="0" lvl="0" marL="0" rtl="0" algn="l">
              <a:lnSpc>
                <a:spcPct val="100000"/>
              </a:lnSpc>
              <a:spcBef>
                <a:spcPts val="0"/>
              </a:spcBef>
              <a:spcAft>
                <a:spcPts val="0"/>
              </a:spcAft>
              <a:buSzPts val="1100"/>
              <a:buNone/>
            </a:pPr>
            <a:r>
              <a:rPr lang="en"/>
              <a:t>Permission: (Reusing this file)	Free content licence.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2" name="Google Shape;150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Here are some extra resources that we have found to be helpful.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If you search for help when you’re having a question or problem, you can also use Google and thai will likely turn up responses from Reddit or Stack Overflow.</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2" name="Google Shape;151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Please fill out our assessment form linked here.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9" name="Shape 1519"/>
        <p:cNvGrpSpPr/>
        <p:nvPr/>
      </p:nvGrpSpPr>
      <p:grpSpPr>
        <a:xfrm>
          <a:off x="0" y="0"/>
          <a:ext cx="0" cy="0"/>
          <a:chOff x="0" y="0"/>
          <a:chExt cx="0" cy="0"/>
        </a:xfrm>
      </p:grpSpPr>
      <p:sp>
        <p:nvSpPr>
          <p:cNvPr id="1520" name="Google Shape;152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1" name="Google Shape;152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There are four different pieces of software that we will use during </a:t>
            </a:r>
            <a:r>
              <a:rPr lang="en" u="sng"/>
              <a:t>Thursday’s</a:t>
            </a:r>
            <a:r>
              <a:rPr lang="en"/>
              <a:t> workshop, including Git and Github. Today we’re focusing on Python and Visual Studio Code (an IDE for Python)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If you like, you can install them now, or begin to install them. We will be on hand to help you.</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If you’ve had enough for today, feel free to leave, and we’ll see you tomorrow.</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You’ll have another opportunity to install this software at the end of tomorrow’s workshop.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Also, tomorrow, you may see or hear some of the same concepts that we discussed today. It’s not all the same, and tomorrow’s workshop will move on from the introductory material pretty quickly.</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7" name="Shape 1527"/>
        <p:cNvGrpSpPr/>
        <p:nvPr/>
      </p:nvGrpSpPr>
      <p:grpSpPr>
        <a:xfrm>
          <a:off x="0" y="0"/>
          <a:ext cx="0" cy="0"/>
          <a:chOff x="0" y="0"/>
          <a:chExt cx="0" cy="0"/>
        </a:xfrm>
      </p:grpSpPr>
      <p:sp>
        <p:nvSpPr>
          <p:cNvPr id="1528" name="Google Shape;1528;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9" name="Google Shape;152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4" name="Shape 1534"/>
        <p:cNvGrpSpPr/>
        <p:nvPr/>
      </p:nvGrpSpPr>
      <p:grpSpPr>
        <a:xfrm>
          <a:off x="0" y="0"/>
          <a:ext cx="0" cy="0"/>
          <a:chOff x="0" y="0"/>
          <a:chExt cx="0" cy="0"/>
        </a:xfrm>
      </p:grpSpPr>
      <p:sp>
        <p:nvSpPr>
          <p:cNvPr id="1535" name="Google Shape;153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6" name="Google Shape;153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3" name="Google Shape;154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a troubleshooting document. You can use it if the standard downloading instructions don’t work. There are Windows and Mac sections.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You may have other issues, depending on whether your computer is owned by the university and you’re a staff person, or the age of your computer, or whether you’ve downloaded python and VS code before.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9" name="Shape 9"/>
        <p:cNvGrpSpPr/>
        <p:nvPr/>
      </p:nvGrpSpPr>
      <p:grpSpPr>
        <a:xfrm>
          <a:off x="0" y="0"/>
          <a:ext cx="0" cy="0"/>
          <a:chOff x="0" y="0"/>
          <a:chExt cx="0" cy="0"/>
        </a:xfrm>
      </p:grpSpPr>
      <p:sp>
        <p:nvSpPr>
          <p:cNvPr id="10" name="Google Shape;10;p2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2"/>
          <p:cNvSpPr txBox="1"/>
          <p:nvPr>
            <p:ph type="ctrTitle"/>
          </p:nvPr>
        </p:nvSpPr>
        <p:spPr>
          <a:xfrm>
            <a:off x="1609200" y="1424875"/>
            <a:ext cx="5925600" cy="20793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2"/>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3" name="Shape 13"/>
        <p:cNvGrpSpPr/>
        <p:nvPr/>
      </p:nvGrpSpPr>
      <p:grpSpPr>
        <a:xfrm>
          <a:off x="0" y="0"/>
          <a:ext cx="0" cy="0"/>
          <a:chOff x="0" y="0"/>
          <a:chExt cx="0" cy="0"/>
        </a:xfrm>
      </p:grpSpPr>
      <p:sp>
        <p:nvSpPr>
          <p:cNvPr id="14" name="Google Shape;14;p3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37"/>
          <p:cNvSpPr txBox="1"/>
          <p:nvPr>
            <p:ph type="title"/>
          </p:nvPr>
        </p:nvSpPr>
        <p:spPr>
          <a:xfrm>
            <a:off x="3579950" y="1854500"/>
            <a:ext cx="36048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6" name="Google Shape;16;p37"/>
          <p:cNvSpPr txBox="1"/>
          <p:nvPr>
            <p:ph idx="2" type="title"/>
          </p:nvPr>
        </p:nvSpPr>
        <p:spPr>
          <a:xfrm>
            <a:off x="1959250" y="1854500"/>
            <a:ext cx="11898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solidFill>
                  <a:schemeClr val="dk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7" name="Google Shape;17;p37"/>
          <p:cNvSpPr txBox="1"/>
          <p:nvPr>
            <p:ph idx="1" type="subTitle"/>
          </p:nvPr>
        </p:nvSpPr>
        <p:spPr>
          <a:xfrm>
            <a:off x="1959250" y="2939075"/>
            <a:ext cx="5225400" cy="4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18" name="Google Shape;18;p37"/>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19" name="Google Shape;19;p3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20" name="Google Shape;20;p3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 name="Google Shape;21;p37"/>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22" name="Google Shape;22;p3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23" name="Google Shape;23;p37"/>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24" name="Google Shape;24;p37"/>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cxnSp>
        <p:nvCxnSpPr>
          <p:cNvPr id="25" name="Google Shape;25;p37"/>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3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8" name="Google Shape;28;p3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29" name="Google Shape;29;p3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0" name="Google Shape;30;p38"/>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31" name="Google Shape;31;p3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32" name="Google Shape;32;p38"/>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33" name="Google Shape;33;p38"/>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34" name="Google Shape;34;p3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5" name="Google Shape;35;p38"/>
          <p:cNvSpPr txBox="1"/>
          <p:nvPr>
            <p:ph idx="1" type="body"/>
          </p:nvPr>
        </p:nvSpPr>
        <p:spPr>
          <a:xfrm>
            <a:off x="720000" y="1215750"/>
            <a:ext cx="7704000" cy="3233100"/>
          </a:xfrm>
          <a:prstGeom prst="rect">
            <a:avLst/>
          </a:prstGeom>
          <a:noFill/>
          <a:ln>
            <a:noFill/>
          </a:ln>
        </p:spPr>
        <p:txBody>
          <a:bodyPr anchorCtr="0" anchor="t" bIns="91425" lIns="91425" spcFirstLastPara="1" rIns="91425" wrap="square" tIns="91425">
            <a:noAutofit/>
          </a:bodyPr>
          <a:lstStyle>
            <a:lvl1pPr indent="-279400" lvl="0" marL="457200" algn="l">
              <a:lnSpc>
                <a:spcPct val="115000"/>
              </a:lnSpc>
              <a:spcBef>
                <a:spcPts val="0"/>
              </a:spcBef>
              <a:spcAft>
                <a:spcPts val="0"/>
              </a:spcAft>
              <a:buClr>
                <a:schemeClr val="dk2"/>
              </a:buClr>
              <a:buSzPts val="800"/>
              <a:buFont typeface="Nunito Light"/>
              <a:buChar char="●"/>
              <a:defRPr/>
            </a:lvl1pPr>
            <a:lvl2pPr indent="-304800" lvl="1" marL="914400" algn="l">
              <a:lnSpc>
                <a:spcPct val="115000"/>
              </a:lnSpc>
              <a:spcBef>
                <a:spcPts val="0"/>
              </a:spcBef>
              <a:spcAft>
                <a:spcPts val="0"/>
              </a:spcAft>
              <a:buSzPts val="1200"/>
              <a:buFont typeface="Nunito Light"/>
              <a:buChar char="○"/>
              <a:defRPr/>
            </a:lvl2pPr>
            <a:lvl3pPr indent="-304800" lvl="2" marL="1371600" algn="l">
              <a:lnSpc>
                <a:spcPct val="115000"/>
              </a:lnSpc>
              <a:spcBef>
                <a:spcPts val="0"/>
              </a:spcBef>
              <a:spcAft>
                <a:spcPts val="0"/>
              </a:spcAft>
              <a:buClr>
                <a:srgbClr val="FFC800"/>
              </a:buClr>
              <a:buSzPts val="1200"/>
              <a:buFont typeface="Nunito Light"/>
              <a:buChar char="■"/>
              <a:defRPr/>
            </a:lvl3pPr>
            <a:lvl4pPr indent="-304800" lvl="3" marL="1828800" algn="l">
              <a:lnSpc>
                <a:spcPct val="115000"/>
              </a:lnSpc>
              <a:spcBef>
                <a:spcPts val="1600"/>
              </a:spcBef>
              <a:spcAft>
                <a:spcPts val="0"/>
              </a:spcAft>
              <a:buClr>
                <a:srgbClr val="FFC800"/>
              </a:buClr>
              <a:buSzPts val="1200"/>
              <a:buFont typeface="Nunito Light"/>
              <a:buChar char="●"/>
              <a:defRPr/>
            </a:lvl4pPr>
            <a:lvl5pPr indent="-304800" lvl="4" marL="2286000" algn="l">
              <a:lnSpc>
                <a:spcPct val="115000"/>
              </a:lnSpc>
              <a:spcBef>
                <a:spcPts val="1600"/>
              </a:spcBef>
              <a:spcAft>
                <a:spcPts val="0"/>
              </a:spcAft>
              <a:buClr>
                <a:srgbClr val="434343"/>
              </a:buClr>
              <a:buSzPts val="1200"/>
              <a:buFont typeface="Nunito Light"/>
              <a:buChar char="○"/>
              <a:defRPr/>
            </a:lvl5pPr>
            <a:lvl6pPr indent="-304800" lvl="5" marL="2743200" algn="l">
              <a:lnSpc>
                <a:spcPct val="115000"/>
              </a:lnSpc>
              <a:spcBef>
                <a:spcPts val="1600"/>
              </a:spcBef>
              <a:spcAft>
                <a:spcPts val="0"/>
              </a:spcAft>
              <a:buClr>
                <a:srgbClr val="434343"/>
              </a:buClr>
              <a:buSzPts val="1200"/>
              <a:buFont typeface="Nunito Light"/>
              <a:buChar char="■"/>
              <a:defRPr/>
            </a:lvl6pPr>
            <a:lvl7pPr indent="-304800" lvl="6" marL="3200400" algn="l">
              <a:lnSpc>
                <a:spcPct val="115000"/>
              </a:lnSpc>
              <a:spcBef>
                <a:spcPts val="1600"/>
              </a:spcBef>
              <a:spcAft>
                <a:spcPts val="0"/>
              </a:spcAft>
              <a:buClr>
                <a:srgbClr val="434343"/>
              </a:buClr>
              <a:buSzPts val="1200"/>
              <a:buFont typeface="Nunito Light"/>
              <a:buChar char="●"/>
              <a:defRPr/>
            </a:lvl7pPr>
            <a:lvl8pPr indent="-304800" lvl="7" marL="3657600" algn="l">
              <a:lnSpc>
                <a:spcPct val="115000"/>
              </a:lnSpc>
              <a:spcBef>
                <a:spcPts val="1600"/>
              </a:spcBef>
              <a:spcAft>
                <a:spcPts val="0"/>
              </a:spcAft>
              <a:buClr>
                <a:srgbClr val="434343"/>
              </a:buClr>
              <a:buSzPts val="1200"/>
              <a:buFont typeface="Nunito Light"/>
              <a:buChar char="○"/>
              <a:defRPr/>
            </a:lvl8pPr>
            <a:lvl9pPr indent="-304800" lvl="8" marL="4114800" algn="l">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 name="Shape 36"/>
        <p:cNvGrpSpPr/>
        <p:nvPr/>
      </p:nvGrpSpPr>
      <p:grpSpPr>
        <a:xfrm>
          <a:off x="0" y="0"/>
          <a:ext cx="0" cy="0"/>
          <a:chOff x="0" y="0"/>
          <a:chExt cx="0" cy="0"/>
        </a:xfrm>
      </p:grpSpPr>
      <p:sp>
        <p:nvSpPr>
          <p:cNvPr id="37" name="Google Shape;37;p3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8" name="Google Shape;38;p3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39" name="Google Shape;39;p3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0" name="Google Shape;40;p39"/>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41" name="Google Shape;41;p3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42" name="Google Shape;42;p39"/>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43" name="Google Shape;43;p39"/>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44" name="Google Shape;44;p3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5" name="Google Shape;45;p39"/>
          <p:cNvSpPr txBox="1"/>
          <p:nvPr>
            <p:ph idx="1" type="subTitle"/>
          </p:nvPr>
        </p:nvSpPr>
        <p:spPr>
          <a:xfrm>
            <a:off x="4747387" y="1872353"/>
            <a:ext cx="3698100" cy="273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46" name="Google Shape;46;p39"/>
          <p:cNvSpPr txBox="1"/>
          <p:nvPr>
            <p:ph idx="2" type="subTitle"/>
          </p:nvPr>
        </p:nvSpPr>
        <p:spPr>
          <a:xfrm>
            <a:off x="726675" y="1872353"/>
            <a:ext cx="3698100" cy="273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47" name="Google Shape;47;p39"/>
          <p:cNvSpPr txBox="1"/>
          <p:nvPr>
            <p:ph idx="3" type="subTitle"/>
          </p:nvPr>
        </p:nvSpPr>
        <p:spPr>
          <a:xfrm>
            <a:off x="726675" y="1313225"/>
            <a:ext cx="3698100" cy="422400"/>
          </a:xfrm>
          <a:prstGeom prst="rect">
            <a:avLst/>
          </a:prstGeom>
          <a:noFill/>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9"/>
          <p:cNvSpPr txBox="1"/>
          <p:nvPr>
            <p:ph idx="4" type="subTitle"/>
          </p:nvPr>
        </p:nvSpPr>
        <p:spPr>
          <a:xfrm>
            <a:off x="4747375" y="1313225"/>
            <a:ext cx="3698100" cy="422400"/>
          </a:xfrm>
          <a:prstGeom prst="rect">
            <a:avLst/>
          </a:prstGeom>
          <a:noFill/>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1" name="Google Shape;51;p4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52" name="Google Shape;52;p4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3" name="Google Shape;53;p40"/>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54" name="Google Shape;54;p4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55" name="Google Shape;55;p40"/>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56" name="Google Shape;56;p40"/>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57" name="Google Shape;57;p4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8" name="Shape 58"/>
        <p:cNvGrpSpPr/>
        <p:nvPr/>
      </p:nvGrpSpPr>
      <p:grpSpPr>
        <a:xfrm>
          <a:off x="0" y="0"/>
          <a:ext cx="0" cy="0"/>
          <a:chOff x="0" y="0"/>
          <a:chExt cx="0" cy="0"/>
        </a:xfrm>
      </p:grpSpPr>
      <p:sp>
        <p:nvSpPr>
          <p:cNvPr id="59" name="Google Shape;59;p4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0" name="Google Shape;60;p4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61" name="Google Shape;61;p4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2" name="Google Shape;62;p41"/>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63" name="Google Shape;63;p4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64" name="Google Shape;64;p41"/>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65" name="Google Shape;65;p41"/>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66" name="Google Shape;66;p41"/>
          <p:cNvSpPr txBox="1"/>
          <p:nvPr>
            <p:ph type="title"/>
          </p:nvPr>
        </p:nvSpPr>
        <p:spPr>
          <a:xfrm>
            <a:off x="720000" y="445025"/>
            <a:ext cx="62664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7" name="Google Shape;67;p41"/>
          <p:cNvSpPr txBox="1"/>
          <p:nvPr>
            <p:ph idx="1" type="subTitle"/>
          </p:nvPr>
        </p:nvSpPr>
        <p:spPr>
          <a:xfrm>
            <a:off x="720000" y="1347250"/>
            <a:ext cx="7324500" cy="3173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4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42"/>
          <p:cNvSpPr txBox="1"/>
          <p:nvPr>
            <p:ph type="title"/>
          </p:nvPr>
        </p:nvSpPr>
        <p:spPr>
          <a:xfrm>
            <a:off x="969825" y="2079259"/>
            <a:ext cx="7204500" cy="8790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cxnSp>
        <p:nvCxnSpPr>
          <p:cNvPr id="71" name="Google Shape;71;p4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72" name="Google Shape;72;p4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3" name="Google Shape;73;p42"/>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74" name="Google Shape;74;p4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75" name="Google Shape;75;p42"/>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76" name="Google Shape;76;p42"/>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7" name="Shape 77"/>
        <p:cNvGrpSpPr/>
        <p:nvPr/>
      </p:nvGrpSpPr>
      <p:grpSpPr>
        <a:xfrm>
          <a:off x="0" y="0"/>
          <a:ext cx="0" cy="0"/>
          <a:chOff x="0" y="0"/>
          <a:chExt cx="0" cy="0"/>
        </a:xfrm>
      </p:grpSpPr>
      <p:sp>
        <p:nvSpPr>
          <p:cNvPr id="78" name="Google Shape;78;p43"/>
          <p:cNvSpPr txBox="1"/>
          <p:nvPr>
            <p:ph type="title"/>
          </p:nvPr>
        </p:nvSpPr>
        <p:spPr>
          <a:xfrm>
            <a:off x="720000" y="1413525"/>
            <a:ext cx="4294800" cy="2095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4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9" name="Google Shape;79;p43"/>
          <p:cNvSpPr txBox="1"/>
          <p:nvPr>
            <p:ph idx="1" type="subTitle"/>
          </p:nvPr>
        </p:nvSpPr>
        <p:spPr>
          <a:xfrm>
            <a:off x="720000" y="3508800"/>
            <a:ext cx="4294800" cy="1004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0" name="Google Shape;80;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1" name="Shape 81"/>
        <p:cNvGrpSpPr/>
        <p:nvPr/>
      </p:nvGrpSpPr>
      <p:grpSpPr>
        <a:xfrm>
          <a:off x="0" y="0"/>
          <a:ext cx="0" cy="0"/>
          <a:chOff x="0" y="0"/>
          <a:chExt cx="0" cy="0"/>
        </a:xfrm>
      </p:grpSpPr>
      <p:sp>
        <p:nvSpPr>
          <p:cNvPr id="82" name="Google Shape;82;p44"/>
          <p:cNvSpPr/>
          <p:nvPr>
            <p:ph idx="2" type="pic"/>
          </p:nvPr>
        </p:nvSpPr>
        <p:spPr>
          <a:xfrm>
            <a:off x="0" y="0"/>
            <a:ext cx="9144000" cy="5143500"/>
          </a:xfrm>
          <a:prstGeom prst="rect">
            <a:avLst/>
          </a:prstGeom>
          <a:noFill/>
          <a:ln>
            <a:noFill/>
          </a:ln>
        </p:spPr>
      </p:sp>
      <p:sp>
        <p:nvSpPr>
          <p:cNvPr id="83" name="Google Shape;83;p44"/>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solidFill>
                  <a:schemeClr val="dk2"/>
                </a:solidFill>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4" name="Shape 84"/>
        <p:cNvGrpSpPr/>
        <p:nvPr/>
      </p:nvGrpSpPr>
      <p:grpSpPr>
        <a:xfrm>
          <a:off x="0" y="0"/>
          <a:ext cx="0" cy="0"/>
          <a:chOff x="0" y="0"/>
          <a:chExt cx="0" cy="0"/>
        </a:xfrm>
      </p:grpSpPr>
      <p:sp>
        <p:nvSpPr>
          <p:cNvPr id="85" name="Google Shape;85;p4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6" name="Google Shape;86;p4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87" name="Google Shape;87;p4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8" name="Google Shape;88;p45"/>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89" name="Google Shape;89;p4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90" name="Google Shape;90;p45"/>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91" name="Google Shape;91;p45"/>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92" name="Google Shape;92;p45"/>
          <p:cNvSpPr txBox="1"/>
          <p:nvPr>
            <p:ph hasCustomPrompt="1" type="title"/>
          </p:nvPr>
        </p:nvSpPr>
        <p:spPr>
          <a:xfrm>
            <a:off x="1284000" y="1429725"/>
            <a:ext cx="6576000" cy="140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9600"/>
              <a:buNone/>
              <a:defRPr sz="6000">
                <a:solidFill>
                  <a:schemeClr val="dk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93" name="Google Shape;93;p45"/>
          <p:cNvSpPr txBox="1"/>
          <p:nvPr>
            <p:ph idx="1" type="subTitle"/>
          </p:nvPr>
        </p:nvSpPr>
        <p:spPr>
          <a:xfrm>
            <a:off x="1284000" y="2985500"/>
            <a:ext cx="6576000" cy="497100"/>
          </a:xfrm>
          <a:prstGeom prst="rect">
            <a:avLst/>
          </a:prstGeom>
          <a:noFill/>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94" name="Shape 9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5" name="Shape 95"/>
        <p:cNvGrpSpPr/>
        <p:nvPr/>
      </p:nvGrpSpPr>
      <p:grpSpPr>
        <a:xfrm>
          <a:off x="0" y="0"/>
          <a:ext cx="0" cy="0"/>
          <a:chOff x="0" y="0"/>
          <a:chExt cx="0" cy="0"/>
        </a:xfrm>
      </p:grpSpPr>
      <p:sp>
        <p:nvSpPr>
          <p:cNvPr id="96" name="Google Shape;96;p4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4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8" name="Google Shape;98;p47"/>
          <p:cNvSpPr txBox="1"/>
          <p:nvPr>
            <p:ph idx="1" type="subTitle"/>
          </p:nvPr>
        </p:nvSpPr>
        <p:spPr>
          <a:xfrm>
            <a:off x="713225" y="20181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9" name="Google Shape;99;p47"/>
          <p:cNvSpPr txBox="1"/>
          <p:nvPr>
            <p:ph idx="2" type="subTitle"/>
          </p:nvPr>
        </p:nvSpPr>
        <p:spPr>
          <a:xfrm>
            <a:off x="713225" y="3870728"/>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0" name="Google Shape;100;p47"/>
          <p:cNvSpPr txBox="1"/>
          <p:nvPr>
            <p:ph idx="3" type="subTitle"/>
          </p:nvPr>
        </p:nvSpPr>
        <p:spPr>
          <a:xfrm>
            <a:off x="3359125" y="38707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1" name="Google Shape;101;p47"/>
          <p:cNvSpPr txBox="1"/>
          <p:nvPr>
            <p:ph idx="4" type="subTitle"/>
          </p:nvPr>
        </p:nvSpPr>
        <p:spPr>
          <a:xfrm>
            <a:off x="3359125" y="20180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2" name="Google Shape;102;p47"/>
          <p:cNvSpPr txBox="1"/>
          <p:nvPr>
            <p:ph idx="5" type="title"/>
          </p:nvPr>
        </p:nvSpPr>
        <p:spPr>
          <a:xfrm>
            <a:off x="713225" y="1141288"/>
            <a:ext cx="656100" cy="4380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3" name="Google Shape;103;p47"/>
          <p:cNvSpPr txBox="1"/>
          <p:nvPr>
            <p:ph idx="6" type="title"/>
          </p:nvPr>
        </p:nvSpPr>
        <p:spPr>
          <a:xfrm>
            <a:off x="3359125" y="2994063"/>
            <a:ext cx="656100" cy="4389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4" name="Google Shape;104;p47"/>
          <p:cNvSpPr txBox="1"/>
          <p:nvPr>
            <p:ph idx="7" type="title"/>
          </p:nvPr>
        </p:nvSpPr>
        <p:spPr>
          <a:xfrm>
            <a:off x="713225" y="2994063"/>
            <a:ext cx="656100" cy="4389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5" name="Google Shape;105;p47"/>
          <p:cNvSpPr txBox="1"/>
          <p:nvPr>
            <p:ph idx="8" type="title"/>
          </p:nvPr>
        </p:nvSpPr>
        <p:spPr>
          <a:xfrm>
            <a:off x="3359125" y="1142055"/>
            <a:ext cx="656100" cy="4380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6" name="Google Shape;106;p47"/>
          <p:cNvSpPr txBox="1"/>
          <p:nvPr>
            <p:ph idx="9" type="subTitle"/>
          </p:nvPr>
        </p:nvSpPr>
        <p:spPr>
          <a:xfrm>
            <a:off x="5997638" y="38707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7" name="Google Shape;107;p47"/>
          <p:cNvSpPr txBox="1"/>
          <p:nvPr>
            <p:ph idx="13" type="subTitle"/>
          </p:nvPr>
        </p:nvSpPr>
        <p:spPr>
          <a:xfrm>
            <a:off x="5997638" y="20180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8" name="Google Shape;108;p47"/>
          <p:cNvSpPr txBox="1"/>
          <p:nvPr>
            <p:ph idx="14" type="title"/>
          </p:nvPr>
        </p:nvSpPr>
        <p:spPr>
          <a:xfrm>
            <a:off x="5997638" y="2994063"/>
            <a:ext cx="656100" cy="4389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9" name="Google Shape;109;p47"/>
          <p:cNvSpPr txBox="1"/>
          <p:nvPr>
            <p:ph idx="15" type="title"/>
          </p:nvPr>
        </p:nvSpPr>
        <p:spPr>
          <a:xfrm>
            <a:off x="5997638" y="1142055"/>
            <a:ext cx="656100" cy="4380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10" name="Google Shape;110;p47"/>
          <p:cNvSpPr txBox="1"/>
          <p:nvPr>
            <p:ph idx="16" type="subTitle"/>
          </p:nvPr>
        </p:nvSpPr>
        <p:spPr>
          <a:xfrm>
            <a:off x="713225" y="1594575"/>
            <a:ext cx="2423100" cy="438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11" name="Google Shape;111;p47"/>
          <p:cNvSpPr txBox="1"/>
          <p:nvPr>
            <p:ph idx="17" type="subTitle"/>
          </p:nvPr>
        </p:nvSpPr>
        <p:spPr>
          <a:xfrm>
            <a:off x="713225" y="3447136"/>
            <a:ext cx="2423100" cy="428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12" name="Google Shape;112;p47"/>
          <p:cNvSpPr txBox="1"/>
          <p:nvPr>
            <p:ph idx="18" type="subTitle"/>
          </p:nvPr>
        </p:nvSpPr>
        <p:spPr>
          <a:xfrm>
            <a:off x="3359125" y="3447125"/>
            <a:ext cx="2423100" cy="428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13" name="Google Shape;113;p47"/>
          <p:cNvSpPr txBox="1"/>
          <p:nvPr>
            <p:ph idx="19" type="subTitle"/>
          </p:nvPr>
        </p:nvSpPr>
        <p:spPr>
          <a:xfrm>
            <a:off x="3359125" y="1594575"/>
            <a:ext cx="2423100" cy="438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14" name="Google Shape;114;p47"/>
          <p:cNvSpPr txBox="1"/>
          <p:nvPr>
            <p:ph idx="20" type="subTitle"/>
          </p:nvPr>
        </p:nvSpPr>
        <p:spPr>
          <a:xfrm>
            <a:off x="5997638" y="3447125"/>
            <a:ext cx="2423100" cy="428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15" name="Google Shape;115;p47"/>
          <p:cNvSpPr txBox="1"/>
          <p:nvPr>
            <p:ph idx="21" type="subTitle"/>
          </p:nvPr>
        </p:nvSpPr>
        <p:spPr>
          <a:xfrm>
            <a:off x="5997638" y="1594575"/>
            <a:ext cx="2423100" cy="438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116" name="Google Shape;116;p4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17" name="Google Shape;117;p4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8" name="Google Shape;118;p47"/>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19" name="Google Shape;119;p4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20" name="Google Shape;120;p47"/>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21" name="Google Shape;121;p47"/>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22" name="Shape 122"/>
        <p:cNvGrpSpPr/>
        <p:nvPr/>
      </p:nvGrpSpPr>
      <p:grpSpPr>
        <a:xfrm>
          <a:off x="0" y="0"/>
          <a:ext cx="0" cy="0"/>
          <a:chOff x="0" y="0"/>
          <a:chExt cx="0" cy="0"/>
        </a:xfrm>
      </p:grpSpPr>
      <p:sp>
        <p:nvSpPr>
          <p:cNvPr id="123" name="Google Shape;123;p4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4" name="Google Shape;124;p4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25" name="Google Shape;125;p4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6" name="Google Shape;126;p48"/>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27" name="Google Shape;127;p4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28" name="Google Shape;128;p48"/>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29" name="Google Shape;129;p48"/>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30" name="Google Shape;130;p48"/>
          <p:cNvSpPr txBox="1"/>
          <p:nvPr>
            <p:ph type="title"/>
          </p:nvPr>
        </p:nvSpPr>
        <p:spPr>
          <a:xfrm>
            <a:off x="969900" y="3387600"/>
            <a:ext cx="7204200" cy="531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31" name="Google Shape;131;p48"/>
          <p:cNvSpPr txBox="1"/>
          <p:nvPr>
            <p:ph idx="1" type="subTitle"/>
          </p:nvPr>
        </p:nvSpPr>
        <p:spPr>
          <a:xfrm>
            <a:off x="969900" y="1312625"/>
            <a:ext cx="7204200" cy="14784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32" name="Shape 132"/>
        <p:cNvGrpSpPr/>
        <p:nvPr/>
      </p:nvGrpSpPr>
      <p:grpSpPr>
        <a:xfrm>
          <a:off x="0" y="0"/>
          <a:ext cx="0" cy="0"/>
          <a:chOff x="0" y="0"/>
          <a:chExt cx="0" cy="0"/>
        </a:xfrm>
      </p:grpSpPr>
      <p:sp>
        <p:nvSpPr>
          <p:cNvPr id="133" name="Google Shape;133;p4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4" name="Google Shape;134;p4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35" name="Google Shape;135;p4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6" name="Google Shape;136;p49"/>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37" name="Google Shape;137;p4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38" name="Google Shape;138;p49"/>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39" name="Google Shape;139;p49"/>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40" name="Google Shape;140;p49"/>
          <p:cNvSpPr txBox="1"/>
          <p:nvPr>
            <p:ph type="title"/>
          </p:nvPr>
        </p:nvSpPr>
        <p:spPr>
          <a:xfrm>
            <a:off x="720000" y="1148563"/>
            <a:ext cx="3944700" cy="160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41" name="Google Shape;141;p49"/>
          <p:cNvSpPr txBox="1"/>
          <p:nvPr>
            <p:ph idx="1" type="subTitle"/>
          </p:nvPr>
        </p:nvSpPr>
        <p:spPr>
          <a:xfrm>
            <a:off x="720000" y="2878638"/>
            <a:ext cx="3944700" cy="111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2" name="Google Shape;142;p49"/>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43" name="Shape 143"/>
        <p:cNvGrpSpPr/>
        <p:nvPr/>
      </p:nvGrpSpPr>
      <p:grpSpPr>
        <a:xfrm>
          <a:off x="0" y="0"/>
          <a:ext cx="0" cy="0"/>
          <a:chOff x="0" y="0"/>
          <a:chExt cx="0" cy="0"/>
        </a:xfrm>
      </p:grpSpPr>
      <p:sp>
        <p:nvSpPr>
          <p:cNvPr id="144" name="Google Shape;144;p5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5" name="Google Shape;145;p5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46" name="Google Shape;146;p5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7" name="Google Shape;147;p50"/>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48" name="Google Shape;148;p5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49" name="Google Shape;149;p50"/>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50" name="Google Shape;150;p50"/>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51" name="Google Shape;151;p50"/>
          <p:cNvSpPr txBox="1"/>
          <p:nvPr>
            <p:ph type="title"/>
          </p:nvPr>
        </p:nvSpPr>
        <p:spPr>
          <a:xfrm>
            <a:off x="720000" y="1568400"/>
            <a:ext cx="2891400" cy="700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52" name="Google Shape;152;p50"/>
          <p:cNvSpPr txBox="1"/>
          <p:nvPr>
            <p:ph idx="1" type="subTitle"/>
          </p:nvPr>
        </p:nvSpPr>
        <p:spPr>
          <a:xfrm>
            <a:off x="720000" y="2268888"/>
            <a:ext cx="2891400" cy="1306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3" name="Shape 153"/>
        <p:cNvGrpSpPr/>
        <p:nvPr/>
      </p:nvGrpSpPr>
      <p:grpSpPr>
        <a:xfrm>
          <a:off x="0" y="0"/>
          <a:ext cx="0" cy="0"/>
          <a:chOff x="0" y="0"/>
          <a:chExt cx="0" cy="0"/>
        </a:xfrm>
      </p:grpSpPr>
      <p:sp>
        <p:nvSpPr>
          <p:cNvPr id="154" name="Google Shape;154;p5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5" name="Google Shape;155;p5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56" name="Google Shape;156;p5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7" name="Google Shape;157;p51"/>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58" name="Google Shape;158;p5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59" name="Google Shape;159;p51"/>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60" name="Google Shape;160;p51"/>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61" name="Google Shape;161;p5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62" name="Google Shape;162;p51"/>
          <p:cNvSpPr txBox="1"/>
          <p:nvPr>
            <p:ph idx="1" type="subTitle"/>
          </p:nvPr>
        </p:nvSpPr>
        <p:spPr>
          <a:xfrm>
            <a:off x="937625" y="30712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63" name="Google Shape;163;p51"/>
          <p:cNvSpPr txBox="1"/>
          <p:nvPr>
            <p:ph idx="2" type="subTitle"/>
          </p:nvPr>
        </p:nvSpPr>
        <p:spPr>
          <a:xfrm>
            <a:off x="3484346" y="30712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64" name="Google Shape;164;p51"/>
          <p:cNvSpPr txBox="1"/>
          <p:nvPr>
            <p:ph idx="3" type="subTitle"/>
          </p:nvPr>
        </p:nvSpPr>
        <p:spPr>
          <a:xfrm>
            <a:off x="6031074" y="30712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65" name="Google Shape;165;p51"/>
          <p:cNvSpPr txBox="1"/>
          <p:nvPr>
            <p:ph idx="4" type="subTitle"/>
          </p:nvPr>
        </p:nvSpPr>
        <p:spPr>
          <a:xfrm>
            <a:off x="937625" y="2690250"/>
            <a:ext cx="2175300" cy="36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66" name="Google Shape;166;p51"/>
          <p:cNvSpPr txBox="1"/>
          <p:nvPr>
            <p:ph idx="5" type="subTitle"/>
          </p:nvPr>
        </p:nvSpPr>
        <p:spPr>
          <a:xfrm>
            <a:off x="3484347" y="2690250"/>
            <a:ext cx="2175300" cy="36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67" name="Google Shape;167;p51"/>
          <p:cNvSpPr txBox="1"/>
          <p:nvPr>
            <p:ph idx="6" type="subTitle"/>
          </p:nvPr>
        </p:nvSpPr>
        <p:spPr>
          <a:xfrm>
            <a:off x="6031075" y="2690250"/>
            <a:ext cx="2175300" cy="36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68" name="Shape 168"/>
        <p:cNvGrpSpPr/>
        <p:nvPr/>
      </p:nvGrpSpPr>
      <p:grpSpPr>
        <a:xfrm>
          <a:off x="0" y="0"/>
          <a:ext cx="0" cy="0"/>
          <a:chOff x="0" y="0"/>
          <a:chExt cx="0" cy="0"/>
        </a:xfrm>
      </p:grpSpPr>
      <p:sp>
        <p:nvSpPr>
          <p:cNvPr id="169" name="Google Shape;169;p5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0" name="Google Shape;170;p5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71" name="Google Shape;171;p5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2" name="Google Shape;172;p52"/>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73" name="Google Shape;173;p5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74" name="Google Shape;174;p52"/>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75" name="Google Shape;175;p52"/>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76" name="Google Shape;176;p5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77" name="Google Shape;177;p52"/>
          <p:cNvSpPr txBox="1"/>
          <p:nvPr>
            <p:ph idx="1" type="subTitle"/>
          </p:nvPr>
        </p:nvSpPr>
        <p:spPr>
          <a:xfrm>
            <a:off x="720025" y="1610942"/>
            <a:ext cx="7704000" cy="530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78" name="Google Shape;178;p52"/>
          <p:cNvSpPr txBox="1"/>
          <p:nvPr>
            <p:ph idx="2" type="subTitle"/>
          </p:nvPr>
        </p:nvSpPr>
        <p:spPr>
          <a:xfrm>
            <a:off x="720025" y="2731125"/>
            <a:ext cx="77040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79" name="Google Shape;179;p52"/>
          <p:cNvSpPr txBox="1"/>
          <p:nvPr>
            <p:ph idx="3" type="subTitle"/>
          </p:nvPr>
        </p:nvSpPr>
        <p:spPr>
          <a:xfrm>
            <a:off x="720025" y="3851625"/>
            <a:ext cx="77040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80" name="Google Shape;180;p52"/>
          <p:cNvSpPr txBox="1"/>
          <p:nvPr>
            <p:ph idx="4" type="subTitle"/>
          </p:nvPr>
        </p:nvSpPr>
        <p:spPr>
          <a:xfrm>
            <a:off x="720025" y="1241274"/>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81" name="Google Shape;181;p52"/>
          <p:cNvSpPr txBox="1"/>
          <p:nvPr>
            <p:ph idx="5" type="subTitle"/>
          </p:nvPr>
        </p:nvSpPr>
        <p:spPr>
          <a:xfrm>
            <a:off x="720025" y="2350125"/>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82" name="Google Shape;182;p52"/>
          <p:cNvSpPr txBox="1"/>
          <p:nvPr>
            <p:ph idx="6" type="subTitle"/>
          </p:nvPr>
        </p:nvSpPr>
        <p:spPr>
          <a:xfrm>
            <a:off x="720025" y="3470625"/>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83" name="Shape 183"/>
        <p:cNvGrpSpPr/>
        <p:nvPr/>
      </p:nvGrpSpPr>
      <p:grpSpPr>
        <a:xfrm>
          <a:off x="0" y="0"/>
          <a:ext cx="0" cy="0"/>
          <a:chOff x="0" y="0"/>
          <a:chExt cx="0" cy="0"/>
        </a:xfrm>
      </p:grpSpPr>
      <p:sp>
        <p:nvSpPr>
          <p:cNvPr id="184" name="Google Shape;184;p5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85" name="Google Shape;185;p5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86" name="Google Shape;186;p5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87" name="Google Shape;187;p53"/>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88" name="Google Shape;188;p5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89" name="Google Shape;189;p53"/>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90" name="Google Shape;190;p53"/>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91" name="Google Shape;191;p5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2" name="Google Shape;192;p53"/>
          <p:cNvSpPr txBox="1"/>
          <p:nvPr>
            <p:ph idx="1" type="subTitle"/>
          </p:nvPr>
        </p:nvSpPr>
        <p:spPr>
          <a:xfrm>
            <a:off x="1381625" y="1718025"/>
            <a:ext cx="70425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93" name="Google Shape;193;p53"/>
          <p:cNvSpPr txBox="1"/>
          <p:nvPr>
            <p:ph idx="2" type="subTitle"/>
          </p:nvPr>
        </p:nvSpPr>
        <p:spPr>
          <a:xfrm>
            <a:off x="1381635" y="2861025"/>
            <a:ext cx="70425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94" name="Google Shape;194;p53"/>
          <p:cNvSpPr txBox="1"/>
          <p:nvPr>
            <p:ph idx="3" type="subTitle"/>
          </p:nvPr>
        </p:nvSpPr>
        <p:spPr>
          <a:xfrm>
            <a:off x="1381635" y="4004025"/>
            <a:ext cx="70425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95" name="Google Shape;195;p53"/>
          <p:cNvSpPr txBox="1"/>
          <p:nvPr>
            <p:ph idx="4" type="subTitle"/>
          </p:nvPr>
        </p:nvSpPr>
        <p:spPr>
          <a:xfrm>
            <a:off x="1381625" y="1406025"/>
            <a:ext cx="7042500" cy="33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l">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l">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l">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l">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l">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l">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l">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96" name="Google Shape;196;p53"/>
          <p:cNvSpPr txBox="1"/>
          <p:nvPr>
            <p:ph idx="5" type="subTitle"/>
          </p:nvPr>
        </p:nvSpPr>
        <p:spPr>
          <a:xfrm>
            <a:off x="1381625" y="2526575"/>
            <a:ext cx="7042500" cy="33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l">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l">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l">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l">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l">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l">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l">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97" name="Google Shape;197;p53"/>
          <p:cNvSpPr txBox="1"/>
          <p:nvPr>
            <p:ph idx="6" type="subTitle"/>
          </p:nvPr>
        </p:nvSpPr>
        <p:spPr>
          <a:xfrm>
            <a:off x="1381625" y="3647125"/>
            <a:ext cx="7042500" cy="33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l">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l">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l">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l">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l">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l">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l">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98" name="Shape 198"/>
        <p:cNvGrpSpPr/>
        <p:nvPr/>
      </p:nvGrpSpPr>
      <p:grpSpPr>
        <a:xfrm>
          <a:off x="0" y="0"/>
          <a:ext cx="0" cy="0"/>
          <a:chOff x="0" y="0"/>
          <a:chExt cx="0" cy="0"/>
        </a:xfrm>
      </p:grpSpPr>
      <p:sp>
        <p:nvSpPr>
          <p:cNvPr id="199" name="Google Shape;199;p5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00" name="Google Shape;200;p5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201" name="Google Shape;201;p5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02" name="Google Shape;202;p54"/>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203" name="Google Shape;203;p5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204" name="Google Shape;204;p54"/>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205" name="Google Shape;205;p54"/>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206" name="Google Shape;206;p5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07" name="Google Shape;207;p54"/>
          <p:cNvSpPr txBox="1"/>
          <p:nvPr>
            <p:ph idx="1" type="subTitle"/>
          </p:nvPr>
        </p:nvSpPr>
        <p:spPr>
          <a:xfrm>
            <a:off x="1545775" y="1975263"/>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8" name="Google Shape;208;p54"/>
          <p:cNvSpPr txBox="1"/>
          <p:nvPr>
            <p:ph idx="2" type="subTitle"/>
          </p:nvPr>
        </p:nvSpPr>
        <p:spPr>
          <a:xfrm>
            <a:off x="5041325" y="1975263"/>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9" name="Google Shape;209;p54"/>
          <p:cNvSpPr txBox="1"/>
          <p:nvPr>
            <p:ph idx="3" type="subTitle"/>
          </p:nvPr>
        </p:nvSpPr>
        <p:spPr>
          <a:xfrm>
            <a:off x="1545775" y="3691500"/>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10" name="Google Shape;210;p54"/>
          <p:cNvSpPr txBox="1"/>
          <p:nvPr>
            <p:ph idx="4" type="subTitle"/>
          </p:nvPr>
        </p:nvSpPr>
        <p:spPr>
          <a:xfrm>
            <a:off x="5041325" y="3691500"/>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11" name="Google Shape;211;p54"/>
          <p:cNvSpPr txBox="1"/>
          <p:nvPr>
            <p:ph idx="5" type="subTitle"/>
          </p:nvPr>
        </p:nvSpPr>
        <p:spPr>
          <a:xfrm>
            <a:off x="1545775" y="1670463"/>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12" name="Google Shape;212;p54"/>
          <p:cNvSpPr txBox="1"/>
          <p:nvPr>
            <p:ph idx="6" type="subTitle"/>
          </p:nvPr>
        </p:nvSpPr>
        <p:spPr>
          <a:xfrm>
            <a:off x="5041325" y="1670463"/>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13" name="Google Shape;213;p54"/>
          <p:cNvSpPr txBox="1"/>
          <p:nvPr>
            <p:ph idx="7" type="subTitle"/>
          </p:nvPr>
        </p:nvSpPr>
        <p:spPr>
          <a:xfrm>
            <a:off x="1545775" y="3386700"/>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14" name="Google Shape;214;p54"/>
          <p:cNvSpPr txBox="1"/>
          <p:nvPr>
            <p:ph idx="8" type="subTitle"/>
          </p:nvPr>
        </p:nvSpPr>
        <p:spPr>
          <a:xfrm>
            <a:off x="5041325" y="3386700"/>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215" name="Shape 215"/>
        <p:cNvGrpSpPr/>
        <p:nvPr/>
      </p:nvGrpSpPr>
      <p:grpSpPr>
        <a:xfrm>
          <a:off x="0" y="0"/>
          <a:ext cx="0" cy="0"/>
          <a:chOff x="0" y="0"/>
          <a:chExt cx="0" cy="0"/>
        </a:xfrm>
      </p:grpSpPr>
      <p:sp>
        <p:nvSpPr>
          <p:cNvPr id="216" name="Google Shape;216;p5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7" name="Google Shape;217;p5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218" name="Google Shape;218;p5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9" name="Google Shape;219;p55"/>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220" name="Google Shape;220;p5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221" name="Google Shape;221;p55"/>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222" name="Google Shape;222;p55"/>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223" name="Google Shape;223;p5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24" name="Google Shape;224;p55"/>
          <p:cNvSpPr txBox="1"/>
          <p:nvPr>
            <p:ph idx="1" type="subTitle"/>
          </p:nvPr>
        </p:nvSpPr>
        <p:spPr>
          <a:xfrm>
            <a:off x="903950" y="2149201"/>
            <a:ext cx="2191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25" name="Google Shape;225;p55"/>
          <p:cNvSpPr txBox="1"/>
          <p:nvPr>
            <p:ph idx="2" type="subTitle"/>
          </p:nvPr>
        </p:nvSpPr>
        <p:spPr>
          <a:xfrm>
            <a:off x="3478550" y="2149201"/>
            <a:ext cx="21825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26" name="Google Shape;226;p55"/>
          <p:cNvSpPr txBox="1"/>
          <p:nvPr>
            <p:ph idx="3" type="subTitle"/>
          </p:nvPr>
        </p:nvSpPr>
        <p:spPr>
          <a:xfrm>
            <a:off x="903950" y="3579425"/>
            <a:ext cx="2191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27" name="Google Shape;227;p55"/>
          <p:cNvSpPr txBox="1"/>
          <p:nvPr>
            <p:ph idx="4" type="subTitle"/>
          </p:nvPr>
        </p:nvSpPr>
        <p:spPr>
          <a:xfrm>
            <a:off x="3478550" y="3579425"/>
            <a:ext cx="21825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28" name="Google Shape;228;p55"/>
          <p:cNvSpPr txBox="1"/>
          <p:nvPr>
            <p:ph idx="5" type="subTitle"/>
          </p:nvPr>
        </p:nvSpPr>
        <p:spPr>
          <a:xfrm>
            <a:off x="6048850" y="2149201"/>
            <a:ext cx="2199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29" name="Google Shape;229;p55"/>
          <p:cNvSpPr txBox="1"/>
          <p:nvPr>
            <p:ph idx="6" type="subTitle"/>
          </p:nvPr>
        </p:nvSpPr>
        <p:spPr>
          <a:xfrm>
            <a:off x="6048850" y="3579425"/>
            <a:ext cx="2199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30" name="Google Shape;230;p55"/>
          <p:cNvSpPr txBox="1"/>
          <p:nvPr>
            <p:ph idx="7" type="subTitle"/>
          </p:nvPr>
        </p:nvSpPr>
        <p:spPr>
          <a:xfrm>
            <a:off x="908250" y="1656600"/>
            <a:ext cx="21825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1" name="Google Shape;231;p55"/>
          <p:cNvSpPr txBox="1"/>
          <p:nvPr>
            <p:ph idx="8" type="subTitle"/>
          </p:nvPr>
        </p:nvSpPr>
        <p:spPr>
          <a:xfrm>
            <a:off x="3482836" y="1656600"/>
            <a:ext cx="21738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2" name="Google Shape;232;p55"/>
          <p:cNvSpPr txBox="1"/>
          <p:nvPr>
            <p:ph idx="9" type="subTitle"/>
          </p:nvPr>
        </p:nvSpPr>
        <p:spPr>
          <a:xfrm>
            <a:off x="6053173" y="1656600"/>
            <a:ext cx="21912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3" name="Google Shape;233;p55"/>
          <p:cNvSpPr txBox="1"/>
          <p:nvPr>
            <p:ph idx="13" type="subTitle"/>
          </p:nvPr>
        </p:nvSpPr>
        <p:spPr>
          <a:xfrm>
            <a:off x="908250" y="3086800"/>
            <a:ext cx="21825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4" name="Google Shape;234;p55"/>
          <p:cNvSpPr txBox="1"/>
          <p:nvPr>
            <p:ph idx="14" type="subTitle"/>
          </p:nvPr>
        </p:nvSpPr>
        <p:spPr>
          <a:xfrm>
            <a:off x="3482836" y="3086800"/>
            <a:ext cx="21738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5" name="Google Shape;235;p55"/>
          <p:cNvSpPr txBox="1"/>
          <p:nvPr>
            <p:ph idx="15" type="subTitle"/>
          </p:nvPr>
        </p:nvSpPr>
        <p:spPr>
          <a:xfrm>
            <a:off x="6053173" y="3086800"/>
            <a:ext cx="21912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236" name="Shape 236"/>
        <p:cNvGrpSpPr/>
        <p:nvPr/>
      </p:nvGrpSpPr>
      <p:grpSpPr>
        <a:xfrm>
          <a:off x="0" y="0"/>
          <a:ext cx="0" cy="0"/>
          <a:chOff x="0" y="0"/>
          <a:chExt cx="0" cy="0"/>
        </a:xfrm>
      </p:grpSpPr>
      <p:sp>
        <p:nvSpPr>
          <p:cNvPr id="237" name="Google Shape;237;p5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38" name="Google Shape;238;p5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239" name="Google Shape;239;p5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0" name="Google Shape;240;p56"/>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241" name="Google Shape;241;p5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242" name="Google Shape;242;p56"/>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243" name="Google Shape;243;p56"/>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244" name="Google Shape;244;p56"/>
          <p:cNvSpPr txBox="1"/>
          <p:nvPr>
            <p:ph type="title"/>
          </p:nvPr>
        </p:nvSpPr>
        <p:spPr>
          <a:xfrm>
            <a:off x="2223600" y="552112"/>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45" name="Google Shape;245;p56"/>
          <p:cNvSpPr txBox="1"/>
          <p:nvPr>
            <p:ph idx="1" type="subTitle"/>
          </p:nvPr>
        </p:nvSpPr>
        <p:spPr>
          <a:xfrm>
            <a:off x="2223600" y="1364275"/>
            <a:ext cx="4696800" cy="428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46" name="Google Shape;246;p56"/>
          <p:cNvSpPr txBox="1"/>
          <p:nvPr>
            <p:ph idx="2" type="title"/>
          </p:nvPr>
        </p:nvSpPr>
        <p:spPr>
          <a:xfrm>
            <a:off x="2223600" y="1904368"/>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47" name="Google Shape;247;p56"/>
          <p:cNvSpPr txBox="1"/>
          <p:nvPr>
            <p:ph idx="3" type="subTitle"/>
          </p:nvPr>
        </p:nvSpPr>
        <p:spPr>
          <a:xfrm>
            <a:off x="2223600" y="2716527"/>
            <a:ext cx="4696800" cy="446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48" name="Google Shape;248;p56"/>
          <p:cNvSpPr txBox="1"/>
          <p:nvPr>
            <p:ph idx="4" type="title"/>
          </p:nvPr>
        </p:nvSpPr>
        <p:spPr>
          <a:xfrm>
            <a:off x="2223600" y="3256624"/>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49" name="Google Shape;249;p56"/>
          <p:cNvSpPr txBox="1"/>
          <p:nvPr>
            <p:ph idx="5" type="subTitle"/>
          </p:nvPr>
        </p:nvSpPr>
        <p:spPr>
          <a:xfrm>
            <a:off x="2223600" y="4068797"/>
            <a:ext cx="4696800" cy="446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50" name="Shape 250"/>
        <p:cNvGrpSpPr/>
        <p:nvPr/>
      </p:nvGrpSpPr>
      <p:grpSpPr>
        <a:xfrm>
          <a:off x="0" y="0"/>
          <a:ext cx="0" cy="0"/>
          <a:chOff x="0" y="0"/>
          <a:chExt cx="0" cy="0"/>
        </a:xfrm>
      </p:grpSpPr>
      <p:sp>
        <p:nvSpPr>
          <p:cNvPr id="251" name="Google Shape;251;p5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57"/>
          <p:cNvSpPr txBox="1"/>
          <p:nvPr>
            <p:ph type="title"/>
          </p:nvPr>
        </p:nvSpPr>
        <p:spPr>
          <a:xfrm>
            <a:off x="2347938" y="540000"/>
            <a:ext cx="4448100" cy="105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75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53" name="Google Shape;253;p57"/>
          <p:cNvSpPr txBox="1"/>
          <p:nvPr>
            <p:ph idx="1" type="subTitle"/>
          </p:nvPr>
        </p:nvSpPr>
        <p:spPr>
          <a:xfrm>
            <a:off x="2347900" y="1717825"/>
            <a:ext cx="4448100" cy="12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4" name="Google Shape;254;p57"/>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200"/>
              <a:buFont typeface="Arial"/>
              <a:buNone/>
            </a:pPr>
            <a:r>
              <a:rPr b="0" i="0" lang="en" sz="1200" u="none" cap="none" strike="noStrike">
                <a:solidFill>
                  <a:schemeClr val="dk1"/>
                </a:solidFill>
                <a:latin typeface="Mulish"/>
                <a:ea typeface="Mulish"/>
                <a:cs typeface="Mulish"/>
                <a:sym typeface="Mulish"/>
              </a:rPr>
              <a:t>CREDITS: This presentation template was created by </a:t>
            </a:r>
            <a:r>
              <a:rPr b="1" i="0" lang="en" sz="1200" u="sng" cap="none" strike="noStrike">
                <a:solidFill>
                  <a:schemeClr val="dk1"/>
                </a:solidFill>
                <a:latin typeface="Mulish"/>
                <a:ea typeface="Mulish"/>
                <a:cs typeface="Mulish"/>
                <a:sym typeface="Mulish"/>
                <a:hlinkClick r:id="rId2">
                  <a:extLst>
                    <a:ext uri="{A12FA001-AC4F-418D-AE19-62706E023703}">
                      <ahyp:hlinkClr val="tx"/>
                    </a:ext>
                  </a:extLst>
                </a:hlinkClick>
              </a:rPr>
              <a:t>Slidesgo</a:t>
            </a:r>
            <a:r>
              <a:rPr b="1" i="0" lang="en" sz="1200" u="none" cap="none" strike="noStrike">
                <a:solidFill>
                  <a:schemeClr val="dk1"/>
                </a:solidFill>
                <a:latin typeface="Mulish"/>
                <a:ea typeface="Mulish"/>
                <a:cs typeface="Mulish"/>
                <a:sym typeface="Mulish"/>
              </a:rPr>
              <a:t>,</a:t>
            </a:r>
            <a:r>
              <a:rPr b="0" i="0" lang="en" sz="1200" u="none" cap="none" strike="noStrike">
                <a:solidFill>
                  <a:schemeClr val="dk1"/>
                </a:solidFill>
                <a:latin typeface="Mulish"/>
                <a:ea typeface="Mulish"/>
                <a:cs typeface="Mulish"/>
                <a:sym typeface="Mulish"/>
              </a:rPr>
              <a:t> and includes icons by</a:t>
            </a:r>
            <a:r>
              <a:rPr b="1" i="0" lang="en" sz="1200" u="none" cap="none" strike="noStrike">
                <a:solidFill>
                  <a:schemeClr val="dk1"/>
                </a:solidFill>
                <a:latin typeface="Mulish"/>
                <a:ea typeface="Mulish"/>
                <a:cs typeface="Mulish"/>
                <a:sym typeface="Mulish"/>
              </a:rPr>
              <a:t> </a:t>
            </a:r>
            <a:r>
              <a:rPr b="1" i="0" lang="en" sz="1200" u="sng" cap="none" strike="noStrike">
                <a:solidFill>
                  <a:schemeClr val="dk1"/>
                </a:solidFill>
                <a:latin typeface="Mulish"/>
                <a:ea typeface="Mulish"/>
                <a:cs typeface="Mulish"/>
                <a:sym typeface="Mulish"/>
                <a:hlinkClick r:id="rId3">
                  <a:extLst>
                    <a:ext uri="{A12FA001-AC4F-418D-AE19-62706E023703}">
                      <ahyp:hlinkClr val="tx"/>
                    </a:ext>
                  </a:extLst>
                </a:hlinkClick>
              </a:rPr>
              <a:t>Flaticon</a:t>
            </a:r>
            <a:r>
              <a:rPr b="1" i="0" lang="en" sz="1200" u="none" cap="none" strike="noStrike">
                <a:solidFill>
                  <a:schemeClr val="dk1"/>
                </a:solidFill>
                <a:latin typeface="Mulish"/>
                <a:ea typeface="Mulish"/>
                <a:cs typeface="Mulish"/>
                <a:sym typeface="Mulish"/>
              </a:rPr>
              <a:t>,</a:t>
            </a:r>
            <a:r>
              <a:rPr b="0" i="0" lang="en" sz="1200" u="none" cap="none" strike="noStrike">
                <a:solidFill>
                  <a:schemeClr val="dk1"/>
                </a:solidFill>
                <a:latin typeface="Mulish"/>
                <a:ea typeface="Mulish"/>
                <a:cs typeface="Mulish"/>
                <a:sym typeface="Mulish"/>
              </a:rPr>
              <a:t> and infographics &amp; images by </a:t>
            </a:r>
            <a:r>
              <a:rPr b="1" i="0" lang="en" sz="1200" u="sng" cap="none" strike="noStrike">
                <a:solidFill>
                  <a:schemeClr val="dk1"/>
                </a:solidFill>
                <a:latin typeface="Mulish"/>
                <a:ea typeface="Mulish"/>
                <a:cs typeface="Mulish"/>
                <a:sym typeface="Mulish"/>
                <a:hlinkClick r:id="rId4">
                  <a:extLst>
                    <a:ext uri="{A12FA001-AC4F-418D-AE19-62706E023703}">
                      <ahyp:hlinkClr val="tx"/>
                    </a:ext>
                  </a:extLst>
                </a:hlinkClick>
              </a:rPr>
              <a:t>Freepik</a:t>
            </a:r>
            <a:r>
              <a:rPr b="1" i="0" lang="en" sz="1200" u="sng" cap="none" strike="noStrike">
                <a:solidFill>
                  <a:schemeClr val="dk1"/>
                </a:solidFill>
                <a:latin typeface="Mulish"/>
                <a:ea typeface="Mulish"/>
                <a:cs typeface="Mulish"/>
                <a:sym typeface="Mulish"/>
              </a:rPr>
              <a:t> </a:t>
            </a:r>
            <a:endParaRPr b="1" i="0" sz="1200" u="sng" cap="none" strike="noStrike">
              <a:solidFill>
                <a:schemeClr val="dk1"/>
              </a:solidFill>
              <a:latin typeface="Mulish"/>
              <a:ea typeface="Mulish"/>
              <a:cs typeface="Mulish"/>
              <a:sym typeface="Mulish"/>
            </a:endParaRPr>
          </a:p>
        </p:txBody>
      </p:sp>
      <p:cxnSp>
        <p:nvCxnSpPr>
          <p:cNvPr id="255" name="Google Shape;255;p5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256" name="Google Shape;256;p5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7" name="Google Shape;257;p57"/>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258" name="Google Shape;258;p57"/>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259" name="Shape 259"/>
        <p:cNvGrpSpPr/>
        <p:nvPr/>
      </p:nvGrpSpPr>
      <p:grpSpPr>
        <a:xfrm>
          <a:off x="0" y="0"/>
          <a:ext cx="0" cy="0"/>
          <a:chOff x="0" y="0"/>
          <a:chExt cx="0" cy="0"/>
        </a:xfrm>
      </p:grpSpPr>
      <p:sp>
        <p:nvSpPr>
          <p:cNvPr id="260" name="Google Shape;260;p5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5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cxnSp>
        <p:nvCxnSpPr>
          <p:cNvPr id="262" name="Google Shape;262;p5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263" name="Google Shape;263;p5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64" name="Google Shape;264;p58"/>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265" name="Google Shape;265;p5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266" name="Google Shape;266;p58"/>
          <p:cNvSpPr txBox="1"/>
          <p:nvPr>
            <p:ph idx="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267" name="Google Shape;267;p58"/>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268" name="Shape 268"/>
        <p:cNvGrpSpPr/>
        <p:nvPr/>
      </p:nvGrpSpPr>
      <p:grpSpPr>
        <a:xfrm>
          <a:off x="0" y="0"/>
          <a:ext cx="0" cy="0"/>
          <a:chOff x="0" y="0"/>
          <a:chExt cx="0" cy="0"/>
        </a:xfrm>
      </p:grpSpPr>
      <p:sp>
        <p:nvSpPr>
          <p:cNvPr id="269" name="Google Shape;269;p5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5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71" name="Google Shape;271;p5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272" name="Google Shape;272;p5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73" name="Google Shape;273;p59"/>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274" name="Google Shape;274;p59"/>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79" name="Shape 279"/>
        <p:cNvGrpSpPr/>
        <p:nvPr/>
      </p:nvGrpSpPr>
      <p:grpSpPr>
        <a:xfrm>
          <a:off x="0" y="0"/>
          <a:ext cx="0" cy="0"/>
          <a:chOff x="0" y="0"/>
          <a:chExt cx="0" cy="0"/>
        </a:xfrm>
      </p:grpSpPr>
      <p:sp>
        <p:nvSpPr>
          <p:cNvPr id="280" name="Google Shape;280;p2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81" name="Google Shape;281;p2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282" name="Google Shape;282;p2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83" name="Google Shape;283;p24"/>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284" name="Google Shape;284;p2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285" name="Google Shape;285;p24"/>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286" name="Google Shape;286;p24"/>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287" name="Google Shape;287;p2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88" name="Google Shape;288;p24"/>
          <p:cNvSpPr txBox="1"/>
          <p:nvPr>
            <p:ph idx="1" type="subTitle"/>
          </p:nvPr>
        </p:nvSpPr>
        <p:spPr>
          <a:xfrm>
            <a:off x="720025" y="1610942"/>
            <a:ext cx="7704000" cy="530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289" name="Google Shape;289;p24"/>
          <p:cNvSpPr txBox="1"/>
          <p:nvPr>
            <p:ph idx="2" type="subTitle"/>
          </p:nvPr>
        </p:nvSpPr>
        <p:spPr>
          <a:xfrm>
            <a:off x="720025" y="2731125"/>
            <a:ext cx="77040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290" name="Google Shape;290;p24"/>
          <p:cNvSpPr txBox="1"/>
          <p:nvPr>
            <p:ph idx="3" type="subTitle"/>
          </p:nvPr>
        </p:nvSpPr>
        <p:spPr>
          <a:xfrm>
            <a:off x="720025" y="3851625"/>
            <a:ext cx="77040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291" name="Google Shape;291;p24"/>
          <p:cNvSpPr txBox="1"/>
          <p:nvPr>
            <p:ph idx="4" type="subTitle"/>
          </p:nvPr>
        </p:nvSpPr>
        <p:spPr>
          <a:xfrm>
            <a:off x="720025" y="1241274"/>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92" name="Google Shape;292;p24"/>
          <p:cNvSpPr txBox="1"/>
          <p:nvPr>
            <p:ph idx="5" type="subTitle"/>
          </p:nvPr>
        </p:nvSpPr>
        <p:spPr>
          <a:xfrm>
            <a:off x="720025" y="2350125"/>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93" name="Google Shape;293;p24"/>
          <p:cNvSpPr txBox="1"/>
          <p:nvPr>
            <p:ph idx="6" type="subTitle"/>
          </p:nvPr>
        </p:nvSpPr>
        <p:spPr>
          <a:xfrm>
            <a:off x="720025" y="3470625"/>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294" name="Shape 294"/>
        <p:cNvGrpSpPr/>
        <p:nvPr/>
      </p:nvGrpSpPr>
      <p:grpSpPr>
        <a:xfrm>
          <a:off x="0" y="0"/>
          <a:ext cx="0" cy="0"/>
          <a:chOff x="0" y="0"/>
          <a:chExt cx="0" cy="0"/>
        </a:xfrm>
      </p:grpSpPr>
      <p:sp>
        <p:nvSpPr>
          <p:cNvPr id="295" name="Google Shape;295;p2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5"/>
          <p:cNvSpPr txBox="1"/>
          <p:nvPr>
            <p:ph type="title"/>
          </p:nvPr>
        </p:nvSpPr>
        <p:spPr>
          <a:xfrm>
            <a:off x="3579950" y="1854500"/>
            <a:ext cx="36048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97" name="Google Shape;297;p25"/>
          <p:cNvSpPr txBox="1"/>
          <p:nvPr>
            <p:ph idx="2" type="title"/>
          </p:nvPr>
        </p:nvSpPr>
        <p:spPr>
          <a:xfrm>
            <a:off x="1959250" y="1854500"/>
            <a:ext cx="11898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solidFill>
                  <a:schemeClr val="dk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298" name="Google Shape;298;p25"/>
          <p:cNvSpPr txBox="1"/>
          <p:nvPr>
            <p:ph idx="1" type="subTitle"/>
          </p:nvPr>
        </p:nvSpPr>
        <p:spPr>
          <a:xfrm>
            <a:off x="1959250" y="2939075"/>
            <a:ext cx="5225400" cy="4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299" name="Google Shape;299;p25"/>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300" name="Google Shape;300;p2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301" name="Google Shape;301;p2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02" name="Google Shape;302;p25"/>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303" name="Google Shape;303;p2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304" name="Google Shape;304;p25"/>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305" name="Google Shape;305;p25"/>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cxnSp>
        <p:nvCxnSpPr>
          <p:cNvPr id="306" name="Google Shape;306;p25"/>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2 1 1 1 1">
  <p:cSld name="TITLE_1_2_1_1_1_1">
    <p:spTree>
      <p:nvGrpSpPr>
        <p:cNvPr id="307" name="Shape 307"/>
        <p:cNvGrpSpPr/>
        <p:nvPr/>
      </p:nvGrpSpPr>
      <p:grpSpPr>
        <a:xfrm>
          <a:off x="0" y="0"/>
          <a:ext cx="0" cy="0"/>
          <a:chOff x="0" y="0"/>
          <a:chExt cx="0" cy="0"/>
        </a:xfrm>
      </p:grpSpPr>
      <p:sp>
        <p:nvSpPr>
          <p:cNvPr id="308" name="Google Shape;308;p26"/>
          <p:cNvSpPr txBox="1"/>
          <p:nvPr>
            <p:ph idx="1" type="body"/>
          </p:nvPr>
        </p:nvSpPr>
        <p:spPr>
          <a:xfrm>
            <a:off x="146400" y="1025606"/>
            <a:ext cx="8845200" cy="3604200"/>
          </a:xfrm>
          <a:prstGeom prst="rect">
            <a:avLst/>
          </a:prstGeom>
          <a:noFill/>
          <a:ln>
            <a:noFill/>
          </a:ln>
        </p:spPr>
        <p:txBody>
          <a:bodyPr anchorCtr="0" anchor="t" bIns="91425" lIns="91425" spcFirstLastPara="1" rIns="91425" wrap="square" tIns="91425">
            <a:normAutofit/>
          </a:bodyPr>
          <a:lstStyle>
            <a:lvl1pPr indent="-342900" lvl="0" marL="457200" marR="0" algn="l">
              <a:lnSpc>
                <a:spcPct val="100000"/>
              </a:lnSpc>
              <a:spcBef>
                <a:spcPts val="640"/>
              </a:spcBef>
              <a:spcAft>
                <a:spcPts val="0"/>
              </a:spcAft>
              <a:buSzPts val="1800"/>
              <a:buChar char="•"/>
              <a:defRPr i="0" u="none" cap="none" strike="noStrike"/>
            </a:lvl1pPr>
            <a:lvl2pPr indent="-317500" lvl="1" marL="914400" marR="0" algn="l">
              <a:lnSpc>
                <a:spcPct val="100000"/>
              </a:lnSpc>
              <a:spcBef>
                <a:spcPts val="560"/>
              </a:spcBef>
              <a:spcAft>
                <a:spcPts val="0"/>
              </a:spcAft>
              <a:buSzPts val="1400"/>
              <a:buChar char="–"/>
              <a:defRPr i="0" u="none" cap="none" strike="noStrike"/>
            </a:lvl2pPr>
            <a:lvl3pPr indent="-317500" lvl="2" marL="1371600" marR="0" algn="l">
              <a:lnSpc>
                <a:spcPct val="100000"/>
              </a:lnSpc>
              <a:spcBef>
                <a:spcPts val="480"/>
              </a:spcBef>
              <a:spcAft>
                <a:spcPts val="0"/>
              </a:spcAft>
              <a:buSzPts val="1400"/>
              <a:buChar char="•"/>
              <a:defRPr i="0" u="none" cap="none" strike="noStrike"/>
            </a:lvl3pPr>
            <a:lvl4pPr indent="-317500" lvl="3" marL="1828800" marR="0" algn="l">
              <a:lnSpc>
                <a:spcPct val="100000"/>
              </a:lnSpc>
              <a:spcBef>
                <a:spcPts val="400"/>
              </a:spcBef>
              <a:spcAft>
                <a:spcPts val="0"/>
              </a:spcAft>
              <a:buSzPts val="1400"/>
              <a:buChar char="–"/>
              <a:defRPr i="0" u="none" cap="none" strike="noStrike"/>
            </a:lvl4pPr>
            <a:lvl5pPr indent="-317500" lvl="4" marL="2286000" marR="0" algn="l">
              <a:lnSpc>
                <a:spcPct val="100000"/>
              </a:lnSpc>
              <a:spcBef>
                <a:spcPts val="400"/>
              </a:spcBef>
              <a:spcAft>
                <a:spcPts val="0"/>
              </a:spcAft>
              <a:buSzPts val="1400"/>
              <a:buChar char="»"/>
              <a:defRPr i="0" u="none" cap="none" strike="noStrike"/>
            </a:lvl5pPr>
            <a:lvl6pPr indent="-317500" lvl="5" marL="2743200" marR="0" algn="l">
              <a:lnSpc>
                <a:spcPct val="100000"/>
              </a:lnSpc>
              <a:spcBef>
                <a:spcPts val="400"/>
              </a:spcBef>
              <a:spcAft>
                <a:spcPts val="0"/>
              </a:spcAft>
              <a:buSzPts val="1400"/>
              <a:buChar char="•"/>
              <a:defRPr i="0" u="none" cap="none" strike="noStrike"/>
            </a:lvl6pPr>
            <a:lvl7pPr indent="-317500" lvl="6" marL="3200400" marR="0" algn="l">
              <a:lnSpc>
                <a:spcPct val="100000"/>
              </a:lnSpc>
              <a:spcBef>
                <a:spcPts val="400"/>
              </a:spcBef>
              <a:spcAft>
                <a:spcPts val="0"/>
              </a:spcAft>
              <a:buSzPts val="1400"/>
              <a:buChar char="•"/>
              <a:defRPr i="0" u="none" cap="none" strike="noStrike"/>
            </a:lvl7pPr>
            <a:lvl8pPr indent="-317500" lvl="7" marL="3657600" marR="0" algn="l">
              <a:lnSpc>
                <a:spcPct val="100000"/>
              </a:lnSpc>
              <a:spcBef>
                <a:spcPts val="400"/>
              </a:spcBef>
              <a:spcAft>
                <a:spcPts val="0"/>
              </a:spcAft>
              <a:buSzPts val="1400"/>
              <a:buChar char="•"/>
              <a:defRPr i="0" u="none" cap="none" strike="noStrike"/>
            </a:lvl8pPr>
            <a:lvl9pPr indent="-317500" lvl="8" marL="4114800" marR="0" algn="l">
              <a:lnSpc>
                <a:spcPct val="100000"/>
              </a:lnSpc>
              <a:spcBef>
                <a:spcPts val="400"/>
              </a:spcBef>
              <a:spcAft>
                <a:spcPts val="0"/>
              </a:spcAft>
              <a:buSzPts val="1400"/>
              <a:buChar char="•"/>
              <a:defRPr i="0" u="none" cap="none" strike="noStrike"/>
            </a:lvl9pPr>
          </a:lstStyle>
          <a:p/>
        </p:txBody>
      </p:sp>
      <p:sp>
        <p:nvSpPr>
          <p:cNvPr id="309" name="Google Shape;309;p26"/>
          <p:cNvSpPr txBox="1"/>
          <p:nvPr>
            <p:ph type="title"/>
          </p:nvPr>
        </p:nvSpPr>
        <p:spPr>
          <a:xfrm>
            <a:off x="146550" y="19144"/>
            <a:ext cx="8845200" cy="6366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17365D"/>
              </a:buClr>
              <a:buSzPts val="4400"/>
              <a:buNone/>
              <a:defRPr i="0" sz="4400" u="none" cap="none" strike="noStrike">
                <a:solidFill>
                  <a:srgbClr val="17365D"/>
                </a:solidFil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310" name="Google Shape;310;p26"/>
          <p:cNvSpPr/>
          <p:nvPr/>
        </p:nvSpPr>
        <p:spPr>
          <a:xfrm>
            <a:off x="0" y="655733"/>
            <a:ext cx="9144000" cy="97800"/>
          </a:xfrm>
          <a:prstGeom prst="rect">
            <a:avLst/>
          </a:prstGeom>
          <a:solidFill>
            <a:srgbClr val="17365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1" name="Google Shape;311;p26"/>
          <p:cNvSpPr txBox="1"/>
          <p:nvPr>
            <p:ph idx="12" type="sldNum"/>
          </p:nvPr>
        </p:nvSpPr>
        <p:spPr>
          <a:xfrm>
            <a:off x="9" y="4740476"/>
            <a:ext cx="548700" cy="393600"/>
          </a:xfrm>
          <a:prstGeom prst="rect">
            <a:avLst/>
          </a:prstGeom>
          <a:noFill/>
          <a:ln>
            <a:noFill/>
          </a:ln>
        </p:spPr>
        <p:txBody>
          <a:bodyPr anchorCtr="0" anchor="t" bIns="91425" lIns="91425" spcFirstLastPara="1" rIns="91425" wrap="square" tIns="91425">
            <a:normAutofit/>
          </a:bodyPr>
          <a:lstStyle>
            <a:lvl1pPr indent="0" lvl="0"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3429"/>
              <a:buFont typeface="Arial"/>
              <a:buNone/>
              <a:defRPr b="0" i="0" sz="2400" u="none" cap="none" strike="noStrike">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2" name="Shape 312"/>
        <p:cNvGrpSpPr/>
        <p:nvPr/>
      </p:nvGrpSpPr>
      <p:grpSpPr>
        <a:xfrm>
          <a:off x="0" y="0"/>
          <a:ext cx="0" cy="0"/>
          <a:chOff x="0" y="0"/>
          <a:chExt cx="0" cy="0"/>
        </a:xfrm>
      </p:grpSpPr>
      <p:sp>
        <p:nvSpPr>
          <p:cNvPr id="313" name="Google Shape;313;p2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14" name="Google Shape;314;p2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315" name="Google Shape;315;p2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16" name="Google Shape;316;p27"/>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317" name="Google Shape;317;p2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318" name="Google Shape;318;p27"/>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319" name="Google Shape;319;p27"/>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320" name="Google Shape;320;p2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21" name="Google Shape;321;p27"/>
          <p:cNvSpPr txBox="1"/>
          <p:nvPr>
            <p:ph idx="1" type="subTitle"/>
          </p:nvPr>
        </p:nvSpPr>
        <p:spPr>
          <a:xfrm>
            <a:off x="4747387" y="1872353"/>
            <a:ext cx="3698100" cy="273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322" name="Google Shape;322;p27"/>
          <p:cNvSpPr txBox="1"/>
          <p:nvPr>
            <p:ph idx="2" type="subTitle"/>
          </p:nvPr>
        </p:nvSpPr>
        <p:spPr>
          <a:xfrm>
            <a:off x="726675" y="1872353"/>
            <a:ext cx="3698100" cy="273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323" name="Google Shape;323;p27"/>
          <p:cNvSpPr txBox="1"/>
          <p:nvPr>
            <p:ph idx="3" type="subTitle"/>
          </p:nvPr>
        </p:nvSpPr>
        <p:spPr>
          <a:xfrm>
            <a:off x="726675" y="1313225"/>
            <a:ext cx="3698100" cy="422400"/>
          </a:xfrm>
          <a:prstGeom prst="rect">
            <a:avLst/>
          </a:prstGeom>
          <a:noFill/>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4" name="Google Shape;324;p27"/>
          <p:cNvSpPr txBox="1"/>
          <p:nvPr>
            <p:ph idx="4" type="subTitle"/>
          </p:nvPr>
        </p:nvSpPr>
        <p:spPr>
          <a:xfrm>
            <a:off x="4747375" y="1313225"/>
            <a:ext cx="3698100" cy="422400"/>
          </a:xfrm>
          <a:prstGeom prst="rect">
            <a:avLst/>
          </a:prstGeom>
          <a:noFill/>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5" name="Shape 325"/>
        <p:cNvGrpSpPr/>
        <p:nvPr/>
      </p:nvGrpSpPr>
      <p:grpSpPr>
        <a:xfrm>
          <a:off x="0" y="0"/>
          <a:ext cx="0" cy="0"/>
          <a:chOff x="0" y="0"/>
          <a:chExt cx="0" cy="0"/>
        </a:xfrm>
      </p:grpSpPr>
      <p:sp>
        <p:nvSpPr>
          <p:cNvPr id="326" name="Google Shape;326;p2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27" name="Google Shape;327;p2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328" name="Google Shape;328;p2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29" name="Google Shape;329;p28"/>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330" name="Google Shape;330;p2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331" name="Google Shape;331;p28"/>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332" name="Google Shape;332;p28"/>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333" name="Google Shape;333;p2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334" name="Shape 334"/>
        <p:cNvGrpSpPr/>
        <p:nvPr/>
      </p:nvGrpSpPr>
      <p:grpSpPr>
        <a:xfrm>
          <a:off x="0" y="0"/>
          <a:ext cx="0" cy="0"/>
          <a:chOff x="0" y="0"/>
          <a:chExt cx="0" cy="0"/>
        </a:xfrm>
      </p:grpSpPr>
      <p:sp>
        <p:nvSpPr>
          <p:cNvPr id="335" name="Google Shape;335;p6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60"/>
          <p:cNvSpPr txBox="1"/>
          <p:nvPr>
            <p:ph type="ctrTitle"/>
          </p:nvPr>
        </p:nvSpPr>
        <p:spPr>
          <a:xfrm>
            <a:off x="1609200" y="1424875"/>
            <a:ext cx="5925600" cy="20793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37" name="Google Shape;337;p60"/>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8" name="Shape 338"/>
        <p:cNvGrpSpPr/>
        <p:nvPr/>
      </p:nvGrpSpPr>
      <p:grpSpPr>
        <a:xfrm>
          <a:off x="0" y="0"/>
          <a:ext cx="0" cy="0"/>
          <a:chOff x="0" y="0"/>
          <a:chExt cx="0" cy="0"/>
        </a:xfrm>
      </p:grpSpPr>
      <p:sp>
        <p:nvSpPr>
          <p:cNvPr id="339" name="Google Shape;339;p6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40" name="Google Shape;340;p6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341" name="Google Shape;341;p6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42" name="Google Shape;342;p61"/>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343" name="Google Shape;343;p6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344" name="Google Shape;344;p61"/>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345" name="Google Shape;345;p61"/>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346" name="Google Shape;346;p6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47" name="Google Shape;347;p61"/>
          <p:cNvSpPr txBox="1"/>
          <p:nvPr>
            <p:ph idx="1" type="body"/>
          </p:nvPr>
        </p:nvSpPr>
        <p:spPr>
          <a:xfrm>
            <a:off x="720000" y="1215750"/>
            <a:ext cx="7704000" cy="3233100"/>
          </a:xfrm>
          <a:prstGeom prst="rect">
            <a:avLst/>
          </a:prstGeom>
          <a:noFill/>
          <a:ln>
            <a:noFill/>
          </a:ln>
        </p:spPr>
        <p:txBody>
          <a:bodyPr anchorCtr="0" anchor="t" bIns="91425" lIns="91425" spcFirstLastPara="1" rIns="91425" wrap="square" tIns="91425">
            <a:noAutofit/>
          </a:bodyPr>
          <a:lstStyle>
            <a:lvl1pPr indent="-279400" lvl="0" marL="457200" algn="l">
              <a:lnSpc>
                <a:spcPct val="115000"/>
              </a:lnSpc>
              <a:spcBef>
                <a:spcPts val="0"/>
              </a:spcBef>
              <a:spcAft>
                <a:spcPts val="0"/>
              </a:spcAft>
              <a:buClr>
                <a:schemeClr val="dk2"/>
              </a:buClr>
              <a:buSzPts val="800"/>
              <a:buFont typeface="Nunito Light"/>
              <a:buChar char="●"/>
              <a:defRPr/>
            </a:lvl1pPr>
            <a:lvl2pPr indent="-304800" lvl="1" marL="914400" algn="l">
              <a:lnSpc>
                <a:spcPct val="115000"/>
              </a:lnSpc>
              <a:spcBef>
                <a:spcPts val="0"/>
              </a:spcBef>
              <a:spcAft>
                <a:spcPts val="0"/>
              </a:spcAft>
              <a:buSzPts val="1200"/>
              <a:buFont typeface="Nunito Light"/>
              <a:buChar char="○"/>
              <a:defRPr/>
            </a:lvl2pPr>
            <a:lvl3pPr indent="-304800" lvl="2" marL="1371600" algn="l">
              <a:lnSpc>
                <a:spcPct val="115000"/>
              </a:lnSpc>
              <a:spcBef>
                <a:spcPts val="0"/>
              </a:spcBef>
              <a:spcAft>
                <a:spcPts val="0"/>
              </a:spcAft>
              <a:buClr>
                <a:srgbClr val="FFC800"/>
              </a:buClr>
              <a:buSzPts val="1200"/>
              <a:buFont typeface="Nunito Light"/>
              <a:buChar char="■"/>
              <a:defRPr/>
            </a:lvl3pPr>
            <a:lvl4pPr indent="-304800" lvl="3" marL="1828800" algn="l">
              <a:lnSpc>
                <a:spcPct val="115000"/>
              </a:lnSpc>
              <a:spcBef>
                <a:spcPts val="1600"/>
              </a:spcBef>
              <a:spcAft>
                <a:spcPts val="0"/>
              </a:spcAft>
              <a:buClr>
                <a:srgbClr val="FFC800"/>
              </a:buClr>
              <a:buSzPts val="1200"/>
              <a:buFont typeface="Nunito Light"/>
              <a:buChar char="●"/>
              <a:defRPr/>
            </a:lvl4pPr>
            <a:lvl5pPr indent="-304800" lvl="4" marL="2286000" algn="l">
              <a:lnSpc>
                <a:spcPct val="115000"/>
              </a:lnSpc>
              <a:spcBef>
                <a:spcPts val="1600"/>
              </a:spcBef>
              <a:spcAft>
                <a:spcPts val="0"/>
              </a:spcAft>
              <a:buClr>
                <a:srgbClr val="434343"/>
              </a:buClr>
              <a:buSzPts val="1200"/>
              <a:buFont typeface="Nunito Light"/>
              <a:buChar char="○"/>
              <a:defRPr/>
            </a:lvl5pPr>
            <a:lvl6pPr indent="-304800" lvl="5" marL="2743200" algn="l">
              <a:lnSpc>
                <a:spcPct val="115000"/>
              </a:lnSpc>
              <a:spcBef>
                <a:spcPts val="1600"/>
              </a:spcBef>
              <a:spcAft>
                <a:spcPts val="0"/>
              </a:spcAft>
              <a:buClr>
                <a:srgbClr val="434343"/>
              </a:buClr>
              <a:buSzPts val="1200"/>
              <a:buFont typeface="Nunito Light"/>
              <a:buChar char="■"/>
              <a:defRPr/>
            </a:lvl6pPr>
            <a:lvl7pPr indent="-304800" lvl="6" marL="3200400" algn="l">
              <a:lnSpc>
                <a:spcPct val="115000"/>
              </a:lnSpc>
              <a:spcBef>
                <a:spcPts val="1600"/>
              </a:spcBef>
              <a:spcAft>
                <a:spcPts val="0"/>
              </a:spcAft>
              <a:buClr>
                <a:srgbClr val="434343"/>
              </a:buClr>
              <a:buSzPts val="1200"/>
              <a:buFont typeface="Nunito Light"/>
              <a:buChar char="●"/>
              <a:defRPr/>
            </a:lvl7pPr>
            <a:lvl8pPr indent="-304800" lvl="7" marL="3657600" algn="l">
              <a:lnSpc>
                <a:spcPct val="115000"/>
              </a:lnSpc>
              <a:spcBef>
                <a:spcPts val="1600"/>
              </a:spcBef>
              <a:spcAft>
                <a:spcPts val="0"/>
              </a:spcAft>
              <a:buClr>
                <a:srgbClr val="434343"/>
              </a:buClr>
              <a:buSzPts val="1200"/>
              <a:buFont typeface="Nunito Light"/>
              <a:buChar char="○"/>
              <a:defRPr/>
            </a:lvl8pPr>
            <a:lvl9pPr indent="-304800" lvl="8" marL="4114800" algn="l">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8" name="Shape 348"/>
        <p:cNvGrpSpPr/>
        <p:nvPr/>
      </p:nvGrpSpPr>
      <p:grpSpPr>
        <a:xfrm>
          <a:off x="0" y="0"/>
          <a:ext cx="0" cy="0"/>
          <a:chOff x="0" y="0"/>
          <a:chExt cx="0" cy="0"/>
        </a:xfrm>
      </p:grpSpPr>
      <p:sp>
        <p:nvSpPr>
          <p:cNvPr id="349" name="Google Shape;349;p6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50" name="Google Shape;350;p6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351" name="Google Shape;351;p6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52" name="Google Shape;352;p62"/>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353" name="Google Shape;353;p6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354" name="Google Shape;354;p62"/>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355" name="Google Shape;355;p62"/>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356" name="Google Shape;356;p62"/>
          <p:cNvSpPr txBox="1"/>
          <p:nvPr>
            <p:ph type="title"/>
          </p:nvPr>
        </p:nvSpPr>
        <p:spPr>
          <a:xfrm>
            <a:off x="720000" y="445025"/>
            <a:ext cx="62664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57" name="Google Shape;357;p62"/>
          <p:cNvSpPr txBox="1"/>
          <p:nvPr>
            <p:ph idx="1" type="subTitle"/>
          </p:nvPr>
        </p:nvSpPr>
        <p:spPr>
          <a:xfrm>
            <a:off x="720000" y="1347250"/>
            <a:ext cx="7324500" cy="3173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8" name="Shape 358"/>
        <p:cNvGrpSpPr/>
        <p:nvPr/>
      </p:nvGrpSpPr>
      <p:grpSpPr>
        <a:xfrm>
          <a:off x="0" y="0"/>
          <a:ext cx="0" cy="0"/>
          <a:chOff x="0" y="0"/>
          <a:chExt cx="0" cy="0"/>
        </a:xfrm>
      </p:grpSpPr>
      <p:sp>
        <p:nvSpPr>
          <p:cNvPr id="359" name="Google Shape;359;p6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63"/>
          <p:cNvSpPr txBox="1"/>
          <p:nvPr>
            <p:ph type="title"/>
          </p:nvPr>
        </p:nvSpPr>
        <p:spPr>
          <a:xfrm>
            <a:off x="969825" y="2079259"/>
            <a:ext cx="7204500" cy="8790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cxnSp>
        <p:nvCxnSpPr>
          <p:cNvPr id="361" name="Google Shape;361;p6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362" name="Google Shape;362;p6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63" name="Google Shape;363;p63"/>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364" name="Google Shape;364;p6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365" name="Google Shape;365;p63"/>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366" name="Google Shape;366;p63"/>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7" name="Shape 367"/>
        <p:cNvGrpSpPr/>
        <p:nvPr/>
      </p:nvGrpSpPr>
      <p:grpSpPr>
        <a:xfrm>
          <a:off x="0" y="0"/>
          <a:ext cx="0" cy="0"/>
          <a:chOff x="0" y="0"/>
          <a:chExt cx="0" cy="0"/>
        </a:xfrm>
      </p:grpSpPr>
      <p:sp>
        <p:nvSpPr>
          <p:cNvPr id="368" name="Google Shape;368;p64"/>
          <p:cNvSpPr txBox="1"/>
          <p:nvPr>
            <p:ph type="title"/>
          </p:nvPr>
        </p:nvSpPr>
        <p:spPr>
          <a:xfrm>
            <a:off x="720000" y="1413525"/>
            <a:ext cx="4294800" cy="2095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4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69" name="Google Shape;369;p64"/>
          <p:cNvSpPr txBox="1"/>
          <p:nvPr>
            <p:ph idx="1" type="subTitle"/>
          </p:nvPr>
        </p:nvSpPr>
        <p:spPr>
          <a:xfrm>
            <a:off x="720000" y="3508800"/>
            <a:ext cx="4294800" cy="1004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70" name="Google Shape;370;p6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71" name="Shape 371"/>
        <p:cNvGrpSpPr/>
        <p:nvPr/>
      </p:nvGrpSpPr>
      <p:grpSpPr>
        <a:xfrm>
          <a:off x="0" y="0"/>
          <a:ext cx="0" cy="0"/>
          <a:chOff x="0" y="0"/>
          <a:chExt cx="0" cy="0"/>
        </a:xfrm>
      </p:grpSpPr>
      <p:sp>
        <p:nvSpPr>
          <p:cNvPr id="372" name="Google Shape;372;p65"/>
          <p:cNvSpPr/>
          <p:nvPr>
            <p:ph idx="2" type="pic"/>
          </p:nvPr>
        </p:nvSpPr>
        <p:spPr>
          <a:xfrm>
            <a:off x="0" y="0"/>
            <a:ext cx="9144000" cy="5143500"/>
          </a:xfrm>
          <a:prstGeom prst="rect">
            <a:avLst/>
          </a:prstGeom>
          <a:noFill/>
          <a:ln>
            <a:noFill/>
          </a:ln>
        </p:spPr>
      </p:sp>
      <p:sp>
        <p:nvSpPr>
          <p:cNvPr id="373" name="Google Shape;373;p65"/>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solidFill>
                  <a:schemeClr val="dk2"/>
                </a:solidFill>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74" name="Shape 374"/>
        <p:cNvGrpSpPr/>
        <p:nvPr/>
      </p:nvGrpSpPr>
      <p:grpSpPr>
        <a:xfrm>
          <a:off x="0" y="0"/>
          <a:ext cx="0" cy="0"/>
          <a:chOff x="0" y="0"/>
          <a:chExt cx="0" cy="0"/>
        </a:xfrm>
      </p:grpSpPr>
      <p:sp>
        <p:nvSpPr>
          <p:cNvPr id="375" name="Google Shape;375;p6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76" name="Google Shape;376;p6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377" name="Google Shape;377;p6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78" name="Google Shape;378;p66"/>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379" name="Google Shape;379;p6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380" name="Google Shape;380;p66"/>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381" name="Google Shape;381;p66"/>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382" name="Google Shape;382;p66"/>
          <p:cNvSpPr txBox="1"/>
          <p:nvPr>
            <p:ph hasCustomPrompt="1" type="title"/>
          </p:nvPr>
        </p:nvSpPr>
        <p:spPr>
          <a:xfrm>
            <a:off x="1284000" y="1429725"/>
            <a:ext cx="6576000" cy="140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9600"/>
              <a:buNone/>
              <a:defRPr sz="6000">
                <a:solidFill>
                  <a:schemeClr val="dk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383" name="Google Shape;383;p66"/>
          <p:cNvSpPr txBox="1"/>
          <p:nvPr>
            <p:ph idx="1" type="subTitle"/>
          </p:nvPr>
        </p:nvSpPr>
        <p:spPr>
          <a:xfrm>
            <a:off x="1284000" y="2985500"/>
            <a:ext cx="6576000" cy="497100"/>
          </a:xfrm>
          <a:prstGeom prst="rect">
            <a:avLst/>
          </a:prstGeom>
          <a:noFill/>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384" name="Shape 384"/>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85" name="Shape 385"/>
        <p:cNvGrpSpPr/>
        <p:nvPr/>
      </p:nvGrpSpPr>
      <p:grpSpPr>
        <a:xfrm>
          <a:off x="0" y="0"/>
          <a:ext cx="0" cy="0"/>
          <a:chOff x="0" y="0"/>
          <a:chExt cx="0" cy="0"/>
        </a:xfrm>
      </p:grpSpPr>
      <p:sp>
        <p:nvSpPr>
          <p:cNvPr id="386" name="Google Shape;386;p6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6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88" name="Google Shape;388;p68"/>
          <p:cNvSpPr txBox="1"/>
          <p:nvPr>
            <p:ph idx="1" type="subTitle"/>
          </p:nvPr>
        </p:nvSpPr>
        <p:spPr>
          <a:xfrm>
            <a:off x="713225" y="20181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89" name="Google Shape;389;p68"/>
          <p:cNvSpPr txBox="1"/>
          <p:nvPr>
            <p:ph idx="2" type="subTitle"/>
          </p:nvPr>
        </p:nvSpPr>
        <p:spPr>
          <a:xfrm>
            <a:off x="713225" y="3870728"/>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90" name="Google Shape;390;p68"/>
          <p:cNvSpPr txBox="1"/>
          <p:nvPr>
            <p:ph idx="3" type="subTitle"/>
          </p:nvPr>
        </p:nvSpPr>
        <p:spPr>
          <a:xfrm>
            <a:off x="3359125" y="38707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91" name="Google Shape;391;p68"/>
          <p:cNvSpPr txBox="1"/>
          <p:nvPr>
            <p:ph idx="4" type="subTitle"/>
          </p:nvPr>
        </p:nvSpPr>
        <p:spPr>
          <a:xfrm>
            <a:off x="3359125" y="20180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92" name="Google Shape;392;p68"/>
          <p:cNvSpPr txBox="1"/>
          <p:nvPr>
            <p:ph idx="5" type="title"/>
          </p:nvPr>
        </p:nvSpPr>
        <p:spPr>
          <a:xfrm>
            <a:off x="713225" y="1141288"/>
            <a:ext cx="656100" cy="4380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93" name="Google Shape;393;p68"/>
          <p:cNvSpPr txBox="1"/>
          <p:nvPr>
            <p:ph idx="6" type="title"/>
          </p:nvPr>
        </p:nvSpPr>
        <p:spPr>
          <a:xfrm>
            <a:off x="3359125" y="2994063"/>
            <a:ext cx="656100" cy="4389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94" name="Google Shape;394;p68"/>
          <p:cNvSpPr txBox="1"/>
          <p:nvPr>
            <p:ph idx="7" type="title"/>
          </p:nvPr>
        </p:nvSpPr>
        <p:spPr>
          <a:xfrm>
            <a:off x="713225" y="2994063"/>
            <a:ext cx="656100" cy="4389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95" name="Google Shape;395;p68"/>
          <p:cNvSpPr txBox="1"/>
          <p:nvPr>
            <p:ph idx="8" type="title"/>
          </p:nvPr>
        </p:nvSpPr>
        <p:spPr>
          <a:xfrm>
            <a:off x="3359125" y="1142055"/>
            <a:ext cx="656100" cy="4380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96" name="Google Shape;396;p68"/>
          <p:cNvSpPr txBox="1"/>
          <p:nvPr>
            <p:ph idx="9" type="subTitle"/>
          </p:nvPr>
        </p:nvSpPr>
        <p:spPr>
          <a:xfrm>
            <a:off x="5997638" y="38707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97" name="Google Shape;397;p68"/>
          <p:cNvSpPr txBox="1"/>
          <p:nvPr>
            <p:ph idx="13" type="subTitle"/>
          </p:nvPr>
        </p:nvSpPr>
        <p:spPr>
          <a:xfrm>
            <a:off x="5997638" y="20180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98" name="Google Shape;398;p68"/>
          <p:cNvSpPr txBox="1"/>
          <p:nvPr>
            <p:ph idx="14" type="title"/>
          </p:nvPr>
        </p:nvSpPr>
        <p:spPr>
          <a:xfrm>
            <a:off x="5997638" y="2994063"/>
            <a:ext cx="656100" cy="4389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99" name="Google Shape;399;p68"/>
          <p:cNvSpPr txBox="1"/>
          <p:nvPr>
            <p:ph idx="15" type="title"/>
          </p:nvPr>
        </p:nvSpPr>
        <p:spPr>
          <a:xfrm>
            <a:off x="5997638" y="1142055"/>
            <a:ext cx="656100" cy="4380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00" name="Google Shape;400;p68"/>
          <p:cNvSpPr txBox="1"/>
          <p:nvPr>
            <p:ph idx="16" type="subTitle"/>
          </p:nvPr>
        </p:nvSpPr>
        <p:spPr>
          <a:xfrm>
            <a:off x="713225" y="1594575"/>
            <a:ext cx="2423100" cy="438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01" name="Google Shape;401;p68"/>
          <p:cNvSpPr txBox="1"/>
          <p:nvPr>
            <p:ph idx="17" type="subTitle"/>
          </p:nvPr>
        </p:nvSpPr>
        <p:spPr>
          <a:xfrm>
            <a:off x="713225" y="3447136"/>
            <a:ext cx="2423100" cy="428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02" name="Google Shape;402;p68"/>
          <p:cNvSpPr txBox="1"/>
          <p:nvPr>
            <p:ph idx="18" type="subTitle"/>
          </p:nvPr>
        </p:nvSpPr>
        <p:spPr>
          <a:xfrm>
            <a:off x="3359125" y="3447125"/>
            <a:ext cx="2423100" cy="428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03" name="Google Shape;403;p68"/>
          <p:cNvSpPr txBox="1"/>
          <p:nvPr>
            <p:ph idx="19" type="subTitle"/>
          </p:nvPr>
        </p:nvSpPr>
        <p:spPr>
          <a:xfrm>
            <a:off x="3359125" y="1594575"/>
            <a:ext cx="2423100" cy="438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04" name="Google Shape;404;p68"/>
          <p:cNvSpPr txBox="1"/>
          <p:nvPr>
            <p:ph idx="20" type="subTitle"/>
          </p:nvPr>
        </p:nvSpPr>
        <p:spPr>
          <a:xfrm>
            <a:off x="5997638" y="3447125"/>
            <a:ext cx="2423100" cy="428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05" name="Google Shape;405;p68"/>
          <p:cNvSpPr txBox="1"/>
          <p:nvPr>
            <p:ph idx="21" type="subTitle"/>
          </p:nvPr>
        </p:nvSpPr>
        <p:spPr>
          <a:xfrm>
            <a:off x="5997638" y="1594575"/>
            <a:ext cx="2423100" cy="438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406" name="Google Shape;406;p6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407" name="Google Shape;407;p6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08" name="Google Shape;408;p68"/>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409" name="Google Shape;409;p6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410" name="Google Shape;410;p68"/>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411" name="Google Shape;411;p68"/>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412" name="Shape 412"/>
        <p:cNvGrpSpPr/>
        <p:nvPr/>
      </p:nvGrpSpPr>
      <p:grpSpPr>
        <a:xfrm>
          <a:off x="0" y="0"/>
          <a:ext cx="0" cy="0"/>
          <a:chOff x="0" y="0"/>
          <a:chExt cx="0" cy="0"/>
        </a:xfrm>
      </p:grpSpPr>
      <p:sp>
        <p:nvSpPr>
          <p:cNvPr id="413" name="Google Shape;413;p6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14" name="Google Shape;414;p6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415" name="Google Shape;415;p6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16" name="Google Shape;416;p69"/>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417" name="Google Shape;417;p6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418" name="Google Shape;418;p69"/>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419" name="Google Shape;419;p69"/>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420" name="Google Shape;420;p69"/>
          <p:cNvSpPr txBox="1"/>
          <p:nvPr>
            <p:ph type="title"/>
          </p:nvPr>
        </p:nvSpPr>
        <p:spPr>
          <a:xfrm>
            <a:off x="969900" y="3387600"/>
            <a:ext cx="7204200" cy="531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421" name="Google Shape;421;p69"/>
          <p:cNvSpPr txBox="1"/>
          <p:nvPr>
            <p:ph idx="1" type="subTitle"/>
          </p:nvPr>
        </p:nvSpPr>
        <p:spPr>
          <a:xfrm>
            <a:off x="969900" y="1312625"/>
            <a:ext cx="7204200" cy="14784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422" name="Shape 422"/>
        <p:cNvGrpSpPr/>
        <p:nvPr/>
      </p:nvGrpSpPr>
      <p:grpSpPr>
        <a:xfrm>
          <a:off x="0" y="0"/>
          <a:ext cx="0" cy="0"/>
          <a:chOff x="0" y="0"/>
          <a:chExt cx="0" cy="0"/>
        </a:xfrm>
      </p:grpSpPr>
      <p:sp>
        <p:nvSpPr>
          <p:cNvPr id="423" name="Google Shape;423;p7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24" name="Google Shape;424;p7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425" name="Google Shape;425;p7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26" name="Google Shape;426;p70"/>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427" name="Google Shape;427;p7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428" name="Google Shape;428;p70"/>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429" name="Google Shape;429;p70"/>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430" name="Google Shape;430;p70"/>
          <p:cNvSpPr txBox="1"/>
          <p:nvPr>
            <p:ph type="title"/>
          </p:nvPr>
        </p:nvSpPr>
        <p:spPr>
          <a:xfrm>
            <a:off x="720000" y="1148563"/>
            <a:ext cx="3944700" cy="160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31" name="Google Shape;431;p70"/>
          <p:cNvSpPr txBox="1"/>
          <p:nvPr>
            <p:ph idx="1" type="subTitle"/>
          </p:nvPr>
        </p:nvSpPr>
        <p:spPr>
          <a:xfrm>
            <a:off x="720000" y="2878638"/>
            <a:ext cx="3944700" cy="111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32" name="Google Shape;432;p70"/>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433" name="Shape 433"/>
        <p:cNvGrpSpPr/>
        <p:nvPr/>
      </p:nvGrpSpPr>
      <p:grpSpPr>
        <a:xfrm>
          <a:off x="0" y="0"/>
          <a:ext cx="0" cy="0"/>
          <a:chOff x="0" y="0"/>
          <a:chExt cx="0" cy="0"/>
        </a:xfrm>
      </p:grpSpPr>
      <p:sp>
        <p:nvSpPr>
          <p:cNvPr id="434" name="Google Shape;434;p7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35" name="Google Shape;435;p7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436" name="Google Shape;436;p7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37" name="Google Shape;437;p71"/>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438" name="Google Shape;438;p7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439" name="Google Shape;439;p71"/>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440" name="Google Shape;440;p71"/>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441" name="Google Shape;441;p71"/>
          <p:cNvSpPr txBox="1"/>
          <p:nvPr>
            <p:ph type="title"/>
          </p:nvPr>
        </p:nvSpPr>
        <p:spPr>
          <a:xfrm>
            <a:off x="720000" y="1568400"/>
            <a:ext cx="2891400" cy="700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42" name="Google Shape;442;p71"/>
          <p:cNvSpPr txBox="1"/>
          <p:nvPr>
            <p:ph idx="1" type="subTitle"/>
          </p:nvPr>
        </p:nvSpPr>
        <p:spPr>
          <a:xfrm>
            <a:off x="720000" y="2268888"/>
            <a:ext cx="2891400" cy="1306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43" name="Shape 443"/>
        <p:cNvGrpSpPr/>
        <p:nvPr/>
      </p:nvGrpSpPr>
      <p:grpSpPr>
        <a:xfrm>
          <a:off x="0" y="0"/>
          <a:ext cx="0" cy="0"/>
          <a:chOff x="0" y="0"/>
          <a:chExt cx="0" cy="0"/>
        </a:xfrm>
      </p:grpSpPr>
      <p:sp>
        <p:nvSpPr>
          <p:cNvPr id="444" name="Google Shape;444;p7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5" name="Google Shape;445;p7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446" name="Google Shape;446;p7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7" name="Google Shape;447;p72"/>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448" name="Google Shape;448;p7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449" name="Google Shape;449;p72"/>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450" name="Google Shape;450;p72"/>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451" name="Google Shape;451;p7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52" name="Google Shape;452;p72"/>
          <p:cNvSpPr txBox="1"/>
          <p:nvPr>
            <p:ph idx="1" type="subTitle"/>
          </p:nvPr>
        </p:nvSpPr>
        <p:spPr>
          <a:xfrm>
            <a:off x="937625" y="30712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53" name="Google Shape;453;p72"/>
          <p:cNvSpPr txBox="1"/>
          <p:nvPr>
            <p:ph idx="2" type="subTitle"/>
          </p:nvPr>
        </p:nvSpPr>
        <p:spPr>
          <a:xfrm>
            <a:off x="3484346" y="30712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54" name="Google Shape;454;p72"/>
          <p:cNvSpPr txBox="1"/>
          <p:nvPr>
            <p:ph idx="3" type="subTitle"/>
          </p:nvPr>
        </p:nvSpPr>
        <p:spPr>
          <a:xfrm>
            <a:off x="6031074" y="30712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55" name="Google Shape;455;p72"/>
          <p:cNvSpPr txBox="1"/>
          <p:nvPr>
            <p:ph idx="4" type="subTitle"/>
          </p:nvPr>
        </p:nvSpPr>
        <p:spPr>
          <a:xfrm>
            <a:off x="937625" y="2690250"/>
            <a:ext cx="2175300" cy="36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456" name="Google Shape;456;p72"/>
          <p:cNvSpPr txBox="1"/>
          <p:nvPr>
            <p:ph idx="5" type="subTitle"/>
          </p:nvPr>
        </p:nvSpPr>
        <p:spPr>
          <a:xfrm>
            <a:off x="3484347" y="2690250"/>
            <a:ext cx="2175300" cy="36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457" name="Google Shape;457;p72"/>
          <p:cNvSpPr txBox="1"/>
          <p:nvPr>
            <p:ph idx="6" type="subTitle"/>
          </p:nvPr>
        </p:nvSpPr>
        <p:spPr>
          <a:xfrm>
            <a:off x="6031075" y="2690250"/>
            <a:ext cx="2175300" cy="36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458" name="Shape 458"/>
        <p:cNvGrpSpPr/>
        <p:nvPr/>
      </p:nvGrpSpPr>
      <p:grpSpPr>
        <a:xfrm>
          <a:off x="0" y="0"/>
          <a:ext cx="0" cy="0"/>
          <a:chOff x="0" y="0"/>
          <a:chExt cx="0" cy="0"/>
        </a:xfrm>
      </p:grpSpPr>
      <p:sp>
        <p:nvSpPr>
          <p:cNvPr id="459" name="Google Shape;459;p7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60" name="Google Shape;460;p7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461" name="Google Shape;461;p7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62" name="Google Shape;462;p73"/>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463" name="Google Shape;463;p7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464" name="Google Shape;464;p73"/>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465" name="Google Shape;465;p73"/>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466" name="Google Shape;466;p7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67" name="Google Shape;467;p73"/>
          <p:cNvSpPr txBox="1"/>
          <p:nvPr>
            <p:ph idx="1" type="subTitle"/>
          </p:nvPr>
        </p:nvSpPr>
        <p:spPr>
          <a:xfrm>
            <a:off x="1381625" y="1718025"/>
            <a:ext cx="70425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468" name="Google Shape;468;p73"/>
          <p:cNvSpPr txBox="1"/>
          <p:nvPr>
            <p:ph idx="2" type="subTitle"/>
          </p:nvPr>
        </p:nvSpPr>
        <p:spPr>
          <a:xfrm>
            <a:off x="1381635" y="2861025"/>
            <a:ext cx="70425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469" name="Google Shape;469;p73"/>
          <p:cNvSpPr txBox="1"/>
          <p:nvPr>
            <p:ph idx="3" type="subTitle"/>
          </p:nvPr>
        </p:nvSpPr>
        <p:spPr>
          <a:xfrm>
            <a:off x="1381635" y="4004025"/>
            <a:ext cx="70425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470" name="Google Shape;470;p73"/>
          <p:cNvSpPr txBox="1"/>
          <p:nvPr>
            <p:ph idx="4" type="subTitle"/>
          </p:nvPr>
        </p:nvSpPr>
        <p:spPr>
          <a:xfrm>
            <a:off x="1381625" y="1406025"/>
            <a:ext cx="7042500" cy="33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l">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l">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l">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l">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l">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l">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l">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471" name="Google Shape;471;p73"/>
          <p:cNvSpPr txBox="1"/>
          <p:nvPr>
            <p:ph idx="5" type="subTitle"/>
          </p:nvPr>
        </p:nvSpPr>
        <p:spPr>
          <a:xfrm>
            <a:off x="1381625" y="2526575"/>
            <a:ext cx="7042500" cy="33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l">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l">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l">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l">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l">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l">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l">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472" name="Google Shape;472;p73"/>
          <p:cNvSpPr txBox="1"/>
          <p:nvPr>
            <p:ph idx="6" type="subTitle"/>
          </p:nvPr>
        </p:nvSpPr>
        <p:spPr>
          <a:xfrm>
            <a:off x="1381625" y="3647125"/>
            <a:ext cx="7042500" cy="33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l">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l">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l">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l">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l">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l">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l">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73" name="Shape 473"/>
        <p:cNvGrpSpPr/>
        <p:nvPr/>
      </p:nvGrpSpPr>
      <p:grpSpPr>
        <a:xfrm>
          <a:off x="0" y="0"/>
          <a:ext cx="0" cy="0"/>
          <a:chOff x="0" y="0"/>
          <a:chExt cx="0" cy="0"/>
        </a:xfrm>
      </p:grpSpPr>
      <p:sp>
        <p:nvSpPr>
          <p:cNvPr id="474" name="Google Shape;474;p7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5" name="Google Shape;475;p7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476" name="Google Shape;476;p7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7" name="Google Shape;477;p74"/>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478" name="Google Shape;478;p7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479" name="Google Shape;479;p74"/>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480" name="Google Shape;480;p74"/>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481" name="Google Shape;481;p7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82" name="Google Shape;482;p74"/>
          <p:cNvSpPr txBox="1"/>
          <p:nvPr>
            <p:ph idx="1" type="subTitle"/>
          </p:nvPr>
        </p:nvSpPr>
        <p:spPr>
          <a:xfrm>
            <a:off x="1545775" y="1975263"/>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83" name="Google Shape;483;p74"/>
          <p:cNvSpPr txBox="1"/>
          <p:nvPr>
            <p:ph idx="2" type="subTitle"/>
          </p:nvPr>
        </p:nvSpPr>
        <p:spPr>
          <a:xfrm>
            <a:off x="5041325" y="1975263"/>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84" name="Google Shape;484;p74"/>
          <p:cNvSpPr txBox="1"/>
          <p:nvPr>
            <p:ph idx="3" type="subTitle"/>
          </p:nvPr>
        </p:nvSpPr>
        <p:spPr>
          <a:xfrm>
            <a:off x="1545775" y="3691500"/>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85" name="Google Shape;485;p74"/>
          <p:cNvSpPr txBox="1"/>
          <p:nvPr>
            <p:ph idx="4" type="subTitle"/>
          </p:nvPr>
        </p:nvSpPr>
        <p:spPr>
          <a:xfrm>
            <a:off x="5041325" y="3691500"/>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86" name="Google Shape;486;p74"/>
          <p:cNvSpPr txBox="1"/>
          <p:nvPr>
            <p:ph idx="5" type="subTitle"/>
          </p:nvPr>
        </p:nvSpPr>
        <p:spPr>
          <a:xfrm>
            <a:off x="1545775" y="1670463"/>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87" name="Google Shape;487;p74"/>
          <p:cNvSpPr txBox="1"/>
          <p:nvPr>
            <p:ph idx="6" type="subTitle"/>
          </p:nvPr>
        </p:nvSpPr>
        <p:spPr>
          <a:xfrm>
            <a:off x="5041325" y="1670463"/>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88" name="Google Shape;488;p74"/>
          <p:cNvSpPr txBox="1"/>
          <p:nvPr>
            <p:ph idx="7" type="subTitle"/>
          </p:nvPr>
        </p:nvSpPr>
        <p:spPr>
          <a:xfrm>
            <a:off x="1545775" y="3386700"/>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89" name="Google Shape;489;p74"/>
          <p:cNvSpPr txBox="1"/>
          <p:nvPr>
            <p:ph idx="8" type="subTitle"/>
          </p:nvPr>
        </p:nvSpPr>
        <p:spPr>
          <a:xfrm>
            <a:off x="5041325" y="3386700"/>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490" name="Shape 490"/>
        <p:cNvGrpSpPr/>
        <p:nvPr/>
      </p:nvGrpSpPr>
      <p:grpSpPr>
        <a:xfrm>
          <a:off x="0" y="0"/>
          <a:ext cx="0" cy="0"/>
          <a:chOff x="0" y="0"/>
          <a:chExt cx="0" cy="0"/>
        </a:xfrm>
      </p:grpSpPr>
      <p:sp>
        <p:nvSpPr>
          <p:cNvPr id="491" name="Google Shape;491;p7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92" name="Google Shape;492;p7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493" name="Google Shape;493;p7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94" name="Google Shape;494;p75"/>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495" name="Google Shape;495;p7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496" name="Google Shape;496;p75"/>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497" name="Google Shape;497;p75"/>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498" name="Google Shape;498;p7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99" name="Google Shape;499;p75"/>
          <p:cNvSpPr txBox="1"/>
          <p:nvPr>
            <p:ph idx="1" type="subTitle"/>
          </p:nvPr>
        </p:nvSpPr>
        <p:spPr>
          <a:xfrm>
            <a:off x="903950" y="2149201"/>
            <a:ext cx="2191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00" name="Google Shape;500;p75"/>
          <p:cNvSpPr txBox="1"/>
          <p:nvPr>
            <p:ph idx="2" type="subTitle"/>
          </p:nvPr>
        </p:nvSpPr>
        <p:spPr>
          <a:xfrm>
            <a:off x="3478550" y="2149201"/>
            <a:ext cx="21825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01" name="Google Shape;501;p75"/>
          <p:cNvSpPr txBox="1"/>
          <p:nvPr>
            <p:ph idx="3" type="subTitle"/>
          </p:nvPr>
        </p:nvSpPr>
        <p:spPr>
          <a:xfrm>
            <a:off x="903950" y="3579425"/>
            <a:ext cx="2191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02" name="Google Shape;502;p75"/>
          <p:cNvSpPr txBox="1"/>
          <p:nvPr>
            <p:ph idx="4" type="subTitle"/>
          </p:nvPr>
        </p:nvSpPr>
        <p:spPr>
          <a:xfrm>
            <a:off x="3478550" y="3579425"/>
            <a:ext cx="21825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03" name="Google Shape;503;p75"/>
          <p:cNvSpPr txBox="1"/>
          <p:nvPr>
            <p:ph idx="5" type="subTitle"/>
          </p:nvPr>
        </p:nvSpPr>
        <p:spPr>
          <a:xfrm>
            <a:off x="6048850" y="2149201"/>
            <a:ext cx="2199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04" name="Google Shape;504;p75"/>
          <p:cNvSpPr txBox="1"/>
          <p:nvPr>
            <p:ph idx="6" type="subTitle"/>
          </p:nvPr>
        </p:nvSpPr>
        <p:spPr>
          <a:xfrm>
            <a:off x="6048850" y="3579425"/>
            <a:ext cx="2199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05" name="Google Shape;505;p75"/>
          <p:cNvSpPr txBox="1"/>
          <p:nvPr>
            <p:ph idx="7" type="subTitle"/>
          </p:nvPr>
        </p:nvSpPr>
        <p:spPr>
          <a:xfrm>
            <a:off x="908250" y="1656600"/>
            <a:ext cx="21825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06" name="Google Shape;506;p75"/>
          <p:cNvSpPr txBox="1"/>
          <p:nvPr>
            <p:ph idx="8" type="subTitle"/>
          </p:nvPr>
        </p:nvSpPr>
        <p:spPr>
          <a:xfrm>
            <a:off x="3482836" y="1656600"/>
            <a:ext cx="21738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07" name="Google Shape;507;p75"/>
          <p:cNvSpPr txBox="1"/>
          <p:nvPr>
            <p:ph idx="9" type="subTitle"/>
          </p:nvPr>
        </p:nvSpPr>
        <p:spPr>
          <a:xfrm>
            <a:off x="6053173" y="1656600"/>
            <a:ext cx="21912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08" name="Google Shape;508;p75"/>
          <p:cNvSpPr txBox="1"/>
          <p:nvPr>
            <p:ph idx="13" type="subTitle"/>
          </p:nvPr>
        </p:nvSpPr>
        <p:spPr>
          <a:xfrm>
            <a:off x="908250" y="3086800"/>
            <a:ext cx="21825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09" name="Google Shape;509;p75"/>
          <p:cNvSpPr txBox="1"/>
          <p:nvPr>
            <p:ph idx="14" type="subTitle"/>
          </p:nvPr>
        </p:nvSpPr>
        <p:spPr>
          <a:xfrm>
            <a:off x="3482836" y="3086800"/>
            <a:ext cx="21738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10" name="Google Shape;510;p75"/>
          <p:cNvSpPr txBox="1"/>
          <p:nvPr>
            <p:ph idx="15" type="subTitle"/>
          </p:nvPr>
        </p:nvSpPr>
        <p:spPr>
          <a:xfrm>
            <a:off x="6053173" y="3086800"/>
            <a:ext cx="21912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511" name="Shape 511"/>
        <p:cNvGrpSpPr/>
        <p:nvPr/>
      </p:nvGrpSpPr>
      <p:grpSpPr>
        <a:xfrm>
          <a:off x="0" y="0"/>
          <a:ext cx="0" cy="0"/>
          <a:chOff x="0" y="0"/>
          <a:chExt cx="0" cy="0"/>
        </a:xfrm>
      </p:grpSpPr>
      <p:sp>
        <p:nvSpPr>
          <p:cNvPr id="512" name="Google Shape;512;p7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13" name="Google Shape;513;p7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514" name="Google Shape;514;p7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15" name="Google Shape;515;p76"/>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516" name="Google Shape;516;p7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517" name="Google Shape;517;p76"/>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518" name="Google Shape;518;p76"/>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519" name="Google Shape;519;p76"/>
          <p:cNvSpPr txBox="1"/>
          <p:nvPr>
            <p:ph type="title"/>
          </p:nvPr>
        </p:nvSpPr>
        <p:spPr>
          <a:xfrm>
            <a:off x="2223600" y="552112"/>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520" name="Google Shape;520;p76"/>
          <p:cNvSpPr txBox="1"/>
          <p:nvPr>
            <p:ph idx="1" type="subTitle"/>
          </p:nvPr>
        </p:nvSpPr>
        <p:spPr>
          <a:xfrm>
            <a:off x="2223600" y="1364275"/>
            <a:ext cx="4696800" cy="428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521" name="Google Shape;521;p76"/>
          <p:cNvSpPr txBox="1"/>
          <p:nvPr>
            <p:ph idx="2" type="title"/>
          </p:nvPr>
        </p:nvSpPr>
        <p:spPr>
          <a:xfrm>
            <a:off x="2223600" y="1904368"/>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522" name="Google Shape;522;p76"/>
          <p:cNvSpPr txBox="1"/>
          <p:nvPr>
            <p:ph idx="3" type="subTitle"/>
          </p:nvPr>
        </p:nvSpPr>
        <p:spPr>
          <a:xfrm>
            <a:off x="2223600" y="2716527"/>
            <a:ext cx="4696800" cy="446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523" name="Google Shape;523;p76"/>
          <p:cNvSpPr txBox="1"/>
          <p:nvPr>
            <p:ph idx="4" type="title"/>
          </p:nvPr>
        </p:nvSpPr>
        <p:spPr>
          <a:xfrm>
            <a:off x="2223600" y="3256624"/>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524" name="Google Shape;524;p76"/>
          <p:cNvSpPr txBox="1"/>
          <p:nvPr>
            <p:ph idx="5" type="subTitle"/>
          </p:nvPr>
        </p:nvSpPr>
        <p:spPr>
          <a:xfrm>
            <a:off x="2223600" y="4068797"/>
            <a:ext cx="4696800" cy="446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25" name="Shape 525"/>
        <p:cNvGrpSpPr/>
        <p:nvPr/>
      </p:nvGrpSpPr>
      <p:grpSpPr>
        <a:xfrm>
          <a:off x="0" y="0"/>
          <a:ext cx="0" cy="0"/>
          <a:chOff x="0" y="0"/>
          <a:chExt cx="0" cy="0"/>
        </a:xfrm>
      </p:grpSpPr>
      <p:sp>
        <p:nvSpPr>
          <p:cNvPr id="526" name="Google Shape;526;p7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77"/>
          <p:cNvSpPr txBox="1"/>
          <p:nvPr>
            <p:ph type="title"/>
          </p:nvPr>
        </p:nvSpPr>
        <p:spPr>
          <a:xfrm>
            <a:off x="2347938" y="540000"/>
            <a:ext cx="4448100" cy="105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75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28" name="Google Shape;528;p77"/>
          <p:cNvSpPr txBox="1"/>
          <p:nvPr>
            <p:ph idx="1" type="subTitle"/>
          </p:nvPr>
        </p:nvSpPr>
        <p:spPr>
          <a:xfrm>
            <a:off x="2347900" y="1717825"/>
            <a:ext cx="4448100" cy="12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29" name="Google Shape;529;p77"/>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200"/>
              <a:buFont typeface="Arial"/>
              <a:buNone/>
            </a:pPr>
            <a:r>
              <a:rPr b="0" i="0" lang="en" sz="1200" u="none" cap="none" strike="noStrike">
                <a:solidFill>
                  <a:schemeClr val="dk1"/>
                </a:solidFill>
                <a:latin typeface="Mulish"/>
                <a:ea typeface="Mulish"/>
                <a:cs typeface="Mulish"/>
                <a:sym typeface="Mulish"/>
              </a:rPr>
              <a:t>CREDITS: This presentation template was created by </a:t>
            </a:r>
            <a:r>
              <a:rPr b="1" i="0" lang="en" sz="1200" u="sng" cap="none" strike="noStrike">
                <a:solidFill>
                  <a:schemeClr val="dk1"/>
                </a:solidFill>
                <a:latin typeface="Mulish"/>
                <a:ea typeface="Mulish"/>
                <a:cs typeface="Mulish"/>
                <a:sym typeface="Mulish"/>
                <a:hlinkClick r:id="rId2">
                  <a:extLst>
                    <a:ext uri="{A12FA001-AC4F-418D-AE19-62706E023703}">
                      <ahyp:hlinkClr val="tx"/>
                    </a:ext>
                  </a:extLst>
                </a:hlinkClick>
              </a:rPr>
              <a:t>Slidesgo</a:t>
            </a:r>
            <a:r>
              <a:rPr b="1" i="0" lang="en" sz="1200" u="none" cap="none" strike="noStrike">
                <a:solidFill>
                  <a:schemeClr val="dk1"/>
                </a:solidFill>
                <a:latin typeface="Mulish"/>
                <a:ea typeface="Mulish"/>
                <a:cs typeface="Mulish"/>
                <a:sym typeface="Mulish"/>
              </a:rPr>
              <a:t>,</a:t>
            </a:r>
            <a:r>
              <a:rPr b="0" i="0" lang="en" sz="1200" u="none" cap="none" strike="noStrike">
                <a:solidFill>
                  <a:schemeClr val="dk1"/>
                </a:solidFill>
                <a:latin typeface="Mulish"/>
                <a:ea typeface="Mulish"/>
                <a:cs typeface="Mulish"/>
                <a:sym typeface="Mulish"/>
              </a:rPr>
              <a:t> and includes icons by</a:t>
            </a:r>
            <a:r>
              <a:rPr b="1" i="0" lang="en" sz="1200" u="none" cap="none" strike="noStrike">
                <a:solidFill>
                  <a:schemeClr val="dk1"/>
                </a:solidFill>
                <a:latin typeface="Mulish"/>
                <a:ea typeface="Mulish"/>
                <a:cs typeface="Mulish"/>
                <a:sym typeface="Mulish"/>
              </a:rPr>
              <a:t> </a:t>
            </a:r>
            <a:r>
              <a:rPr b="1" i="0" lang="en" sz="1200" u="sng" cap="none" strike="noStrike">
                <a:solidFill>
                  <a:schemeClr val="dk1"/>
                </a:solidFill>
                <a:latin typeface="Mulish"/>
                <a:ea typeface="Mulish"/>
                <a:cs typeface="Mulish"/>
                <a:sym typeface="Mulish"/>
                <a:hlinkClick r:id="rId3">
                  <a:extLst>
                    <a:ext uri="{A12FA001-AC4F-418D-AE19-62706E023703}">
                      <ahyp:hlinkClr val="tx"/>
                    </a:ext>
                  </a:extLst>
                </a:hlinkClick>
              </a:rPr>
              <a:t>Flaticon</a:t>
            </a:r>
            <a:r>
              <a:rPr b="1" i="0" lang="en" sz="1200" u="none" cap="none" strike="noStrike">
                <a:solidFill>
                  <a:schemeClr val="dk1"/>
                </a:solidFill>
                <a:latin typeface="Mulish"/>
                <a:ea typeface="Mulish"/>
                <a:cs typeface="Mulish"/>
                <a:sym typeface="Mulish"/>
              </a:rPr>
              <a:t>,</a:t>
            </a:r>
            <a:r>
              <a:rPr b="0" i="0" lang="en" sz="1200" u="none" cap="none" strike="noStrike">
                <a:solidFill>
                  <a:schemeClr val="dk1"/>
                </a:solidFill>
                <a:latin typeface="Mulish"/>
                <a:ea typeface="Mulish"/>
                <a:cs typeface="Mulish"/>
                <a:sym typeface="Mulish"/>
              </a:rPr>
              <a:t> and infographics &amp; images by </a:t>
            </a:r>
            <a:r>
              <a:rPr b="1" i="0" lang="en" sz="1200" u="sng" cap="none" strike="noStrike">
                <a:solidFill>
                  <a:schemeClr val="dk1"/>
                </a:solidFill>
                <a:latin typeface="Mulish"/>
                <a:ea typeface="Mulish"/>
                <a:cs typeface="Mulish"/>
                <a:sym typeface="Mulish"/>
                <a:hlinkClick r:id="rId4">
                  <a:extLst>
                    <a:ext uri="{A12FA001-AC4F-418D-AE19-62706E023703}">
                      <ahyp:hlinkClr val="tx"/>
                    </a:ext>
                  </a:extLst>
                </a:hlinkClick>
              </a:rPr>
              <a:t>Freepik</a:t>
            </a:r>
            <a:r>
              <a:rPr b="1" i="0" lang="en" sz="1200" u="sng" cap="none" strike="noStrike">
                <a:solidFill>
                  <a:schemeClr val="dk1"/>
                </a:solidFill>
                <a:latin typeface="Mulish"/>
                <a:ea typeface="Mulish"/>
                <a:cs typeface="Mulish"/>
                <a:sym typeface="Mulish"/>
              </a:rPr>
              <a:t> </a:t>
            </a:r>
            <a:endParaRPr b="1" i="0" sz="1200" u="sng" cap="none" strike="noStrike">
              <a:solidFill>
                <a:schemeClr val="dk1"/>
              </a:solidFill>
              <a:latin typeface="Mulish"/>
              <a:ea typeface="Mulish"/>
              <a:cs typeface="Mulish"/>
              <a:sym typeface="Mulish"/>
            </a:endParaRPr>
          </a:p>
        </p:txBody>
      </p:sp>
      <p:cxnSp>
        <p:nvCxnSpPr>
          <p:cNvPr id="530" name="Google Shape;530;p7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531" name="Google Shape;531;p7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32" name="Google Shape;532;p77"/>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533" name="Google Shape;533;p77"/>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534" name="Shape 534"/>
        <p:cNvGrpSpPr/>
        <p:nvPr/>
      </p:nvGrpSpPr>
      <p:grpSpPr>
        <a:xfrm>
          <a:off x="0" y="0"/>
          <a:ext cx="0" cy="0"/>
          <a:chOff x="0" y="0"/>
          <a:chExt cx="0" cy="0"/>
        </a:xfrm>
      </p:grpSpPr>
      <p:sp>
        <p:nvSpPr>
          <p:cNvPr id="535" name="Google Shape;535;p7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7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cxnSp>
        <p:nvCxnSpPr>
          <p:cNvPr id="537" name="Google Shape;537;p7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538" name="Google Shape;538;p7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39" name="Google Shape;539;p78"/>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540" name="Google Shape;540;p7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541" name="Google Shape;541;p78"/>
          <p:cNvSpPr txBox="1"/>
          <p:nvPr>
            <p:ph idx="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542" name="Google Shape;542;p78"/>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543" name="Shape 543"/>
        <p:cNvGrpSpPr/>
        <p:nvPr/>
      </p:nvGrpSpPr>
      <p:grpSpPr>
        <a:xfrm>
          <a:off x="0" y="0"/>
          <a:ext cx="0" cy="0"/>
          <a:chOff x="0" y="0"/>
          <a:chExt cx="0" cy="0"/>
        </a:xfrm>
      </p:grpSpPr>
      <p:sp>
        <p:nvSpPr>
          <p:cNvPr id="544" name="Google Shape;544;p7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
        <p:nvSpPr>
          <p:cNvPr id="545" name="Google Shape;545;p7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46" name="Google Shape;546;p7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547" name="Google Shape;547;p7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48" name="Google Shape;548;p79"/>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549" name="Google Shape;549;p79"/>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4" name="Shape 554"/>
        <p:cNvGrpSpPr/>
        <p:nvPr/>
      </p:nvGrpSpPr>
      <p:grpSpPr>
        <a:xfrm>
          <a:off x="0" y="0"/>
          <a:ext cx="0" cy="0"/>
          <a:chOff x="0" y="0"/>
          <a:chExt cx="0" cy="0"/>
        </a:xfrm>
      </p:grpSpPr>
      <p:sp>
        <p:nvSpPr>
          <p:cNvPr id="555" name="Google Shape;555;p3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56" name="Google Shape;556;p3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557" name="Google Shape;557;p3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58" name="Google Shape;558;p30"/>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559" name="Google Shape;559;p3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560" name="Google Shape;560;p30"/>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561" name="Google Shape;561;p30"/>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562" name="Google Shape;562;p3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563" name="Shape 563"/>
        <p:cNvGrpSpPr/>
        <p:nvPr/>
      </p:nvGrpSpPr>
      <p:grpSpPr>
        <a:xfrm>
          <a:off x="0" y="0"/>
          <a:ext cx="0" cy="0"/>
          <a:chOff x="0" y="0"/>
          <a:chExt cx="0" cy="0"/>
        </a:xfrm>
      </p:grpSpPr>
      <p:sp>
        <p:nvSpPr>
          <p:cNvPr id="564" name="Google Shape;564;p8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80"/>
          <p:cNvSpPr txBox="1"/>
          <p:nvPr>
            <p:ph type="ctrTitle"/>
          </p:nvPr>
        </p:nvSpPr>
        <p:spPr>
          <a:xfrm>
            <a:off x="1609200" y="1424875"/>
            <a:ext cx="5925600" cy="20793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6" name="Google Shape;566;p80"/>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567" name="Shape 567"/>
        <p:cNvGrpSpPr/>
        <p:nvPr/>
      </p:nvGrpSpPr>
      <p:grpSpPr>
        <a:xfrm>
          <a:off x="0" y="0"/>
          <a:ext cx="0" cy="0"/>
          <a:chOff x="0" y="0"/>
          <a:chExt cx="0" cy="0"/>
        </a:xfrm>
      </p:grpSpPr>
      <p:sp>
        <p:nvSpPr>
          <p:cNvPr id="568" name="Google Shape;568;p8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81"/>
          <p:cNvSpPr txBox="1"/>
          <p:nvPr>
            <p:ph type="title"/>
          </p:nvPr>
        </p:nvSpPr>
        <p:spPr>
          <a:xfrm>
            <a:off x="3579950" y="1854500"/>
            <a:ext cx="36048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70" name="Google Shape;570;p81"/>
          <p:cNvSpPr txBox="1"/>
          <p:nvPr>
            <p:ph idx="2" type="title"/>
          </p:nvPr>
        </p:nvSpPr>
        <p:spPr>
          <a:xfrm>
            <a:off x="1959250" y="1854500"/>
            <a:ext cx="11898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solidFill>
                  <a:schemeClr val="dk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571" name="Google Shape;571;p81"/>
          <p:cNvSpPr txBox="1"/>
          <p:nvPr>
            <p:ph idx="1" type="subTitle"/>
          </p:nvPr>
        </p:nvSpPr>
        <p:spPr>
          <a:xfrm>
            <a:off x="1959250" y="2939075"/>
            <a:ext cx="5225400" cy="4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572" name="Google Shape;572;p81"/>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573" name="Google Shape;573;p8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574" name="Google Shape;574;p8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75" name="Google Shape;575;p81"/>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576" name="Google Shape;576;p8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577" name="Google Shape;577;p81"/>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578" name="Google Shape;578;p81"/>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cxnSp>
        <p:nvCxnSpPr>
          <p:cNvPr id="579" name="Google Shape;579;p81"/>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0" name="Shape 580"/>
        <p:cNvGrpSpPr/>
        <p:nvPr/>
      </p:nvGrpSpPr>
      <p:grpSpPr>
        <a:xfrm>
          <a:off x="0" y="0"/>
          <a:ext cx="0" cy="0"/>
          <a:chOff x="0" y="0"/>
          <a:chExt cx="0" cy="0"/>
        </a:xfrm>
      </p:grpSpPr>
      <p:sp>
        <p:nvSpPr>
          <p:cNvPr id="581" name="Google Shape;581;p8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82" name="Google Shape;582;p8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583" name="Google Shape;583;p8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84" name="Google Shape;584;p82"/>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585" name="Google Shape;585;p8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586" name="Google Shape;586;p82"/>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587" name="Google Shape;587;p82"/>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588" name="Google Shape;588;p8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89" name="Google Shape;589;p82"/>
          <p:cNvSpPr txBox="1"/>
          <p:nvPr>
            <p:ph idx="1" type="body"/>
          </p:nvPr>
        </p:nvSpPr>
        <p:spPr>
          <a:xfrm>
            <a:off x="720000" y="1215750"/>
            <a:ext cx="7704000" cy="3233100"/>
          </a:xfrm>
          <a:prstGeom prst="rect">
            <a:avLst/>
          </a:prstGeom>
          <a:noFill/>
          <a:ln>
            <a:noFill/>
          </a:ln>
        </p:spPr>
        <p:txBody>
          <a:bodyPr anchorCtr="0" anchor="t" bIns="91425" lIns="91425" spcFirstLastPara="1" rIns="91425" wrap="square" tIns="91425">
            <a:noAutofit/>
          </a:bodyPr>
          <a:lstStyle>
            <a:lvl1pPr indent="-279400" lvl="0" marL="457200" algn="l">
              <a:lnSpc>
                <a:spcPct val="115000"/>
              </a:lnSpc>
              <a:spcBef>
                <a:spcPts val="0"/>
              </a:spcBef>
              <a:spcAft>
                <a:spcPts val="0"/>
              </a:spcAft>
              <a:buClr>
                <a:schemeClr val="dk2"/>
              </a:buClr>
              <a:buSzPts val="800"/>
              <a:buFont typeface="Nunito Light"/>
              <a:buChar char="●"/>
              <a:defRPr/>
            </a:lvl1pPr>
            <a:lvl2pPr indent="-304800" lvl="1" marL="914400" algn="l">
              <a:lnSpc>
                <a:spcPct val="115000"/>
              </a:lnSpc>
              <a:spcBef>
                <a:spcPts val="0"/>
              </a:spcBef>
              <a:spcAft>
                <a:spcPts val="0"/>
              </a:spcAft>
              <a:buSzPts val="1200"/>
              <a:buFont typeface="Nunito Light"/>
              <a:buChar char="○"/>
              <a:defRPr/>
            </a:lvl2pPr>
            <a:lvl3pPr indent="-304800" lvl="2" marL="1371600" algn="l">
              <a:lnSpc>
                <a:spcPct val="115000"/>
              </a:lnSpc>
              <a:spcBef>
                <a:spcPts val="0"/>
              </a:spcBef>
              <a:spcAft>
                <a:spcPts val="0"/>
              </a:spcAft>
              <a:buClr>
                <a:srgbClr val="FFC800"/>
              </a:buClr>
              <a:buSzPts val="1200"/>
              <a:buFont typeface="Nunito Light"/>
              <a:buChar char="■"/>
              <a:defRPr/>
            </a:lvl3pPr>
            <a:lvl4pPr indent="-304800" lvl="3" marL="1828800" algn="l">
              <a:lnSpc>
                <a:spcPct val="115000"/>
              </a:lnSpc>
              <a:spcBef>
                <a:spcPts val="1600"/>
              </a:spcBef>
              <a:spcAft>
                <a:spcPts val="0"/>
              </a:spcAft>
              <a:buClr>
                <a:srgbClr val="FFC800"/>
              </a:buClr>
              <a:buSzPts val="1200"/>
              <a:buFont typeface="Nunito Light"/>
              <a:buChar char="●"/>
              <a:defRPr/>
            </a:lvl4pPr>
            <a:lvl5pPr indent="-304800" lvl="4" marL="2286000" algn="l">
              <a:lnSpc>
                <a:spcPct val="115000"/>
              </a:lnSpc>
              <a:spcBef>
                <a:spcPts val="1600"/>
              </a:spcBef>
              <a:spcAft>
                <a:spcPts val="0"/>
              </a:spcAft>
              <a:buClr>
                <a:srgbClr val="434343"/>
              </a:buClr>
              <a:buSzPts val="1200"/>
              <a:buFont typeface="Nunito Light"/>
              <a:buChar char="○"/>
              <a:defRPr/>
            </a:lvl5pPr>
            <a:lvl6pPr indent="-304800" lvl="5" marL="2743200" algn="l">
              <a:lnSpc>
                <a:spcPct val="115000"/>
              </a:lnSpc>
              <a:spcBef>
                <a:spcPts val="1600"/>
              </a:spcBef>
              <a:spcAft>
                <a:spcPts val="0"/>
              </a:spcAft>
              <a:buClr>
                <a:srgbClr val="434343"/>
              </a:buClr>
              <a:buSzPts val="1200"/>
              <a:buFont typeface="Nunito Light"/>
              <a:buChar char="■"/>
              <a:defRPr/>
            </a:lvl6pPr>
            <a:lvl7pPr indent="-304800" lvl="6" marL="3200400" algn="l">
              <a:lnSpc>
                <a:spcPct val="115000"/>
              </a:lnSpc>
              <a:spcBef>
                <a:spcPts val="1600"/>
              </a:spcBef>
              <a:spcAft>
                <a:spcPts val="0"/>
              </a:spcAft>
              <a:buClr>
                <a:srgbClr val="434343"/>
              </a:buClr>
              <a:buSzPts val="1200"/>
              <a:buFont typeface="Nunito Light"/>
              <a:buChar char="●"/>
              <a:defRPr/>
            </a:lvl7pPr>
            <a:lvl8pPr indent="-304800" lvl="7" marL="3657600" algn="l">
              <a:lnSpc>
                <a:spcPct val="115000"/>
              </a:lnSpc>
              <a:spcBef>
                <a:spcPts val="1600"/>
              </a:spcBef>
              <a:spcAft>
                <a:spcPts val="0"/>
              </a:spcAft>
              <a:buClr>
                <a:srgbClr val="434343"/>
              </a:buClr>
              <a:buSzPts val="1200"/>
              <a:buFont typeface="Nunito Light"/>
              <a:buChar char="○"/>
              <a:defRPr/>
            </a:lvl8pPr>
            <a:lvl9pPr indent="-304800" lvl="8" marL="4114800" algn="l">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90" name="Shape 590"/>
        <p:cNvGrpSpPr/>
        <p:nvPr/>
      </p:nvGrpSpPr>
      <p:grpSpPr>
        <a:xfrm>
          <a:off x="0" y="0"/>
          <a:ext cx="0" cy="0"/>
          <a:chOff x="0" y="0"/>
          <a:chExt cx="0" cy="0"/>
        </a:xfrm>
      </p:grpSpPr>
      <p:sp>
        <p:nvSpPr>
          <p:cNvPr id="591" name="Google Shape;591;p8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92" name="Google Shape;592;p8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593" name="Google Shape;593;p8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94" name="Google Shape;594;p83"/>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595" name="Google Shape;595;p8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596" name="Google Shape;596;p83"/>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597" name="Google Shape;597;p83"/>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598" name="Google Shape;598;p8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99" name="Google Shape;599;p83"/>
          <p:cNvSpPr txBox="1"/>
          <p:nvPr>
            <p:ph idx="1" type="subTitle"/>
          </p:nvPr>
        </p:nvSpPr>
        <p:spPr>
          <a:xfrm>
            <a:off x="4747387" y="1872353"/>
            <a:ext cx="3698100" cy="273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600" name="Google Shape;600;p83"/>
          <p:cNvSpPr txBox="1"/>
          <p:nvPr>
            <p:ph idx="2" type="subTitle"/>
          </p:nvPr>
        </p:nvSpPr>
        <p:spPr>
          <a:xfrm>
            <a:off x="726675" y="1872353"/>
            <a:ext cx="3698100" cy="273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601" name="Google Shape;601;p83"/>
          <p:cNvSpPr txBox="1"/>
          <p:nvPr>
            <p:ph idx="3" type="subTitle"/>
          </p:nvPr>
        </p:nvSpPr>
        <p:spPr>
          <a:xfrm>
            <a:off x="726675" y="1313225"/>
            <a:ext cx="3698100" cy="422400"/>
          </a:xfrm>
          <a:prstGeom prst="rect">
            <a:avLst/>
          </a:prstGeom>
          <a:noFill/>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2" name="Google Shape;602;p83"/>
          <p:cNvSpPr txBox="1"/>
          <p:nvPr>
            <p:ph idx="4" type="subTitle"/>
          </p:nvPr>
        </p:nvSpPr>
        <p:spPr>
          <a:xfrm>
            <a:off x="4747375" y="1313225"/>
            <a:ext cx="3698100" cy="422400"/>
          </a:xfrm>
          <a:prstGeom prst="rect">
            <a:avLst/>
          </a:prstGeom>
          <a:noFill/>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03" name="Shape 603"/>
        <p:cNvGrpSpPr/>
        <p:nvPr/>
      </p:nvGrpSpPr>
      <p:grpSpPr>
        <a:xfrm>
          <a:off x="0" y="0"/>
          <a:ext cx="0" cy="0"/>
          <a:chOff x="0" y="0"/>
          <a:chExt cx="0" cy="0"/>
        </a:xfrm>
      </p:grpSpPr>
      <p:sp>
        <p:nvSpPr>
          <p:cNvPr id="604" name="Google Shape;604;p8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05" name="Google Shape;605;p8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606" name="Google Shape;606;p8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07" name="Google Shape;607;p84"/>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608" name="Google Shape;608;p8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609" name="Google Shape;609;p84"/>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610" name="Google Shape;610;p84"/>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611" name="Google Shape;611;p84"/>
          <p:cNvSpPr txBox="1"/>
          <p:nvPr>
            <p:ph type="title"/>
          </p:nvPr>
        </p:nvSpPr>
        <p:spPr>
          <a:xfrm>
            <a:off x="720000" y="445025"/>
            <a:ext cx="62664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12" name="Google Shape;612;p84"/>
          <p:cNvSpPr txBox="1"/>
          <p:nvPr>
            <p:ph idx="1" type="subTitle"/>
          </p:nvPr>
        </p:nvSpPr>
        <p:spPr>
          <a:xfrm>
            <a:off x="720000" y="1347250"/>
            <a:ext cx="7324500" cy="3173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13" name="Shape 613"/>
        <p:cNvGrpSpPr/>
        <p:nvPr/>
      </p:nvGrpSpPr>
      <p:grpSpPr>
        <a:xfrm>
          <a:off x="0" y="0"/>
          <a:ext cx="0" cy="0"/>
          <a:chOff x="0" y="0"/>
          <a:chExt cx="0" cy="0"/>
        </a:xfrm>
      </p:grpSpPr>
      <p:sp>
        <p:nvSpPr>
          <p:cNvPr id="614" name="Google Shape;614;p8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85"/>
          <p:cNvSpPr txBox="1"/>
          <p:nvPr>
            <p:ph type="title"/>
          </p:nvPr>
        </p:nvSpPr>
        <p:spPr>
          <a:xfrm>
            <a:off x="969825" y="2079259"/>
            <a:ext cx="7204500" cy="8790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cxnSp>
        <p:nvCxnSpPr>
          <p:cNvPr id="616" name="Google Shape;616;p8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617" name="Google Shape;617;p8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18" name="Google Shape;618;p85"/>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619" name="Google Shape;619;p8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620" name="Google Shape;620;p85"/>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621" name="Google Shape;621;p85"/>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22" name="Shape 622"/>
        <p:cNvGrpSpPr/>
        <p:nvPr/>
      </p:nvGrpSpPr>
      <p:grpSpPr>
        <a:xfrm>
          <a:off x="0" y="0"/>
          <a:ext cx="0" cy="0"/>
          <a:chOff x="0" y="0"/>
          <a:chExt cx="0" cy="0"/>
        </a:xfrm>
      </p:grpSpPr>
      <p:sp>
        <p:nvSpPr>
          <p:cNvPr id="623" name="Google Shape;623;p86"/>
          <p:cNvSpPr txBox="1"/>
          <p:nvPr>
            <p:ph type="title"/>
          </p:nvPr>
        </p:nvSpPr>
        <p:spPr>
          <a:xfrm>
            <a:off x="720000" y="1413525"/>
            <a:ext cx="4294800" cy="2095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4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24" name="Google Shape;624;p86"/>
          <p:cNvSpPr txBox="1"/>
          <p:nvPr>
            <p:ph idx="1" type="subTitle"/>
          </p:nvPr>
        </p:nvSpPr>
        <p:spPr>
          <a:xfrm>
            <a:off x="720000" y="3508800"/>
            <a:ext cx="4294800" cy="1004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25" name="Google Shape;625;p8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26" name="Shape 626"/>
        <p:cNvGrpSpPr/>
        <p:nvPr/>
      </p:nvGrpSpPr>
      <p:grpSpPr>
        <a:xfrm>
          <a:off x="0" y="0"/>
          <a:ext cx="0" cy="0"/>
          <a:chOff x="0" y="0"/>
          <a:chExt cx="0" cy="0"/>
        </a:xfrm>
      </p:grpSpPr>
      <p:sp>
        <p:nvSpPr>
          <p:cNvPr id="627" name="Google Shape;627;p87"/>
          <p:cNvSpPr/>
          <p:nvPr>
            <p:ph idx="2" type="pic"/>
          </p:nvPr>
        </p:nvSpPr>
        <p:spPr>
          <a:xfrm>
            <a:off x="0" y="0"/>
            <a:ext cx="9144000" cy="5143500"/>
          </a:xfrm>
          <a:prstGeom prst="rect">
            <a:avLst/>
          </a:prstGeom>
          <a:noFill/>
          <a:ln>
            <a:noFill/>
          </a:ln>
        </p:spPr>
      </p:sp>
      <p:sp>
        <p:nvSpPr>
          <p:cNvPr id="628" name="Google Shape;628;p87"/>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solidFill>
                  <a:schemeClr val="dk2"/>
                </a:solidFill>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29" name="Shape 629"/>
        <p:cNvGrpSpPr/>
        <p:nvPr/>
      </p:nvGrpSpPr>
      <p:grpSpPr>
        <a:xfrm>
          <a:off x="0" y="0"/>
          <a:ext cx="0" cy="0"/>
          <a:chOff x="0" y="0"/>
          <a:chExt cx="0" cy="0"/>
        </a:xfrm>
      </p:grpSpPr>
      <p:sp>
        <p:nvSpPr>
          <p:cNvPr id="630" name="Google Shape;630;p8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31" name="Google Shape;631;p8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632" name="Google Shape;632;p8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33" name="Google Shape;633;p88"/>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634" name="Google Shape;634;p8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635" name="Google Shape;635;p88"/>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636" name="Google Shape;636;p88"/>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637" name="Google Shape;637;p88"/>
          <p:cNvSpPr txBox="1"/>
          <p:nvPr>
            <p:ph hasCustomPrompt="1" type="title"/>
          </p:nvPr>
        </p:nvSpPr>
        <p:spPr>
          <a:xfrm>
            <a:off x="1284000" y="1429725"/>
            <a:ext cx="6576000" cy="140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9600"/>
              <a:buNone/>
              <a:defRPr sz="6000">
                <a:solidFill>
                  <a:schemeClr val="dk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638" name="Google Shape;638;p88"/>
          <p:cNvSpPr txBox="1"/>
          <p:nvPr>
            <p:ph idx="1" type="subTitle"/>
          </p:nvPr>
        </p:nvSpPr>
        <p:spPr>
          <a:xfrm>
            <a:off x="1284000" y="2985500"/>
            <a:ext cx="6576000" cy="497100"/>
          </a:xfrm>
          <a:prstGeom prst="rect">
            <a:avLst/>
          </a:prstGeom>
          <a:noFill/>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639" name="Shape 639"/>
        <p:cNvGrpSpPr/>
        <p:nvPr/>
      </p:nvGrpSpPr>
      <p:grpSpPr>
        <a:xfrm>
          <a:off x="0" y="0"/>
          <a:ext cx="0" cy="0"/>
          <a:chOff x="0" y="0"/>
          <a:chExt cx="0" cy="0"/>
        </a:xfrm>
      </p:grpSpPr>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40" name="Shape 640"/>
        <p:cNvGrpSpPr/>
        <p:nvPr/>
      </p:nvGrpSpPr>
      <p:grpSpPr>
        <a:xfrm>
          <a:off x="0" y="0"/>
          <a:ext cx="0" cy="0"/>
          <a:chOff x="0" y="0"/>
          <a:chExt cx="0" cy="0"/>
        </a:xfrm>
      </p:grpSpPr>
      <p:sp>
        <p:nvSpPr>
          <p:cNvPr id="641" name="Google Shape;641;p9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9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43" name="Google Shape;643;p90"/>
          <p:cNvSpPr txBox="1"/>
          <p:nvPr>
            <p:ph idx="1" type="subTitle"/>
          </p:nvPr>
        </p:nvSpPr>
        <p:spPr>
          <a:xfrm>
            <a:off x="713225" y="20181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44" name="Google Shape;644;p90"/>
          <p:cNvSpPr txBox="1"/>
          <p:nvPr>
            <p:ph idx="2" type="subTitle"/>
          </p:nvPr>
        </p:nvSpPr>
        <p:spPr>
          <a:xfrm>
            <a:off x="713225" y="3870728"/>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45" name="Google Shape;645;p90"/>
          <p:cNvSpPr txBox="1"/>
          <p:nvPr>
            <p:ph idx="3" type="subTitle"/>
          </p:nvPr>
        </p:nvSpPr>
        <p:spPr>
          <a:xfrm>
            <a:off x="3359125" y="38707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46" name="Google Shape;646;p90"/>
          <p:cNvSpPr txBox="1"/>
          <p:nvPr>
            <p:ph idx="4" type="subTitle"/>
          </p:nvPr>
        </p:nvSpPr>
        <p:spPr>
          <a:xfrm>
            <a:off x="3359125" y="20180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47" name="Google Shape;647;p90"/>
          <p:cNvSpPr txBox="1"/>
          <p:nvPr>
            <p:ph idx="5" type="title"/>
          </p:nvPr>
        </p:nvSpPr>
        <p:spPr>
          <a:xfrm>
            <a:off x="713225" y="1141288"/>
            <a:ext cx="656100" cy="4380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48" name="Google Shape;648;p90"/>
          <p:cNvSpPr txBox="1"/>
          <p:nvPr>
            <p:ph idx="6" type="title"/>
          </p:nvPr>
        </p:nvSpPr>
        <p:spPr>
          <a:xfrm>
            <a:off x="3359125" y="2994063"/>
            <a:ext cx="656100" cy="4389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49" name="Google Shape;649;p90"/>
          <p:cNvSpPr txBox="1"/>
          <p:nvPr>
            <p:ph idx="7" type="title"/>
          </p:nvPr>
        </p:nvSpPr>
        <p:spPr>
          <a:xfrm>
            <a:off x="713225" y="2994063"/>
            <a:ext cx="656100" cy="4389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50" name="Google Shape;650;p90"/>
          <p:cNvSpPr txBox="1"/>
          <p:nvPr>
            <p:ph idx="8" type="title"/>
          </p:nvPr>
        </p:nvSpPr>
        <p:spPr>
          <a:xfrm>
            <a:off x="3359125" y="1142055"/>
            <a:ext cx="656100" cy="4380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51" name="Google Shape;651;p90"/>
          <p:cNvSpPr txBox="1"/>
          <p:nvPr>
            <p:ph idx="9" type="subTitle"/>
          </p:nvPr>
        </p:nvSpPr>
        <p:spPr>
          <a:xfrm>
            <a:off x="5997638" y="38707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52" name="Google Shape;652;p90"/>
          <p:cNvSpPr txBox="1"/>
          <p:nvPr>
            <p:ph idx="13" type="subTitle"/>
          </p:nvPr>
        </p:nvSpPr>
        <p:spPr>
          <a:xfrm>
            <a:off x="5997638" y="20180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53" name="Google Shape;653;p90"/>
          <p:cNvSpPr txBox="1"/>
          <p:nvPr>
            <p:ph idx="14" type="title"/>
          </p:nvPr>
        </p:nvSpPr>
        <p:spPr>
          <a:xfrm>
            <a:off x="5997638" y="2994063"/>
            <a:ext cx="656100" cy="4389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54" name="Google Shape;654;p90"/>
          <p:cNvSpPr txBox="1"/>
          <p:nvPr>
            <p:ph idx="15" type="title"/>
          </p:nvPr>
        </p:nvSpPr>
        <p:spPr>
          <a:xfrm>
            <a:off x="5997638" y="1142055"/>
            <a:ext cx="656100" cy="4380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55" name="Google Shape;655;p90"/>
          <p:cNvSpPr txBox="1"/>
          <p:nvPr>
            <p:ph idx="16" type="subTitle"/>
          </p:nvPr>
        </p:nvSpPr>
        <p:spPr>
          <a:xfrm>
            <a:off x="713225" y="1594575"/>
            <a:ext cx="2423100" cy="438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656" name="Google Shape;656;p90"/>
          <p:cNvSpPr txBox="1"/>
          <p:nvPr>
            <p:ph idx="17" type="subTitle"/>
          </p:nvPr>
        </p:nvSpPr>
        <p:spPr>
          <a:xfrm>
            <a:off x="713225" y="3447136"/>
            <a:ext cx="2423100" cy="428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657" name="Google Shape;657;p90"/>
          <p:cNvSpPr txBox="1"/>
          <p:nvPr>
            <p:ph idx="18" type="subTitle"/>
          </p:nvPr>
        </p:nvSpPr>
        <p:spPr>
          <a:xfrm>
            <a:off x="3359125" y="3447125"/>
            <a:ext cx="2423100" cy="428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658" name="Google Shape;658;p90"/>
          <p:cNvSpPr txBox="1"/>
          <p:nvPr>
            <p:ph idx="19" type="subTitle"/>
          </p:nvPr>
        </p:nvSpPr>
        <p:spPr>
          <a:xfrm>
            <a:off x="3359125" y="1594575"/>
            <a:ext cx="2423100" cy="438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659" name="Google Shape;659;p90"/>
          <p:cNvSpPr txBox="1"/>
          <p:nvPr>
            <p:ph idx="20" type="subTitle"/>
          </p:nvPr>
        </p:nvSpPr>
        <p:spPr>
          <a:xfrm>
            <a:off x="5997638" y="3447125"/>
            <a:ext cx="2423100" cy="428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660" name="Google Shape;660;p90"/>
          <p:cNvSpPr txBox="1"/>
          <p:nvPr>
            <p:ph idx="21" type="subTitle"/>
          </p:nvPr>
        </p:nvSpPr>
        <p:spPr>
          <a:xfrm>
            <a:off x="5997638" y="1594575"/>
            <a:ext cx="2423100" cy="438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661" name="Google Shape;661;p9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662" name="Google Shape;662;p9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63" name="Google Shape;663;p90"/>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664" name="Google Shape;664;p9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665" name="Google Shape;665;p90"/>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666" name="Google Shape;666;p90"/>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667" name="Shape 667"/>
        <p:cNvGrpSpPr/>
        <p:nvPr/>
      </p:nvGrpSpPr>
      <p:grpSpPr>
        <a:xfrm>
          <a:off x="0" y="0"/>
          <a:ext cx="0" cy="0"/>
          <a:chOff x="0" y="0"/>
          <a:chExt cx="0" cy="0"/>
        </a:xfrm>
      </p:grpSpPr>
      <p:sp>
        <p:nvSpPr>
          <p:cNvPr id="668" name="Google Shape;668;p9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69" name="Google Shape;669;p9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670" name="Google Shape;670;p9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71" name="Google Shape;671;p91"/>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672" name="Google Shape;672;p9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673" name="Google Shape;673;p91"/>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674" name="Google Shape;674;p91"/>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675" name="Google Shape;675;p91"/>
          <p:cNvSpPr txBox="1"/>
          <p:nvPr>
            <p:ph type="title"/>
          </p:nvPr>
        </p:nvSpPr>
        <p:spPr>
          <a:xfrm>
            <a:off x="969900" y="3387600"/>
            <a:ext cx="7204200" cy="531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676" name="Google Shape;676;p91"/>
          <p:cNvSpPr txBox="1"/>
          <p:nvPr>
            <p:ph idx="1" type="subTitle"/>
          </p:nvPr>
        </p:nvSpPr>
        <p:spPr>
          <a:xfrm>
            <a:off x="969900" y="1312625"/>
            <a:ext cx="7204200" cy="14784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677" name="Shape 677"/>
        <p:cNvGrpSpPr/>
        <p:nvPr/>
      </p:nvGrpSpPr>
      <p:grpSpPr>
        <a:xfrm>
          <a:off x="0" y="0"/>
          <a:ext cx="0" cy="0"/>
          <a:chOff x="0" y="0"/>
          <a:chExt cx="0" cy="0"/>
        </a:xfrm>
      </p:grpSpPr>
      <p:sp>
        <p:nvSpPr>
          <p:cNvPr id="678" name="Google Shape;678;p9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79" name="Google Shape;679;p9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680" name="Google Shape;680;p9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81" name="Google Shape;681;p92"/>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682" name="Google Shape;682;p9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683" name="Google Shape;683;p92"/>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684" name="Google Shape;684;p92"/>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685" name="Google Shape;685;p92"/>
          <p:cNvSpPr txBox="1"/>
          <p:nvPr>
            <p:ph type="title"/>
          </p:nvPr>
        </p:nvSpPr>
        <p:spPr>
          <a:xfrm>
            <a:off x="720000" y="1148563"/>
            <a:ext cx="3944700" cy="160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86" name="Google Shape;686;p92"/>
          <p:cNvSpPr txBox="1"/>
          <p:nvPr>
            <p:ph idx="1" type="subTitle"/>
          </p:nvPr>
        </p:nvSpPr>
        <p:spPr>
          <a:xfrm>
            <a:off x="720000" y="2878638"/>
            <a:ext cx="3944700" cy="111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87" name="Google Shape;687;p92"/>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688" name="Shape 688"/>
        <p:cNvGrpSpPr/>
        <p:nvPr/>
      </p:nvGrpSpPr>
      <p:grpSpPr>
        <a:xfrm>
          <a:off x="0" y="0"/>
          <a:ext cx="0" cy="0"/>
          <a:chOff x="0" y="0"/>
          <a:chExt cx="0" cy="0"/>
        </a:xfrm>
      </p:grpSpPr>
      <p:sp>
        <p:nvSpPr>
          <p:cNvPr id="689" name="Google Shape;689;p9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90" name="Google Shape;690;p9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691" name="Google Shape;691;p9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92" name="Google Shape;692;p93"/>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693" name="Google Shape;693;p9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694" name="Google Shape;694;p93"/>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695" name="Google Shape;695;p93"/>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696" name="Google Shape;696;p93"/>
          <p:cNvSpPr txBox="1"/>
          <p:nvPr>
            <p:ph type="title"/>
          </p:nvPr>
        </p:nvSpPr>
        <p:spPr>
          <a:xfrm>
            <a:off x="720000" y="1568400"/>
            <a:ext cx="2891400" cy="700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97" name="Google Shape;697;p93"/>
          <p:cNvSpPr txBox="1"/>
          <p:nvPr>
            <p:ph idx="1" type="subTitle"/>
          </p:nvPr>
        </p:nvSpPr>
        <p:spPr>
          <a:xfrm>
            <a:off x="720000" y="2268888"/>
            <a:ext cx="2891400" cy="1306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698" name="Shape 698"/>
        <p:cNvGrpSpPr/>
        <p:nvPr/>
      </p:nvGrpSpPr>
      <p:grpSpPr>
        <a:xfrm>
          <a:off x="0" y="0"/>
          <a:ext cx="0" cy="0"/>
          <a:chOff x="0" y="0"/>
          <a:chExt cx="0" cy="0"/>
        </a:xfrm>
      </p:grpSpPr>
      <p:sp>
        <p:nvSpPr>
          <p:cNvPr id="699" name="Google Shape;699;p9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00" name="Google Shape;700;p9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701" name="Google Shape;701;p9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02" name="Google Shape;702;p94"/>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703" name="Google Shape;703;p9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704" name="Google Shape;704;p94"/>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705" name="Google Shape;705;p94"/>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706" name="Google Shape;706;p9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07" name="Google Shape;707;p94"/>
          <p:cNvSpPr txBox="1"/>
          <p:nvPr>
            <p:ph idx="1" type="subTitle"/>
          </p:nvPr>
        </p:nvSpPr>
        <p:spPr>
          <a:xfrm>
            <a:off x="937625" y="30712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08" name="Google Shape;708;p94"/>
          <p:cNvSpPr txBox="1"/>
          <p:nvPr>
            <p:ph idx="2" type="subTitle"/>
          </p:nvPr>
        </p:nvSpPr>
        <p:spPr>
          <a:xfrm>
            <a:off x="3484346" y="30712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09" name="Google Shape;709;p94"/>
          <p:cNvSpPr txBox="1"/>
          <p:nvPr>
            <p:ph idx="3" type="subTitle"/>
          </p:nvPr>
        </p:nvSpPr>
        <p:spPr>
          <a:xfrm>
            <a:off x="6031074" y="30712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10" name="Google Shape;710;p94"/>
          <p:cNvSpPr txBox="1"/>
          <p:nvPr>
            <p:ph idx="4" type="subTitle"/>
          </p:nvPr>
        </p:nvSpPr>
        <p:spPr>
          <a:xfrm>
            <a:off x="937625" y="2690250"/>
            <a:ext cx="2175300" cy="36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711" name="Google Shape;711;p94"/>
          <p:cNvSpPr txBox="1"/>
          <p:nvPr>
            <p:ph idx="5" type="subTitle"/>
          </p:nvPr>
        </p:nvSpPr>
        <p:spPr>
          <a:xfrm>
            <a:off x="3484347" y="2690250"/>
            <a:ext cx="2175300" cy="36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712" name="Google Shape;712;p94"/>
          <p:cNvSpPr txBox="1"/>
          <p:nvPr>
            <p:ph idx="6" type="subTitle"/>
          </p:nvPr>
        </p:nvSpPr>
        <p:spPr>
          <a:xfrm>
            <a:off x="6031075" y="2690250"/>
            <a:ext cx="2175300" cy="36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713" name="Shape 713"/>
        <p:cNvGrpSpPr/>
        <p:nvPr/>
      </p:nvGrpSpPr>
      <p:grpSpPr>
        <a:xfrm>
          <a:off x="0" y="0"/>
          <a:ext cx="0" cy="0"/>
          <a:chOff x="0" y="0"/>
          <a:chExt cx="0" cy="0"/>
        </a:xfrm>
      </p:grpSpPr>
      <p:sp>
        <p:nvSpPr>
          <p:cNvPr id="714" name="Google Shape;714;p9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15" name="Google Shape;715;p9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716" name="Google Shape;716;p9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17" name="Google Shape;717;p95"/>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718" name="Google Shape;718;p9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719" name="Google Shape;719;p95"/>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720" name="Google Shape;720;p95"/>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721" name="Google Shape;721;p9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22" name="Google Shape;722;p95"/>
          <p:cNvSpPr txBox="1"/>
          <p:nvPr>
            <p:ph idx="1" type="subTitle"/>
          </p:nvPr>
        </p:nvSpPr>
        <p:spPr>
          <a:xfrm>
            <a:off x="720025" y="1610942"/>
            <a:ext cx="7704000" cy="530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723" name="Google Shape;723;p95"/>
          <p:cNvSpPr txBox="1"/>
          <p:nvPr>
            <p:ph idx="2" type="subTitle"/>
          </p:nvPr>
        </p:nvSpPr>
        <p:spPr>
          <a:xfrm>
            <a:off x="720025" y="2731125"/>
            <a:ext cx="77040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724" name="Google Shape;724;p95"/>
          <p:cNvSpPr txBox="1"/>
          <p:nvPr>
            <p:ph idx="3" type="subTitle"/>
          </p:nvPr>
        </p:nvSpPr>
        <p:spPr>
          <a:xfrm>
            <a:off x="720025" y="3851625"/>
            <a:ext cx="77040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725" name="Google Shape;725;p95"/>
          <p:cNvSpPr txBox="1"/>
          <p:nvPr>
            <p:ph idx="4" type="subTitle"/>
          </p:nvPr>
        </p:nvSpPr>
        <p:spPr>
          <a:xfrm>
            <a:off x="720025" y="1241274"/>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26" name="Google Shape;726;p95"/>
          <p:cNvSpPr txBox="1"/>
          <p:nvPr>
            <p:ph idx="5" type="subTitle"/>
          </p:nvPr>
        </p:nvSpPr>
        <p:spPr>
          <a:xfrm>
            <a:off x="720025" y="2350125"/>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27" name="Google Shape;727;p95"/>
          <p:cNvSpPr txBox="1"/>
          <p:nvPr>
            <p:ph idx="6" type="subTitle"/>
          </p:nvPr>
        </p:nvSpPr>
        <p:spPr>
          <a:xfrm>
            <a:off x="720025" y="3470625"/>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728" name="Shape 728"/>
        <p:cNvGrpSpPr/>
        <p:nvPr/>
      </p:nvGrpSpPr>
      <p:grpSpPr>
        <a:xfrm>
          <a:off x="0" y="0"/>
          <a:ext cx="0" cy="0"/>
          <a:chOff x="0" y="0"/>
          <a:chExt cx="0" cy="0"/>
        </a:xfrm>
      </p:grpSpPr>
      <p:sp>
        <p:nvSpPr>
          <p:cNvPr id="729" name="Google Shape;729;p9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30" name="Google Shape;730;p9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731" name="Google Shape;731;p9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32" name="Google Shape;732;p96"/>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733" name="Google Shape;733;p9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734" name="Google Shape;734;p96"/>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735" name="Google Shape;735;p96"/>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736" name="Google Shape;736;p9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37" name="Google Shape;737;p96"/>
          <p:cNvSpPr txBox="1"/>
          <p:nvPr>
            <p:ph idx="1" type="subTitle"/>
          </p:nvPr>
        </p:nvSpPr>
        <p:spPr>
          <a:xfrm>
            <a:off x="1381625" y="1718025"/>
            <a:ext cx="70425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738" name="Google Shape;738;p96"/>
          <p:cNvSpPr txBox="1"/>
          <p:nvPr>
            <p:ph idx="2" type="subTitle"/>
          </p:nvPr>
        </p:nvSpPr>
        <p:spPr>
          <a:xfrm>
            <a:off x="1381635" y="2861025"/>
            <a:ext cx="70425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739" name="Google Shape;739;p96"/>
          <p:cNvSpPr txBox="1"/>
          <p:nvPr>
            <p:ph idx="3" type="subTitle"/>
          </p:nvPr>
        </p:nvSpPr>
        <p:spPr>
          <a:xfrm>
            <a:off x="1381635" y="4004025"/>
            <a:ext cx="70425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740" name="Google Shape;740;p96"/>
          <p:cNvSpPr txBox="1"/>
          <p:nvPr>
            <p:ph idx="4" type="subTitle"/>
          </p:nvPr>
        </p:nvSpPr>
        <p:spPr>
          <a:xfrm>
            <a:off x="1381625" y="1406025"/>
            <a:ext cx="7042500" cy="33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l">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l">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l">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l">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l">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l">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l">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741" name="Google Shape;741;p96"/>
          <p:cNvSpPr txBox="1"/>
          <p:nvPr>
            <p:ph idx="5" type="subTitle"/>
          </p:nvPr>
        </p:nvSpPr>
        <p:spPr>
          <a:xfrm>
            <a:off x="1381625" y="2526575"/>
            <a:ext cx="7042500" cy="33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l">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l">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l">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l">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l">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l">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l">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742" name="Google Shape;742;p96"/>
          <p:cNvSpPr txBox="1"/>
          <p:nvPr>
            <p:ph idx="6" type="subTitle"/>
          </p:nvPr>
        </p:nvSpPr>
        <p:spPr>
          <a:xfrm>
            <a:off x="1381625" y="3647125"/>
            <a:ext cx="7042500" cy="33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l">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l">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l">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l">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l">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l">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l">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43" name="Shape 743"/>
        <p:cNvGrpSpPr/>
        <p:nvPr/>
      </p:nvGrpSpPr>
      <p:grpSpPr>
        <a:xfrm>
          <a:off x="0" y="0"/>
          <a:ext cx="0" cy="0"/>
          <a:chOff x="0" y="0"/>
          <a:chExt cx="0" cy="0"/>
        </a:xfrm>
      </p:grpSpPr>
      <p:sp>
        <p:nvSpPr>
          <p:cNvPr id="744" name="Google Shape;744;p9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45" name="Google Shape;745;p9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746" name="Google Shape;746;p9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47" name="Google Shape;747;p97"/>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748" name="Google Shape;748;p9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749" name="Google Shape;749;p97"/>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750" name="Google Shape;750;p97"/>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751" name="Google Shape;751;p9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52" name="Google Shape;752;p97"/>
          <p:cNvSpPr txBox="1"/>
          <p:nvPr>
            <p:ph idx="1" type="subTitle"/>
          </p:nvPr>
        </p:nvSpPr>
        <p:spPr>
          <a:xfrm>
            <a:off x="1545775" y="1975263"/>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53" name="Google Shape;753;p97"/>
          <p:cNvSpPr txBox="1"/>
          <p:nvPr>
            <p:ph idx="2" type="subTitle"/>
          </p:nvPr>
        </p:nvSpPr>
        <p:spPr>
          <a:xfrm>
            <a:off x="5041325" y="1975263"/>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54" name="Google Shape;754;p97"/>
          <p:cNvSpPr txBox="1"/>
          <p:nvPr>
            <p:ph idx="3" type="subTitle"/>
          </p:nvPr>
        </p:nvSpPr>
        <p:spPr>
          <a:xfrm>
            <a:off x="1545775" y="3691500"/>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55" name="Google Shape;755;p97"/>
          <p:cNvSpPr txBox="1"/>
          <p:nvPr>
            <p:ph idx="4" type="subTitle"/>
          </p:nvPr>
        </p:nvSpPr>
        <p:spPr>
          <a:xfrm>
            <a:off x="5041325" y="3691500"/>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56" name="Google Shape;756;p97"/>
          <p:cNvSpPr txBox="1"/>
          <p:nvPr>
            <p:ph idx="5" type="subTitle"/>
          </p:nvPr>
        </p:nvSpPr>
        <p:spPr>
          <a:xfrm>
            <a:off x="1545775" y="1670463"/>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57" name="Google Shape;757;p97"/>
          <p:cNvSpPr txBox="1"/>
          <p:nvPr>
            <p:ph idx="6" type="subTitle"/>
          </p:nvPr>
        </p:nvSpPr>
        <p:spPr>
          <a:xfrm>
            <a:off x="5041325" y="1670463"/>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58" name="Google Shape;758;p97"/>
          <p:cNvSpPr txBox="1"/>
          <p:nvPr>
            <p:ph idx="7" type="subTitle"/>
          </p:nvPr>
        </p:nvSpPr>
        <p:spPr>
          <a:xfrm>
            <a:off x="1545775" y="3386700"/>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59" name="Google Shape;759;p97"/>
          <p:cNvSpPr txBox="1"/>
          <p:nvPr>
            <p:ph idx="8" type="subTitle"/>
          </p:nvPr>
        </p:nvSpPr>
        <p:spPr>
          <a:xfrm>
            <a:off x="5041325" y="3386700"/>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760" name="Shape 760"/>
        <p:cNvGrpSpPr/>
        <p:nvPr/>
      </p:nvGrpSpPr>
      <p:grpSpPr>
        <a:xfrm>
          <a:off x="0" y="0"/>
          <a:ext cx="0" cy="0"/>
          <a:chOff x="0" y="0"/>
          <a:chExt cx="0" cy="0"/>
        </a:xfrm>
      </p:grpSpPr>
      <p:sp>
        <p:nvSpPr>
          <p:cNvPr id="761" name="Google Shape;761;p9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62" name="Google Shape;762;p9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763" name="Google Shape;763;p9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64" name="Google Shape;764;p98"/>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765" name="Google Shape;765;p9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766" name="Google Shape;766;p98"/>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767" name="Google Shape;767;p98"/>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768" name="Google Shape;768;p9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69" name="Google Shape;769;p98"/>
          <p:cNvSpPr txBox="1"/>
          <p:nvPr>
            <p:ph idx="1" type="subTitle"/>
          </p:nvPr>
        </p:nvSpPr>
        <p:spPr>
          <a:xfrm>
            <a:off x="903950" y="2149201"/>
            <a:ext cx="2191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70" name="Google Shape;770;p98"/>
          <p:cNvSpPr txBox="1"/>
          <p:nvPr>
            <p:ph idx="2" type="subTitle"/>
          </p:nvPr>
        </p:nvSpPr>
        <p:spPr>
          <a:xfrm>
            <a:off x="3478550" y="2149201"/>
            <a:ext cx="21825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71" name="Google Shape;771;p98"/>
          <p:cNvSpPr txBox="1"/>
          <p:nvPr>
            <p:ph idx="3" type="subTitle"/>
          </p:nvPr>
        </p:nvSpPr>
        <p:spPr>
          <a:xfrm>
            <a:off x="903950" y="3579425"/>
            <a:ext cx="2191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72" name="Google Shape;772;p98"/>
          <p:cNvSpPr txBox="1"/>
          <p:nvPr>
            <p:ph idx="4" type="subTitle"/>
          </p:nvPr>
        </p:nvSpPr>
        <p:spPr>
          <a:xfrm>
            <a:off x="3478550" y="3579425"/>
            <a:ext cx="21825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73" name="Google Shape;773;p98"/>
          <p:cNvSpPr txBox="1"/>
          <p:nvPr>
            <p:ph idx="5" type="subTitle"/>
          </p:nvPr>
        </p:nvSpPr>
        <p:spPr>
          <a:xfrm>
            <a:off x="6048850" y="2149201"/>
            <a:ext cx="2199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74" name="Google Shape;774;p98"/>
          <p:cNvSpPr txBox="1"/>
          <p:nvPr>
            <p:ph idx="6" type="subTitle"/>
          </p:nvPr>
        </p:nvSpPr>
        <p:spPr>
          <a:xfrm>
            <a:off x="6048850" y="3579425"/>
            <a:ext cx="2199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75" name="Google Shape;775;p98"/>
          <p:cNvSpPr txBox="1"/>
          <p:nvPr>
            <p:ph idx="7" type="subTitle"/>
          </p:nvPr>
        </p:nvSpPr>
        <p:spPr>
          <a:xfrm>
            <a:off x="908250" y="1656600"/>
            <a:ext cx="21825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76" name="Google Shape;776;p98"/>
          <p:cNvSpPr txBox="1"/>
          <p:nvPr>
            <p:ph idx="8" type="subTitle"/>
          </p:nvPr>
        </p:nvSpPr>
        <p:spPr>
          <a:xfrm>
            <a:off x="3482836" y="1656600"/>
            <a:ext cx="21738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77" name="Google Shape;777;p98"/>
          <p:cNvSpPr txBox="1"/>
          <p:nvPr>
            <p:ph idx="9" type="subTitle"/>
          </p:nvPr>
        </p:nvSpPr>
        <p:spPr>
          <a:xfrm>
            <a:off x="6053173" y="1656600"/>
            <a:ext cx="21912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78" name="Google Shape;778;p98"/>
          <p:cNvSpPr txBox="1"/>
          <p:nvPr>
            <p:ph idx="13" type="subTitle"/>
          </p:nvPr>
        </p:nvSpPr>
        <p:spPr>
          <a:xfrm>
            <a:off x="908250" y="3086800"/>
            <a:ext cx="21825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79" name="Google Shape;779;p98"/>
          <p:cNvSpPr txBox="1"/>
          <p:nvPr>
            <p:ph idx="14" type="subTitle"/>
          </p:nvPr>
        </p:nvSpPr>
        <p:spPr>
          <a:xfrm>
            <a:off x="3482836" y="3086800"/>
            <a:ext cx="21738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80" name="Google Shape;780;p98"/>
          <p:cNvSpPr txBox="1"/>
          <p:nvPr>
            <p:ph idx="15" type="subTitle"/>
          </p:nvPr>
        </p:nvSpPr>
        <p:spPr>
          <a:xfrm>
            <a:off x="6053173" y="3086800"/>
            <a:ext cx="21912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781" name="Shape 781"/>
        <p:cNvGrpSpPr/>
        <p:nvPr/>
      </p:nvGrpSpPr>
      <p:grpSpPr>
        <a:xfrm>
          <a:off x="0" y="0"/>
          <a:ext cx="0" cy="0"/>
          <a:chOff x="0" y="0"/>
          <a:chExt cx="0" cy="0"/>
        </a:xfrm>
      </p:grpSpPr>
      <p:sp>
        <p:nvSpPr>
          <p:cNvPr id="782" name="Google Shape;782;p9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83" name="Google Shape;783;p9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784" name="Google Shape;784;p9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85" name="Google Shape;785;p99"/>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786" name="Google Shape;786;p9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787" name="Google Shape;787;p99"/>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788" name="Google Shape;788;p99"/>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789" name="Google Shape;789;p99"/>
          <p:cNvSpPr txBox="1"/>
          <p:nvPr>
            <p:ph type="title"/>
          </p:nvPr>
        </p:nvSpPr>
        <p:spPr>
          <a:xfrm>
            <a:off x="2223600" y="552112"/>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90" name="Google Shape;790;p99"/>
          <p:cNvSpPr txBox="1"/>
          <p:nvPr>
            <p:ph idx="1" type="subTitle"/>
          </p:nvPr>
        </p:nvSpPr>
        <p:spPr>
          <a:xfrm>
            <a:off x="2223600" y="1364275"/>
            <a:ext cx="4696800" cy="428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791" name="Google Shape;791;p99"/>
          <p:cNvSpPr txBox="1"/>
          <p:nvPr>
            <p:ph idx="2" type="title"/>
          </p:nvPr>
        </p:nvSpPr>
        <p:spPr>
          <a:xfrm>
            <a:off x="2223600" y="1904368"/>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92" name="Google Shape;792;p99"/>
          <p:cNvSpPr txBox="1"/>
          <p:nvPr>
            <p:ph idx="3" type="subTitle"/>
          </p:nvPr>
        </p:nvSpPr>
        <p:spPr>
          <a:xfrm>
            <a:off x="2223600" y="2716527"/>
            <a:ext cx="4696800" cy="446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793" name="Google Shape;793;p99"/>
          <p:cNvSpPr txBox="1"/>
          <p:nvPr>
            <p:ph idx="4" type="title"/>
          </p:nvPr>
        </p:nvSpPr>
        <p:spPr>
          <a:xfrm>
            <a:off x="2223600" y="3256624"/>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94" name="Google Shape;794;p99"/>
          <p:cNvSpPr txBox="1"/>
          <p:nvPr>
            <p:ph idx="5" type="subTitle"/>
          </p:nvPr>
        </p:nvSpPr>
        <p:spPr>
          <a:xfrm>
            <a:off x="2223600" y="4068797"/>
            <a:ext cx="4696800" cy="446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95" name="Shape 795"/>
        <p:cNvGrpSpPr/>
        <p:nvPr/>
      </p:nvGrpSpPr>
      <p:grpSpPr>
        <a:xfrm>
          <a:off x="0" y="0"/>
          <a:ext cx="0" cy="0"/>
          <a:chOff x="0" y="0"/>
          <a:chExt cx="0" cy="0"/>
        </a:xfrm>
      </p:grpSpPr>
      <p:sp>
        <p:nvSpPr>
          <p:cNvPr id="796" name="Google Shape;796;p10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100"/>
          <p:cNvSpPr txBox="1"/>
          <p:nvPr>
            <p:ph type="title"/>
          </p:nvPr>
        </p:nvSpPr>
        <p:spPr>
          <a:xfrm>
            <a:off x="2347938" y="540000"/>
            <a:ext cx="4448100" cy="105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75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98" name="Google Shape;798;p100"/>
          <p:cNvSpPr txBox="1"/>
          <p:nvPr>
            <p:ph idx="1" type="subTitle"/>
          </p:nvPr>
        </p:nvSpPr>
        <p:spPr>
          <a:xfrm>
            <a:off x="2347900" y="1717825"/>
            <a:ext cx="4448100" cy="12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99" name="Google Shape;799;p100"/>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200"/>
              <a:buFont typeface="Arial"/>
              <a:buNone/>
            </a:pPr>
            <a:r>
              <a:rPr b="0" i="0" lang="en" sz="1200" u="none" cap="none" strike="noStrike">
                <a:solidFill>
                  <a:schemeClr val="dk1"/>
                </a:solidFill>
                <a:latin typeface="Mulish"/>
                <a:ea typeface="Mulish"/>
                <a:cs typeface="Mulish"/>
                <a:sym typeface="Mulish"/>
              </a:rPr>
              <a:t>CREDITS: This presentation template was created by </a:t>
            </a:r>
            <a:r>
              <a:rPr b="1" i="0" lang="en" sz="1200" u="sng" cap="none" strike="noStrike">
                <a:solidFill>
                  <a:schemeClr val="dk1"/>
                </a:solidFill>
                <a:latin typeface="Mulish"/>
                <a:ea typeface="Mulish"/>
                <a:cs typeface="Mulish"/>
                <a:sym typeface="Mulish"/>
                <a:hlinkClick r:id="rId2">
                  <a:extLst>
                    <a:ext uri="{A12FA001-AC4F-418D-AE19-62706E023703}">
                      <ahyp:hlinkClr val="tx"/>
                    </a:ext>
                  </a:extLst>
                </a:hlinkClick>
              </a:rPr>
              <a:t>Slidesgo</a:t>
            </a:r>
            <a:r>
              <a:rPr b="1" i="0" lang="en" sz="1200" u="none" cap="none" strike="noStrike">
                <a:solidFill>
                  <a:schemeClr val="dk1"/>
                </a:solidFill>
                <a:latin typeface="Mulish"/>
                <a:ea typeface="Mulish"/>
                <a:cs typeface="Mulish"/>
                <a:sym typeface="Mulish"/>
              </a:rPr>
              <a:t>,</a:t>
            </a:r>
            <a:r>
              <a:rPr b="0" i="0" lang="en" sz="1200" u="none" cap="none" strike="noStrike">
                <a:solidFill>
                  <a:schemeClr val="dk1"/>
                </a:solidFill>
                <a:latin typeface="Mulish"/>
                <a:ea typeface="Mulish"/>
                <a:cs typeface="Mulish"/>
                <a:sym typeface="Mulish"/>
              </a:rPr>
              <a:t> and includes icons by</a:t>
            </a:r>
            <a:r>
              <a:rPr b="1" i="0" lang="en" sz="1200" u="none" cap="none" strike="noStrike">
                <a:solidFill>
                  <a:schemeClr val="dk1"/>
                </a:solidFill>
                <a:latin typeface="Mulish"/>
                <a:ea typeface="Mulish"/>
                <a:cs typeface="Mulish"/>
                <a:sym typeface="Mulish"/>
              </a:rPr>
              <a:t> </a:t>
            </a:r>
            <a:r>
              <a:rPr b="1" i="0" lang="en" sz="1200" u="sng" cap="none" strike="noStrike">
                <a:solidFill>
                  <a:schemeClr val="dk1"/>
                </a:solidFill>
                <a:latin typeface="Mulish"/>
                <a:ea typeface="Mulish"/>
                <a:cs typeface="Mulish"/>
                <a:sym typeface="Mulish"/>
                <a:hlinkClick r:id="rId3">
                  <a:extLst>
                    <a:ext uri="{A12FA001-AC4F-418D-AE19-62706E023703}">
                      <ahyp:hlinkClr val="tx"/>
                    </a:ext>
                  </a:extLst>
                </a:hlinkClick>
              </a:rPr>
              <a:t>Flaticon</a:t>
            </a:r>
            <a:r>
              <a:rPr b="1" i="0" lang="en" sz="1200" u="none" cap="none" strike="noStrike">
                <a:solidFill>
                  <a:schemeClr val="dk1"/>
                </a:solidFill>
                <a:latin typeface="Mulish"/>
                <a:ea typeface="Mulish"/>
                <a:cs typeface="Mulish"/>
                <a:sym typeface="Mulish"/>
              </a:rPr>
              <a:t>,</a:t>
            </a:r>
            <a:r>
              <a:rPr b="0" i="0" lang="en" sz="1200" u="none" cap="none" strike="noStrike">
                <a:solidFill>
                  <a:schemeClr val="dk1"/>
                </a:solidFill>
                <a:latin typeface="Mulish"/>
                <a:ea typeface="Mulish"/>
                <a:cs typeface="Mulish"/>
                <a:sym typeface="Mulish"/>
              </a:rPr>
              <a:t> and infographics &amp; images by </a:t>
            </a:r>
            <a:r>
              <a:rPr b="1" i="0" lang="en" sz="1200" u="sng" cap="none" strike="noStrike">
                <a:solidFill>
                  <a:schemeClr val="dk1"/>
                </a:solidFill>
                <a:latin typeface="Mulish"/>
                <a:ea typeface="Mulish"/>
                <a:cs typeface="Mulish"/>
                <a:sym typeface="Mulish"/>
                <a:hlinkClick r:id="rId4">
                  <a:extLst>
                    <a:ext uri="{A12FA001-AC4F-418D-AE19-62706E023703}">
                      <ahyp:hlinkClr val="tx"/>
                    </a:ext>
                  </a:extLst>
                </a:hlinkClick>
              </a:rPr>
              <a:t>Freepik</a:t>
            </a:r>
            <a:r>
              <a:rPr b="1" i="0" lang="en" sz="1200" u="sng" cap="none" strike="noStrike">
                <a:solidFill>
                  <a:schemeClr val="dk1"/>
                </a:solidFill>
                <a:latin typeface="Mulish"/>
                <a:ea typeface="Mulish"/>
                <a:cs typeface="Mulish"/>
                <a:sym typeface="Mulish"/>
              </a:rPr>
              <a:t> </a:t>
            </a:r>
            <a:endParaRPr b="1" i="0" sz="1200" u="sng" cap="none" strike="noStrike">
              <a:solidFill>
                <a:schemeClr val="dk1"/>
              </a:solidFill>
              <a:latin typeface="Mulish"/>
              <a:ea typeface="Mulish"/>
              <a:cs typeface="Mulish"/>
              <a:sym typeface="Mulish"/>
            </a:endParaRPr>
          </a:p>
        </p:txBody>
      </p:sp>
      <p:cxnSp>
        <p:nvCxnSpPr>
          <p:cNvPr id="800" name="Google Shape;800;p10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801" name="Google Shape;801;p10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02" name="Google Shape;802;p100"/>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803" name="Google Shape;803;p100"/>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804" name="Shape 804"/>
        <p:cNvGrpSpPr/>
        <p:nvPr/>
      </p:nvGrpSpPr>
      <p:grpSpPr>
        <a:xfrm>
          <a:off x="0" y="0"/>
          <a:ext cx="0" cy="0"/>
          <a:chOff x="0" y="0"/>
          <a:chExt cx="0" cy="0"/>
        </a:xfrm>
      </p:grpSpPr>
      <p:sp>
        <p:nvSpPr>
          <p:cNvPr id="805" name="Google Shape;805;p10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10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cxnSp>
        <p:nvCxnSpPr>
          <p:cNvPr id="807" name="Google Shape;807;p10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808" name="Google Shape;808;p10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09" name="Google Shape;809;p101"/>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810" name="Google Shape;810;p10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811" name="Google Shape;811;p101"/>
          <p:cNvSpPr txBox="1"/>
          <p:nvPr>
            <p:ph idx="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812" name="Google Shape;812;p101"/>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813" name="Shape 813"/>
        <p:cNvGrpSpPr/>
        <p:nvPr/>
      </p:nvGrpSpPr>
      <p:grpSpPr>
        <a:xfrm>
          <a:off x="0" y="0"/>
          <a:ext cx="0" cy="0"/>
          <a:chOff x="0" y="0"/>
          <a:chExt cx="0" cy="0"/>
        </a:xfrm>
      </p:grpSpPr>
      <p:sp>
        <p:nvSpPr>
          <p:cNvPr id="814" name="Google Shape;814;p10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
        <p:nvSpPr>
          <p:cNvPr id="815" name="Google Shape;815;p10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16" name="Google Shape;816;p10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817" name="Google Shape;817;p10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18" name="Google Shape;818;p102"/>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819" name="Google Shape;819;p102"/>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24" name="Shape 824"/>
        <p:cNvGrpSpPr/>
        <p:nvPr/>
      </p:nvGrpSpPr>
      <p:grpSpPr>
        <a:xfrm>
          <a:off x="0" y="0"/>
          <a:ext cx="0" cy="0"/>
          <a:chOff x="0" y="0"/>
          <a:chExt cx="0" cy="0"/>
        </a:xfrm>
      </p:grpSpPr>
      <p:sp>
        <p:nvSpPr>
          <p:cNvPr id="825" name="Google Shape;825;p3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26" name="Google Shape;826;p3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827" name="Google Shape;827;p3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28" name="Google Shape;828;p32"/>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829" name="Google Shape;829;p3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830" name="Google Shape;830;p32"/>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831" name="Google Shape;831;p32"/>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832" name="Google Shape;832;p3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3" name="Google Shape;833;p32"/>
          <p:cNvSpPr txBox="1"/>
          <p:nvPr>
            <p:ph idx="1" type="subTitle"/>
          </p:nvPr>
        </p:nvSpPr>
        <p:spPr>
          <a:xfrm>
            <a:off x="4747387" y="1872353"/>
            <a:ext cx="3698100" cy="273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834" name="Google Shape;834;p32"/>
          <p:cNvSpPr txBox="1"/>
          <p:nvPr>
            <p:ph idx="2" type="subTitle"/>
          </p:nvPr>
        </p:nvSpPr>
        <p:spPr>
          <a:xfrm>
            <a:off x="726675" y="1872353"/>
            <a:ext cx="3698100" cy="273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835" name="Google Shape;835;p32"/>
          <p:cNvSpPr txBox="1"/>
          <p:nvPr>
            <p:ph idx="3" type="subTitle"/>
          </p:nvPr>
        </p:nvSpPr>
        <p:spPr>
          <a:xfrm>
            <a:off x="726675" y="1313225"/>
            <a:ext cx="3698100" cy="422400"/>
          </a:xfrm>
          <a:prstGeom prst="rect">
            <a:avLst/>
          </a:prstGeom>
          <a:noFill/>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6" name="Google Shape;836;p32"/>
          <p:cNvSpPr txBox="1"/>
          <p:nvPr>
            <p:ph idx="4" type="subTitle"/>
          </p:nvPr>
        </p:nvSpPr>
        <p:spPr>
          <a:xfrm>
            <a:off x="4747375" y="1313225"/>
            <a:ext cx="3698100" cy="422400"/>
          </a:xfrm>
          <a:prstGeom prst="rect">
            <a:avLst/>
          </a:prstGeom>
          <a:noFill/>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837" name="Shape 837"/>
        <p:cNvGrpSpPr/>
        <p:nvPr/>
      </p:nvGrpSpPr>
      <p:grpSpPr>
        <a:xfrm>
          <a:off x="0" y="0"/>
          <a:ext cx="0" cy="0"/>
          <a:chOff x="0" y="0"/>
          <a:chExt cx="0" cy="0"/>
        </a:xfrm>
      </p:grpSpPr>
      <p:sp>
        <p:nvSpPr>
          <p:cNvPr id="838" name="Google Shape;838;p12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124"/>
          <p:cNvSpPr txBox="1"/>
          <p:nvPr>
            <p:ph type="ctrTitle"/>
          </p:nvPr>
        </p:nvSpPr>
        <p:spPr>
          <a:xfrm>
            <a:off x="1609200" y="1424875"/>
            <a:ext cx="5925600" cy="20793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840" name="Google Shape;840;p124"/>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841" name="Shape 841"/>
        <p:cNvGrpSpPr/>
        <p:nvPr/>
      </p:nvGrpSpPr>
      <p:grpSpPr>
        <a:xfrm>
          <a:off x="0" y="0"/>
          <a:ext cx="0" cy="0"/>
          <a:chOff x="0" y="0"/>
          <a:chExt cx="0" cy="0"/>
        </a:xfrm>
      </p:grpSpPr>
      <p:sp>
        <p:nvSpPr>
          <p:cNvPr id="842" name="Google Shape;842;p12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125"/>
          <p:cNvSpPr txBox="1"/>
          <p:nvPr>
            <p:ph type="title"/>
          </p:nvPr>
        </p:nvSpPr>
        <p:spPr>
          <a:xfrm>
            <a:off x="3579950" y="1854500"/>
            <a:ext cx="36048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844" name="Google Shape;844;p125"/>
          <p:cNvSpPr txBox="1"/>
          <p:nvPr>
            <p:ph idx="2" type="title"/>
          </p:nvPr>
        </p:nvSpPr>
        <p:spPr>
          <a:xfrm>
            <a:off x="1959250" y="1854500"/>
            <a:ext cx="11898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solidFill>
                  <a:schemeClr val="dk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845" name="Google Shape;845;p125"/>
          <p:cNvSpPr txBox="1"/>
          <p:nvPr>
            <p:ph idx="1" type="subTitle"/>
          </p:nvPr>
        </p:nvSpPr>
        <p:spPr>
          <a:xfrm>
            <a:off x="1959250" y="2939075"/>
            <a:ext cx="5225400" cy="4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846" name="Google Shape;846;p125"/>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847" name="Google Shape;847;p12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848" name="Google Shape;848;p12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49" name="Google Shape;849;p125"/>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850" name="Google Shape;850;p12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851" name="Google Shape;851;p125"/>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852" name="Google Shape;852;p125"/>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cxnSp>
        <p:nvCxnSpPr>
          <p:cNvPr id="853" name="Google Shape;853;p125"/>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54" name="Shape 854"/>
        <p:cNvGrpSpPr/>
        <p:nvPr/>
      </p:nvGrpSpPr>
      <p:grpSpPr>
        <a:xfrm>
          <a:off x="0" y="0"/>
          <a:ext cx="0" cy="0"/>
          <a:chOff x="0" y="0"/>
          <a:chExt cx="0" cy="0"/>
        </a:xfrm>
      </p:grpSpPr>
      <p:sp>
        <p:nvSpPr>
          <p:cNvPr id="855" name="Google Shape;855;p12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56" name="Google Shape;856;p12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857" name="Google Shape;857;p12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58" name="Google Shape;858;p126"/>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859" name="Google Shape;859;p12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860" name="Google Shape;860;p126"/>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861" name="Google Shape;861;p126"/>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862" name="Google Shape;862;p12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63" name="Google Shape;863;p126"/>
          <p:cNvSpPr txBox="1"/>
          <p:nvPr>
            <p:ph idx="1" type="body"/>
          </p:nvPr>
        </p:nvSpPr>
        <p:spPr>
          <a:xfrm>
            <a:off x="720000" y="1215750"/>
            <a:ext cx="7704000" cy="3233100"/>
          </a:xfrm>
          <a:prstGeom prst="rect">
            <a:avLst/>
          </a:prstGeom>
          <a:noFill/>
          <a:ln>
            <a:noFill/>
          </a:ln>
        </p:spPr>
        <p:txBody>
          <a:bodyPr anchorCtr="0" anchor="t" bIns="91425" lIns="91425" spcFirstLastPara="1" rIns="91425" wrap="square" tIns="91425">
            <a:noAutofit/>
          </a:bodyPr>
          <a:lstStyle>
            <a:lvl1pPr indent="-279400" lvl="0" marL="457200" algn="l">
              <a:lnSpc>
                <a:spcPct val="115000"/>
              </a:lnSpc>
              <a:spcBef>
                <a:spcPts val="0"/>
              </a:spcBef>
              <a:spcAft>
                <a:spcPts val="0"/>
              </a:spcAft>
              <a:buClr>
                <a:schemeClr val="dk2"/>
              </a:buClr>
              <a:buSzPts val="800"/>
              <a:buFont typeface="Nunito Light"/>
              <a:buChar char="●"/>
              <a:defRPr/>
            </a:lvl1pPr>
            <a:lvl2pPr indent="-304800" lvl="1" marL="914400" algn="l">
              <a:lnSpc>
                <a:spcPct val="115000"/>
              </a:lnSpc>
              <a:spcBef>
                <a:spcPts val="0"/>
              </a:spcBef>
              <a:spcAft>
                <a:spcPts val="0"/>
              </a:spcAft>
              <a:buSzPts val="1200"/>
              <a:buFont typeface="Nunito Light"/>
              <a:buChar char="○"/>
              <a:defRPr/>
            </a:lvl2pPr>
            <a:lvl3pPr indent="-304800" lvl="2" marL="1371600" algn="l">
              <a:lnSpc>
                <a:spcPct val="115000"/>
              </a:lnSpc>
              <a:spcBef>
                <a:spcPts val="0"/>
              </a:spcBef>
              <a:spcAft>
                <a:spcPts val="0"/>
              </a:spcAft>
              <a:buClr>
                <a:srgbClr val="FFC800"/>
              </a:buClr>
              <a:buSzPts val="1200"/>
              <a:buFont typeface="Nunito Light"/>
              <a:buChar char="■"/>
              <a:defRPr/>
            </a:lvl3pPr>
            <a:lvl4pPr indent="-304800" lvl="3" marL="1828800" algn="l">
              <a:lnSpc>
                <a:spcPct val="115000"/>
              </a:lnSpc>
              <a:spcBef>
                <a:spcPts val="1600"/>
              </a:spcBef>
              <a:spcAft>
                <a:spcPts val="0"/>
              </a:spcAft>
              <a:buClr>
                <a:srgbClr val="FFC800"/>
              </a:buClr>
              <a:buSzPts val="1200"/>
              <a:buFont typeface="Nunito Light"/>
              <a:buChar char="●"/>
              <a:defRPr/>
            </a:lvl4pPr>
            <a:lvl5pPr indent="-304800" lvl="4" marL="2286000" algn="l">
              <a:lnSpc>
                <a:spcPct val="115000"/>
              </a:lnSpc>
              <a:spcBef>
                <a:spcPts val="1600"/>
              </a:spcBef>
              <a:spcAft>
                <a:spcPts val="0"/>
              </a:spcAft>
              <a:buClr>
                <a:srgbClr val="434343"/>
              </a:buClr>
              <a:buSzPts val="1200"/>
              <a:buFont typeface="Nunito Light"/>
              <a:buChar char="○"/>
              <a:defRPr/>
            </a:lvl5pPr>
            <a:lvl6pPr indent="-304800" lvl="5" marL="2743200" algn="l">
              <a:lnSpc>
                <a:spcPct val="115000"/>
              </a:lnSpc>
              <a:spcBef>
                <a:spcPts val="1600"/>
              </a:spcBef>
              <a:spcAft>
                <a:spcPts val="0"/>
              </a:spcAft>
              <a:buClr>
                <a:srgbClr val="434343"/>
              </a:buClr>
              <a:buSzPts val="1200"/>
              <a:buFont typeface="Nunito Light"/>
              <a:buChar char="■"/>
              <a:defRPr/>
            </a:lvl6pPr>
            <a:lvl7pPr indent="-304800" lvl="6" marL="3200400" algn="l">
              <a:lnSpc>
                <a:spcPct val="115000"/>
              </a:lnSpc>
              <a:spcBef>
                <a:spcPts val="1600"/>
              </a:spcBef>
              <a:spcAft>
                <a:spcPts val="0"/>
              </a:spcAft>
              <a:buClr>
                <a:srgbClr val="434343"/>
              </a:buClr>
              <a:buSzPts val="1200"/>
              <a:buFont typeface="Nunito Light"/>
              <a:buChar char="●"/>
              <a:defRPr/>
            </a:lvl7pPr>
            <a:lvl8pPr indent="-304800" lvl="7" marL="3657600" algn="l">
              <a:lnSpc>
                <a:spcPct val="115000"/>
              </a:lnSpc>
              <a:spcBef>
                <a:spcPts val="1600"/>
              </a:spcBef>
              <a:spcAft>
                <a:spcPts val="0"/>
              </a:spcAft>
              <a:buClr>
                <a:srgbClr val="434343"/>
              </a:buClr>
              <a:buSzPts val="1200"/>
              <a:buFont typeface="Nunito Light"/>
              <a:buChar char="○"/>
              <a:defRPr/>
            </a:lvl8pPr>
            <a:lvl9pPr indent="-304800" lvl="8" marL="4114800" algn="l">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4" name="Shape 864"/>
        <p:cNvGrpSpPr/>
        <p:nvPr/>
      </p:nvGrpSpPr>
      <p:grpSpPr>
        <a:xfrm>
          <a:off x="0" y="0"/>
          <a:ext cx="0" cy="0"/>
          <a:chOff x="0" y="0"/>
          <a:chExt cx="0" cy="0"/>
        </a:xfrm>
      </p:grpSpPr>
      <p:sp>
        <p:nvSpPr>
          <p:cNvPr id="865" name="Google Shape;865;p12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66" name="Google Shape;866;p12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867" name="Google Shape;867;p12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68" name="Google Shape;868;p127"/>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869" name="Google Shape;869;p12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870" name="Google Shape;870;p127"/>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871" name="Google Shape;871;p127"/>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872" name="Google Shape;872;p12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73" name="Shape 873"/>
        <p:cNvGrpSpPr/>
        <p:nvPr/>
      </p:nvGrpSpPr>
      <p:grpSpPr>
        <a:xfrm>
          <a:off x="0" y="0"/>
          <a:ext cx="0" cy="0"/>
          <a:chOff x="0" y="0"/>
          <a:chExt cx="0" cy="0"/>
        </a:xfrm>
      </p:grpSpPr>
      <p:sp>
        <p:nvSpPr>
          <p:cNvPr id="874" name="Google Shape;874;p12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75" name="Google Shape;875;p12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876" name="Google Shape;876;p12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77" name="Google Shape;877;p128"/>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878" name="Google Shape;878;p12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879" name="Google Shape;879;p128"/>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880" name="Google Shape;880;p128"/>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881" name="Google Shape;881;p128"/>
          <p:cNvSpPr txBox="1"/>
          <p:nvPr>
            <p:ph type="title"/>
          </p:nvPr>
        </p:nvSpPr>
        <p:spPr>
          <a:xfrm>
            <a:off x="720000" y="445025"/>
            <a:ext cx="62664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82" name="Google Shape;882;p128"/>
          <p:cNvSpPr txBox="1"/>
          <p:nvPr>
            <p:ph idx="1" type="subTitle"/>
          </p:nvPr>
        </p:nvSpPr>
        <p:spPr>
          <a:xfrm>
            <a:off x="720000" y="1347250"/>
            <a:ext cx="7324500" cy="3173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83" name="Shape 883"/>
        <p:cNvGrpSpPr/>
        <p:nvPr/>
      </p:nvGrpSpPr>
      <p:grpSpPr>
        <a:xfrm>
          <a:off x="0" y="0"/>
          <a:ext cx="0" cy="0"/>
          <a:chOff x="0" y="0"/>
          <a:chExt cx="0" cy="0"/>
        </a:xfrm>
      </p:grpSpPr>
      <p:sp>
        <p:nvSpPr>
          <p:cNvPr id="884" name="Google Shape;884;p12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129"/>
          <p:cNvSpPr txBox="1"/>
          <p:nvPr>
            <p:ph type="title"/>
          </p:nvPr>
        </p:nvSpPr>
        <p:spPr>
          <a:xfrm>
            <a:off x="969825" y="2079259"/>
            <a:ext cx="7204500" cy="8790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cxnSp>
        <p:nvCxnSpPr>
          <p:cNvPr id="886" name="Google Shape;886;p12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887" name="Google Shape;887;p12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88" name="Google Shape;888;p129"/>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889" name="Google Shape;889;p12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890" name="Google Shape;890;p129"/>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891" name="Google Shape;891;p129"/>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92" name="Shape 892"/>
        <p:cNvGrpSpPr/>
        <p:nvPr/>
      </p:nvGrpSpPr>
      <p:grpSpPr>
        <a:xfrm>
          <a:off x="0" y="0"/>
          <a:ext cx="0" cy="0"/>
          <a:chOff x="0" y="0"/>
          <a:chExt cx="0" cy="0"/>
        </a:xfrm>
      </p:grpSpPr>
      <p:sp>
        <p:nvSpPr>
          <p:cNvPr id="893" name="Google Shape;893;p130"/>
          <p:cNvSpPr txBox="1"/>
          <p:nvPr>
            <p:ph type="title"/>
          </p:nvPr>
        </p:nvSpPr>
        <p:spPr>
          <a:xfrm>
            <a:off x="720000" y="1413525"/>
            <a:ext cx="4294800" cy="2095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4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94" name="Google Shape;894;p130"/>
          <p:cNvSpPr txBox="1"/>
          <p:nvPr>
            <p:ph idx="1" type="subTitle"/>
          </p:nvPr>
        </p:nvSpPr>
        <p:spPr>
          <a:xfrm>
            <a:off x="720000" y="3508800"/>
            <a:ext cx="4294800" cy="1004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95" name="Google Shape;895;p1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6" name="Shape 896"/>
        <p:cNvGrpSpPr/>
        <p:nvPr/>
      </p:nvGrpSpPr>
      <p:grpSpPr>
        <a:xfrm>
          <a:off x="0" y="0"/>
          <a:ext cx="0" cy="0"/>
          <a:chOff x="0" y="0"/>
          <a:chExt cx="0" cy="0"/>
        </a:xfrm>
      </p:grpSpPr>
      <p:sp>
        <p:nvSpPr>
          <p:cNvPr id="897" name="Google Shape;897;p131"/>
          <p:cNvSpPr/>
          <p:nvPr>
            <p:ph idx="2" type="pic"/>
          </p:nvPr>
        </p:nvSpPr>
        <p:spPr>
          <a:xfrm>
            <a:off x="0" y="0"/>
            <a:ext cx="9144000" cy="5143500"/>
          </a:xfrm>
          <a:prstGeom prst="rect">
            <a:avLst/>
          </a:prstGeom>
          <a:noFill/>
          <a:ln>
            <a:noFill/>
          </a:ln>
        </p:spPr>
      </p:sp>
      <p:sp>
        <p:nvSpPr>
          <p:cNvPr id="898" name="Google Shape;898;p131"/>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solidFill>
                  <a:schemeClr val="dk2"/>
                </a:solidFill>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9" name="Shape 899"/>
        <p:cNvGrpSpPr/>
        <p:nvPr/>
      </p:nvGrpSpPr>
      <p:grpSpPr>
        <a:xfrm>
          <a:off x="0" y="0"/>
          <a:ext cx="0" cy="0"/>
          <a:chOff x="0" y="0"/>
          <a:chExt cx="0" cy="0"/>
        </a:xfrm>
      </p:grpSpPr>
      <p:sp>
        <p:nvSpPr>
          <p:cNvPr id="900" name="Google Shape;900;p13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01" name="Google Shape;901;p13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902" name="Google Shape;902;p13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03" name="Google Shape;903;p132"/>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904" name="Google Shape;904;p13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905" name="Google Shape;905;p132"/>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906" name="Google Shape;906;p132"/>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907" name="Google Shape;907;p132"/>
          <p:cNvSpPr txBox="1"/>
          <p:nvPr>
            <p:ph hasCustomPrompt="1" type="title"/>
          </p:nvPr>
        </p:nvSpPr>
        <p:spPr>
          <a:xfrm>
            <a:off x="1284000" y="1429725"/>
            <a:ext cx="6576000" cy="140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9600"/>
              <a:buNone/>
              <a:defRPr sz="6000">
                <a:solidFill>
                  <a:schemeClr val="dk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908" name="Google Shape;908;p132"/>
          <p:cNvSpPr txBox="1"/>
          <p:nvPr>
            <p:ph idx="1" type="subTitle"/>
          </p:nvPr>
        </p:nvSpPr>
        <p:spPr>
          <a:xfrm>
            <a:off x="1284000" y="2985500"/>
            <a:ext cx="6576000" cy="497100"/>
          </a:xfrm>
          <a:prstGeom prst="rect">
            <a:avLst/>
          </a:prstGeom>
          <a:noFill/>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909" name="Shape 909"/>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10" name="Shape 910"/>
        <p:cNvGrpSpPr/>
        <p:nvPr/>
      </p:nvGrpSpPr>
      <p:grpSpPr>
        <a:xfrm>
          <a:off x="0" y="0"/>
          <a:ext cx="0" cy="0"/>
          <a:chOff x="0" y="0"/>
          <a:chExt cx="0" cy="0"/>
        </a:xfrm>
      </p:grpSpPr>
      <p:sp>
        <p:nvSpPr>
          <p:cNvPr id="911" name="Google Shape;911;p13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13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13" name="Google Shape;913;p134"/>
          <p:cNvSpPr txBox="1"/>
          <p:nvPr>
            <p:ph idx="1" type="subTitle"/>
          </p:nvPr>
        </p:nvSpPr>
        <p:spPr>
          <a:xfrm>
            <a:off x="713225" y="20181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14" name="Google Shape;914;p134"/>
          <p:cNvSpPr txBox="1"/>
          <p:nvPr>
            <p:ph idx="2" type="subTitle"/>
          </p:nvPr>
        </p:nvSpPr>
        <p:spPr>
          <a:xfrm>
            <a:off x="713225" y="3870728"/>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15" name="Google Shape;915;p134"/>
          <p:cNvSpPr txBox="1"/>
          <p:nvPr>
            <p:ph idx="3" type="subTitle"/>
          </p:nvPr>
        </p:nvSpPr>
        <p:spPr>
          <a:xfrm>
            <a:off x="3359125" y="38707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16" name="Google Shape;916;p134"/>
          <p:cNvSpPr txBox="1"/>
          <p:nvPr>
            <p:ph idx="4" type="subTitle"/>
          </p:nvPr>
        </p:nvSpPr>
        <p:spPr>
          <a:xfrm>
            <a:off x="3359125" y="20180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17" name="Google Shape;917;p134"/>
          <p:cNvSpPr txBox="1"/>
          <p:nvPr>
            <p:ph idx="5" type="title"/>
          </p:nvPr>
        </p:nvSpPr>
        <p:spPr>
          <a:xfrm>
            <a:off x="713225" y="1141288"/>
            <a:ext cx="656100" cy="4380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18" name="Google Shape;918;p134"/>
          <p:cNvSpPr txBox="1"/>
          <p:nvPr>
            <p:ph idx="6" type="title"/>
          </p:nvPr>
        </p:nvSpPr>
        <p:spPr>
          <a:xfrm>
            <a:off x="3359125" y="2994063"/>
            <a:ext cx="656100" cy="4389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19" name="Google Shape;919;p134"/>
          <p:cNvSpPr txBox="1"/>
          <p:nvPr>
            <p:ph idx="7" type="title"/>
          </p:nvPr>
        </p:nvSpPr>
        <p:spPr>
          <a:xfrm>
            <a:off x="713225" y="2994063"/>
            <a:ext cx="656100" cy="4389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20" name="Google Shape;920;p134"/>
          <p:cNvSpPr txBox="1"/>
          <p:nvPr>
            <p:ph idx="8" type="title"/>
          </p:nvPr>
        </p:nvSpPr>
        <p:spPr>
          <a:xfrm>
            <a:off x="3359125" y="1142055"/>
            <a:ext cx="656100" cy="4380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21" name="Google Shape;921;p134"/>
          <p:cNvSpPr txBox="1"/>
          <p:nvPr>
            <p:ph idx="9" type="subTitle"/>
          </p:nvPr>
        </p:nvSpPr>
        <p:spPr>
          <a:xfrm>
            <a:off x="5997638" y="38707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22" name="Google Shape;922;p134"/>
          <p:cNvSpPr txBox="1"/>
          <p:nvPr>
            <p:ph idx="13" type="subTitle"/>
          </p:nvPr>
        </p:nvSpPr>
        <p:spPr>
          <a:xfrm>
            <a:off x="5997638" y="20180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23" name="Google Shape;923;p134"/>
          <p:cNvSpPr txBox="1"/>
          <p:nvPr>
            <p:ph idx="14" type="title"/>
          </p:nvPr>
        </p:nvSpPr>
        <p:spPr>
          <a:xfrm>
            <a:off x="5997638" y="2994063"/>
            <a:ext cx="656100" cy="4389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24" name="Google Shape;924;p134"/>
          <p:cNvSpPr txBox="1"/>
          <p:nvPr>
            <p:ph idx="15" type="title"/>
          </p:nvPr>
        </p:nvSpPr>
        <p:spPr>
          <a:xfrm>
            <a:off x="5997638" y="1142055"/>
            <a:ext cx="656100" cy="4380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25" name="Google Shape;925;p134"/>
          <p:cNvSpPr txBox="1"/>
          <p:nvPr>
            <p:ph idx="16" type="subTitle"/>
          </p:nvPr>
        </p:nvSpPr>
        <p:spPr>
          <a:xfrm>
            <a:off x="713225" y="1594575"/>
            <a:ext cx="2423100" cy="438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26" name="Google Shape;926;p134"/>
          <p:cNvSpPr txBox="1"/>
          <p:nvPr>
            <p:ph idx="17" type="subTitle"/>
          </p:nvPr>
        </p:nvSpPr>
        <p:spPr>
          <a:xfrm>
            <a:off x="713225" y="3447136"/>
            <a:ext cx="2423100" cy="428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27" name="Google Shape;927;p134"/>
          <p:cNvSpPr txBox="1"/>
          <p:nvPr>
            <p:ph idx="18" type="subTitle"/>
          </p:nvPr>
        </p:nvSpPr>
        <p:spPr>
          <a:xfrm>
            <a:off x="3359125" y="3447125"/>
            <a:ext cx="2423100" cy="428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28" name="Google Shape;928;p134"/>
          <p:cNvSpPr txBox="1"/>
          <p:nvPr>
            <p:ph idx="19" type="subTitle"/>
          </p:nvPr>
        </p:nvSpPr>
        <p:spPr>
          <a:xfrm>
            <a:off x="3359125" y="1594575"/>
            <a:ext cx="2423100" cy="438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29" name="Google Shape;929;p134"/>
          <p:cNvSpPr txBox="1"/>
          <p:nvPr>
            <p:ph idx="20" type="subTitle"/>
          </p:nvPr>
        </p:nvSpPr>
        <p:spPr>
          <a:xfrm>
            <a:off x="5997638" y="3447125"/>
            <a:ext cx="2423100" cy="428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30" name="Google Shape;930;p134"/>
          <p:cNvSpPr txBox="1"/>
          <p:nvPr>
            <p:ph idx="21" type="subTitle"/>
          </p:nvPr>
        </p:nvSpPr>
        <p:spPr>
          <a:xfrm>
            <a:off x="5997638" y="1594575"/>
            <a:ext cx="2423100" cy="438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931" name="Google Shape;931;p13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932" name="Google Shape;932;p13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33" name="Google Shape;933;p134"/>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934" name="Google Shape;934;p13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935" name="Google Shape;935;p134"/>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936" name="Google Shape;936;p134"/>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37" name="Shape 937"/>
        <p:cNvGrpSpPr/>
        <p:nvPr/>
      </p:nvGrpSpPr>
      <p:grpSpPr>
        <a:xfrm>
          <a:off x="0" y="0"/>
          <a:ext cx="0" cy="0"/>
          <a:chOff x="0" y="0"/>
          <a:chExt cx="0" cy="0"/>
        </a:xfrm>
      </p:grpSpPr>
      <p:sp>
        <p:nvSpPr>
          <p:cNvPr id="938" name="Google Shape;938;p13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39" name="Google Shape;939;p13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940" name="Google Shape;940;p13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41" name="Google Shape;941;p135"/>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942" name="Google Shape;942;p13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943" name="Google Shape;943;p135"/>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944" name="Google Shape;944;p135"/>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945" name="Google Shape;945;p135"/>
          <p:cNvSpPr txBox="1"/>
          <p:nvPr>
            <p:ph type="title"/>
          </p:nvPr>
        </p:nvSpPr>
        <p:spPr>
          <a:xfrm>
            <a:off x="969900" y="3387600"/>
            <a:ext cx="7204200" cy="531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946" name="Google Shape;946;p135"/>
          <p:cNvSpPr txBox="1"/>
          <p:nvPr>
            <p:ph idx="1" type="subTitle"/>
          </p:nvPr>
        </p:nvSpPr>
        <p:spPr>
          <a:xfrm>
            <a:off x="969900" y="1312625"/>
            <a:ext cx="7204200" cy="14784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947" name="Shape 947"/>
        <p:cNvGrpSpPr/>
        <p:nvPr/>
      </p:nvGrpSpPr>
      <p:grpSpPr>
        <a:xfrm>
          <a:off x="0" y="0"/>
          <a:ext cx="0" cy="0"/>
          <a:chOff x="0" y="0"/>
          <a:chExt cx="0" cy="0"/>
        </a:xfrm>
      </p:grpSpPr>
      <p:sp>
        <p:nvSpPr>
          <p:cNvPr id="948" name="Google Shape;948;p13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49" name="Google Shape;949;p13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950" name="Google Shape;950;p13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51" name="Google Shape;951;p136"/>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952" name="Google Shape;952;p13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953" name="Google Shape;953;p136"/>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954" name="Google Shape;954;p136"/>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955" name="Google Shape;955;p136"/>
          <p:cNvSpPr txBox="1"/>
          <p:nvPr>
            <p:ph type="title"/>
          </p:nvPr>
        </p:nvSpPr>
        <p:spPr>
          <a:xfrm>
            <a:off x="720000" y="1148563"/>
            <a:ext cx="3944700" cy="160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56" name="Google Shape;956;p136"/>
          <p:cNvSpPr txBox="1"/>
          <p:nvPr>
            <p:ph idx="1" type="subTitle"/>
          </p:nvPr>
        </p:nvSpPr>
        <p:spPr>
          <a:xfrm>
            <a:off x="720000" y="2878638"/>
            <a:ext cx="3944700" cy="111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57" name="Google Shape;957;p136"/>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958" name="Shape 958"/>
        <p:cNvGrpSpPr/>
        <p:nvPr/>
      </p:nvGrpSpPr>
      <p:grpSpPr>
        <a:xfrm>
          <a:off x="0" y="0"/>
          <a:ext cx="0" cy="0"/>
          <a:chOff x="0" y="0"/>
          <a:chExt cx="0" cy="0"/>
        </a:xfrm>
      </p:grpSpPr>
      <p:sp>
        <p:nvSpPr>
          <p:cNvPr id="959" name="Google Shape;959;p13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60" name="Google Shape;960;p13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961" name="Google Shape;961;p13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62" name="Google Shape;962;p137"/>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963" name="Google Shape;963;p13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964" name="Google Shape;964;p137"/>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965" name="Google Shape;965;p137"/>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966" name="Google Shape;966;p137"/>
          <p:cNvSpPr txBox="1"/>
          <p:nvPr>
            <p:ph type="title"/>
          </p:nvPr>
        </p:nvSpPr>
        <p:spPr>
          <a:xfrm>
            <a:off x="720000" y="1568400"/>
            <a:ext cx="2891400" cy="700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67" name="Google Shape;967;p137"/>
          <p:cNvSpPr txBox="1"/>
          <p:nvPr>
            <p:ph idx="1" type="subTitle"/>
          </p:nvPr>
        </p:nvSpPr>
        <p:spPr>
          <a:xfrm>
            <a:off x="720000" y="2268888"/>
            <a:ext cx="2891400" cy="1306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68" name="Shape 968"/>
        <p:cNvGrpSpPr/>
        <p:nvPr/>
      </p:nvGrpSpPr>
      <p:grpSpPr>
        <a:xfrm>
          <a:off x="0" y="0"/>
          <a:ext cx="0" cy="0"/>
          <a:chOff x="0" y="0"/>
          <a:chExt cx="0" cy="0"/>
        </a:xfrm>
      </p:grpSpPr>
      <p:sp>
        <p:nvSpPr>
          <p:cNvPr id="969" name="Google Shape;969;p13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70" name="Google Shape;970;p13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971" name="Google Shape;971;p13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72" name="Google Shape;972;p138"/>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973" name="Google Shape;973;p13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974" name="Google Shape;974;p138"/>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975" name="Google Shape;975;p138"/>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976" name="Google Shape;976;p13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77" name="Google Shape;977;p138"/>
          <p:cNvSpPr txBox="1"/>
          <p:nvPr>
            <p:ph idx="1" type="subTitle"/>
          </p:nvPr>
        </p:nvSpPr>
        <p:spPr>
          <a:xfrm>
            <a:off x="937625" y="30712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78" name="Google Shape;978;p138"/>
          <p:cNvSpPr txBox="1"/>
          <p:nvPr>
            <p:ph idx="2" type="subTitle"/>
          </p:nvPr>
        </p:nvSpPr>
        <p:spPr>
          <a:xfrm>
            <a:off x="3484346" y="30712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79" name="Google Shape;979;p138"/>
          <p:cNvSpPr txBox="1"/>
          <p:nvPr>
            <p:ph idx="3" type="subTitle"/>
          </p:nvPr>
        </p:nvSpPr>
        <p:spPr>
          <a:xfrm>
            <a:off x="6031074" y="30712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80" name="Google Shape;980;p138"/>
          <p:cNvSpPr txBox="1"/>
          <p:nvPr>
            <p:ph idx="4" type="subTitle"/>
          </p:nvPr>
        </p:nvSpPr>
        <p:spPr>
          <a:xfrm>
            <a:off x="937625" y="2690250"/>
            <a:ext cx="2175300" cy="36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981" name="Google Shape;981;p138"/>
          <p:cNvSpPr txBox="1"/>
          <p:nvPr>
            <p:ph idx="5" type="subTitle"/>
          </p:nvPr>
        </p:nvSpPr>
        <p:spPr>
          <a:xfrm>
            <a:off x="3484347" y="2690250"/>
            <a:ext cx="2175300" cy="36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982" name="Google Shape;982;p138"/>
          <p:cNvSpPr txBox="1"/>
          <p:nvPr>
            <p:ph idx="6" type="subTitle"/>
          </p:nvPr>
        </p:nvSpPr>
        <p:spPr>
          <a:xfrm>
            <a:off x="6031075" y="2690250"/>
            <a:ext cx="2175300" cy="36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983" name="Shape 983"/>
        <p:cNvGrpSpPr/>
        <p:nvPr/>
      </p:nvGrpSpPr>
      <p:grpSpPr>
        <a:xfrm>
          <a:off x="0" y="0"/>
          <a:ext cx="0" cy="0"/>
          <a:chOff x="0" y="0"/>
          <a:chExt cx="0" cy="0"/>
        </a:xfrm>
      </p:grpSpPr>
      <p:sp>
        <p:nvSpPr>
          <p:cNvPr id="984" name="Google Shape;984;p13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85" name="Google Shape;985;p13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986" name="Google Shape;986;p13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87" name="Google Shape;987;p139"/>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988" name="Google Shape;988;p13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989" name="Google Shape;989;p139"/>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990" name="Google Shape;990;p139"/>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991" name="Google Shape;991;p13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92" name="Google Shape;992;p139"/>
          <p:cNvSpPr txBox="1"/>
          <p:nvPr>
            <p:ph idx="1" type="subTitle"/>
          </p:nvPr>
        </p:nvSpPr>
        <p:spPr>
          <a:xfrm>
            <a:off x="720025" y="1610942"/>
            <a:ext cx="7704000" cy="530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993" name="Google Shape;993;p139"/>
          <p:cNvSpPr txBox="1"/>
          <p:nvPr>
            <p:ph idx="2" type="subTitle"/>
          </p:nvPr>
        </p:nvSpPr>
        <p:spPr>
          <a:xfrm>
            <a:off x="720025" y="2731125"/>
            <a:ext cx="77040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994" name="Google Shape;994;p139"/>
          <p:cNvSpPr txBox="1"/>
          <p:nvPr>
            <p:ph idx="3" type="subTitle"/>
          </p:nvPr>
        </p:nvSpPr>
        <p:spPr>
          <a:xfrm>
            <a:off x="720025" y="3851625"/>
            <a:ext cx="77040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995" name="Google Shape;995;p139"/>
          <p:cNvSpPr txBox="1"/>
          <p:nvPr>
            <p:ph idx="4" type="subTitle"/>
          </p:nvPr>
        </p:nvSpPr>
        <p:spPr>
          <a:xfrm>
            <a:off x="720025" y="1241274"/>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96" name="Google Shape;996;p139"/>
          <p:cNvSpPr txBox="1"/>
          <p:nvPr>
            <p:ph idx="5" type="subTitle"/>
          </p:nvPr>
        </p:nvSpPr>
        <p:spPr>
          <a:xfrm>
            <a:off x="720025" y="2350125"/>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97" name="Google Shape;997;p139"/>
          <p:cNvSpPr txBox="1"/>
          <p:nvPr>
            <p:ph idx="6" type="subTitle"/>
          </p:nvPr>
        </p:nvSpPr>
        <p:spPr>
          <a:xfrm>
            <a:off x="720025" y="3470625"/>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998" name="Shape 998"/>
        <p:cNvGrpSpPr/>
        <p:nvPr/>
      </p:nvGrpSpPr>
      <p:grpSpPr>
        <a:xfrm>
          <a:off x="0" y="0"/>
          <a:ext cx="0" cy="0"/>
          <a:chOff x="0" y="0"/>
          <a:chExt cx="0" cy="0"/>
        </a:xfrm>
      </p:grpSpPr>
      <p:sp>
        <p:nvSpPr>
          <p:cNvPr id="999" name="Google Shape;999;p14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00" name="Google Shape;1000;p14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001" name="Google Shape;1001;p14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02" name="Google Shape;1002;p140"/>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003" name="Google Shape;1003;p14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004" name="Google Shape;1004;p140"/>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005" name="Google Shape;1005;p140"/>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006" name="Google Shape;1006;p14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07" name="Google Shape;1007;p140"/>
          <p:cNvSpPr txBox="1"/>
          <p:nvPr>
            <p:ph idx="1" type="subTitle"/>
          </p:nvPr>
        </p:nvSpPr>
        <p:spPr>
          <a:xfrm>
            <a:off x="1381625" y="1718025"/>
            <a:ext cx="70425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008" name="Google Shape;1008;p140"/>
          <p:cNvSpPr txBox="1"/>
          <p:nvPr>
            <p:ph idx="2" type="subTitle"/>
          </p:nvPr>
        </p:nvSpPr>
        <p:spPr>
          <a:xfrm>
            <a:off x="1381635" y="2861025"/>
            <a:ext cx="70425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009" name="Google Shape;1009;p140"/>
          <p:cNvSpPr txBox="1"/>
          <p:nvPr>
            <p:ph idx="3" type="subTitle"/>
          </p:nvPr>
        </p:nvSpPr>
        <p:spPr>
          <a:xfrm>
            <a:off x="1381635" y="4004025"/>
            <a:ext cx="70425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010" name="Google Shape;1010;p140"/>
          <p:cNvSpPr txBox="1"/>
          <p:nvPr>
            <p:ph idx="4" type="subTitle"/>
          </p:nvPr>
        </p:nvSpPr>
        <p:spPr>
          <a:xfrm>
            <a:off x="1381625" y="1406025"/>
            <a:ext cx="7042500" cy="33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l">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l">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l">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l">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l">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l">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l">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011" name="Google Shape;1011;p140"/>
          <p:cNvSpPr txBox="1"/>
          <p:nvPr>
            <p:ph idx="5" type="subTitle"/>
          </p:nvPr>
        </p:nvSpPr>
        <p:spPr>
          <a:xfrm>
            <a:off x="1381625" y="2526575"/>
            <a:ext cx="7042500" cy="33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l">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l">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l">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l">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l">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l">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l">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012" name="Google Shape;1012;p140"/>
          <p:cNvSpPr txBox="1"/>
          <p:nvPr>
            <p:ph idx="6" type="subTitle"/>
          </p:nvPr>
        </p:nvSpPr>
        <p:spPr>
          <a:xfrm>
            <a:off x="1381625" y="3647125"/>
            <a:ext cx="7042500" cy="33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l">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l">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l">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l">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l">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l">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l">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013" name="Shape 1013"/>
        <p:cNvGrpSpPr/>
        <p:nvPr/>
      </p:nvGrpSpPr>
      <p:grpSpPr>
        <a:xfrm>
          <a:off x="0" y="0"/>
          <a:ext cx="0" cy="0"/>
          <a:chOff x="0" y="0"/>
          <a:chExt cx="0" cy="0"/>
        </a:xfrm>
      </p:grpSpPr>
      <p:sp>
        <p:nvSpPr>
          <p:cNvPr id="1014" name="Google Shape;1014;p14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15" name="Google Shape;1015;p14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016" name="Google Shape;1016;p14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17" name="Google Shape;1017;p141"/>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018" name="Google Shape;1018;p14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019" name="Google Shape;1019;p141"/>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020" name="Google Shape;1020;p141"/>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021" name="Google Shape;1021;p14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22" name="Google Shape;1022;p141"/>
          <p:cNvSpPr txBox="1"/>
          <p:nvPr>
            <p:ph idx="1" type="subTitle"/>
          </p:nvPr>
        </p:nvSpPr>
        <p:spPr>
          <a:xfrm>
            <a:off x="1545775" y="1975263"/>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23" name="Google Shape;1023;p141"/>
          <p:cNvSpPr txBox="1"/>
          <p:nvPr>
            <p:ph idx="2" type="subTitle"/>
          </p:nvPr>
        </p:nvSpPr>
        <p:spPr>
          <a:xfrm>
            <a:off x="5041325" y="1975263"/>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24" name="Google Shape;1024;p141"/>
          <p:cNvSpPr txBox="1"/>
          <p:nvPr>
            <p:ph idx="3" type="subTitle"/>
          </p:nvPr>
        </p:nvSpPr>
        <p:spPr>
          <a:xfrm>
            <a:off x="1545775" y="3691500"/>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25" name="Google Shape;1025;p141"/>
          <p:cNvSpPr txBox="1"/>
          <p:nvPr>
            <p:ph idx="4" type="subTitle"/>
          </p:nvPr>
        </p:nvSpPr>
        <p:spPr>
          <a:xfrm>
            <a:off x="5041325" y="3691500"/>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26" name="Google Shape;1026;p141"/>
          <p:cNvSpPr txBox="1"/>
          <p:nvPr>
            <p:ph idx="5" type="subTitle"/>
          </p:nvPr>
        </p:nvSpPr>
        <p:spPr>
          <a:xfrm>
            <a:off x="1545775" y="1670463"/>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27" name="Google Shape;1027;p141"/>
          <p:cNvSpPr txBox="1"/>
          <p:nvPr>
            <p:ph idx="6" type="subTitle"/>
          </p:nvPr>
        </p:nvSpPr>
        <p:spPr>
          <a:xfrm>
            <a:off x="5041325" y="1670463"/>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28" name="Google Shape;1028;p141"/>
          <p:cNvSpPr txBox="1"/>
          <p:nvPr>
            <p:ph idx="7" type="subTitle"/>
          </p:nvPr>
        </p:nvSpPr>
        <p:spPr>
          <a:xfrm>
            <a:off x="1545775" y="3386700"/>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29" name="Google Shape;1029;p141"/>
          <p:cNvSpPr txBox="1"/>
          <p:nvPr>
            <p:ph idx="8" type="subTitle"/>
          </p:nvPr>
        </p:nvSpPr>
        <p:spPr>
          <a:xfrm>
            <a:off x="5041325" y="3386700"/>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1030" name="Shape 1030"/>
        <p:cNvGrpSpPr/>
        <p:nvPr/>
      </p:nvGrpSpPr>
      <p:grpSpPr>
        <a:xfrm>
          <a:off x="0" y="0"/>
          <a:ext cx="0" cy="0"/>
          <a:chOff x="0" y="0"/>
          <a:chExt cx="0" cy="0"/>
        </a:xfrm>
      </p:grpSpPr>
      <p:sp>
        <p:nvSpPr>
          <p:cNvPr id="1031" name="Google Shape;1031;p14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32" name="Google Shape;1032;p14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033" name="Google Shape;1033;p14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34" name="Google Shape;1034;p142"/>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035" name="Google Shape;1035;p14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036" name="Google Shape;1036;p142"/>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037" name="Google Shape;1037;p142"/>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038" name="Google Shape;1038;p14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39" name="Google Shape;1039;p142"/>
          <p:cNvSpPr txBox="1"/>
          <p:nvPr>
            <p:ph idx="1" type="subTitle"/>
          </p:nvPr>
        </p:nvSpPr>
        <p:spPr>
          <a:xfrm>
            <a:off x="903950" y="2149201"/>
            <a:ext cx="2191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40" name="Google Shape;1040;p142"/>
          <p:cNvSpPr txBox="1"/>
          <p:nvPr>
            <p:ph idx="2" type="subTitle"/>
          </p:nvPr>
        </p:nvSpPr>
        <p:spPr>
          <a:xfrm>
            <a:off x="3478550" y="2149201"/>
            <a:ext cx="21825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41" name="Google Shape;1041;p142"/>
          <p:cNvSpPr txBox="1"/>
          <p:nvPr>
            <p:ph idx="3" type="subTitle"/>
          </p:nvPr>
        </p:nvSpPr>
        <p:spPr>
          <a:xfrm>
            <a:off x="903950" y="3579425"/>
            <a:ext cx="2191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42" name="Google Shape;1042;p142"/>
          <p:cNvSpPr txBox="1"/>
          <p:nvPr>
            <p:ph idx="4" type="subTitle"/>
          </p:nvPr>
        </p:nvSpPr>
        <p:spPr>
          <a:xfrm>
            <a:off x="3478550" y="3579425"/>
            <a:ext cx="21825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43" name="Google Shape;1043;p142"/>
          <p:cNvSpPr txBox="1"/>
          <p:nvPr>
            <p:ph idx="5" type="subTitle"/>
          </p:nvPr>
        </p:nvSpPr>
        <p:spPr>
          <a:xfrm>
            <a:off x="6048850" y="2149201"/>
            <a:ext cx="2199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44" name="Google Shape;1044;p142"/>
          <p:cNvSpPr txBox="1"/>
          <p:nvPr>
            <p:ph idx="6" type="subTitle"/>
          </p:nvPr>
        </p:nvSpPr>
        <p:spPr>
          <a:xfrm>
            <a:off x="6048850" y="3579425"/>
            <a:ext cx="2199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45" name="Google Shape;1045;p142"/>
          <p:cNvSpPr txBox="1"/>
          <p:nvPr>
            <p:ph idx="7" type="subTitle"/>
          </p:nvPr>
        </p:nvSpPr>
        <p:spPr>
          <a:xfrm>
            <a:off x="908250" y="1656600"/>
            <a:ext cx="21825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46" name="Google Shape;1046;p142"/>
          <p:cNvSpPr txBox="1"/>
          <p:nvPr>
            <p:ph idx="8" type="subTitle"/>
          </p:nvPr>
        </p:nvSpPr>
        <p:spPr>
          <a:xfrm>
            <a:off x="3482836" y="1656600"/>
            <a:ext cx="21738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47" name="Google Shape;1047;p142"/>
          <p:cNvSpPr txBox="1"/>
          <p:nvPr>
            <p:ph idx="9" type="subTitle"/>
          </p:nvPr>
        </p:nvSpPr>
        <p:spPr>
          <a:xfrm>
            <a:off x="6053173" y="1656600"/>
            <a:ext cx="21912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48" name="Google Shape;1048;p142"/>
          <p:cNvSpPr txBox="1"/>
          <p:nvPr>
            <p:ph idx="13" type="subTitle"/>
          </p:nvPr>
        </p:nvSpPr>
        <p:spPr>
          <a:xfrm>
            <a:off x="908250" y="3086800"/>
            <a:ext cx="21825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49" name="Google Shape;1049;p142"/>
          <p:cNvSpPr txBox="1"/>
          <p:nvPr>
            <p:ph idx="14" type="subTitle"/>
          </p:nvPr>
        </p:nvSpPr>
        <p:spPr>
          <a:xfrm>
            <a:off x="3482836" y="3086800"/>
            <a:ext cx="21738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0" name="Google Shape;1050;p142"/>
          <p:cNvSpPr txBox="1"/>
          <p:nvPr>
            <p:ph idx="15" type="subTitle"/>
          </p:nvPr>
        </p:nvSpPr>
        <p:spPr>
          <a:xfrm>
            <a:off x="6053173" y="3086800"/>
            <a:ext cx="21912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1051" name="Shape 1051"/>
        <p:cNvGrpSpPr/>
        <p:nvPr/>
      </p:nvGrpSpPr>
      <p:grpSpPr>
        <a:xfrm>
          <a:off x="0" y="0"/>
          <a:ext cx="0" cy="0"/>
          <a:chOff x="0" y="0"/>
          <a:chExt cx="0" cy="0"/>
        </a:xfrm>
      </p:grpSpPr>
      <p:sp>
        <p:nvSpPr>
          <p:cNvPr id="1052" name="Google Shape;1052;p14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53" name="Google Shape;1053;p14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054" name="Google Shape;1054;p14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55" name="Google Shape;1055;p143"/>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056" name="Google Shape;1056;p14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057" name="Google Shape;1057;p143"/>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058" name="Google Shape;1058;p143"/>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059" name="Google Shape;1059;p143"/>
          <p:cNvSpPr txBox="1"/>
          <p:nvPr>
            <p:ph type="title"/>
          </p:nvPr>
        </p:nvSpPr>
        <p:spPr>
          <a:xfrm>
            <a:off x="2223600" y="552112"/>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060" name="Google Shape;1060;p143"/>
          <p:cNvSpPr txBox="1"/>
          <p:nvPr>
            <p:ph idx="1" type="subTitle"/>
          </p:nvPr>
        </p:nvSpPr>
        <p:spPr>
          <a:xfrm>
            <a:off x="2223600" y="1364275"/>
            <a:ext cx="4696800" cy="428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061" name="Google Shape;1061;p143"/>
          <p:cNvSpPr txBox="1"/>
          <p:nvPr>
            <p:ph idx="2" type="title"/>
          </p:nvPr>
        </p:nvSpPr>
        <p:spPr>
          <a:xfrm>
            <a:off x="2223600" y="1904368"/>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062" name="Google Shape;1062;p143"/>
          <p:cNvSpPr txBox="1"/>
          <p:nvPr>
            <p:ph idx="3" type="subTitle"/>
          </p:nvPr>
        </p:nvSpPr>
        <p:spPr>
          <a:xfrm>
            <a:off x="2223600" y="2716527"/>
            <a:ext cx="4696800" cy="446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063" name="Google Shape;1063;p143"/>
          <p:cNvSpPr txBox="1"/>
          <p:nvPr>
            <p:ph idx="4" type="title"/>
          </p:nvPr>
        </p:nvSpPr>
        <p:spPr>
          <a:xfrm>
            <a:off x="2223600" y="3256624"/>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064" name="Google Shape;1064;p143"/>
          <p:cNvSpPr txBox="1"/>
          <p:nvPr>
            <p:ph idx="5" type="subTitle"/>
          </p:nvPr>
        </p:nvSpPr>
        <p:spPr>
          <a:xfrm>
            <a:off x="2223600" y="4068797"/>
            <a:ext cx="4696800" cy="446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065" name="Shape 1065"/>
        <p:cNvGrpSpPr/>
        <p:nvPr/>
      </p:nvGrpSpPr>
      <p:grpSpPr>
        <a:xfrm>
          <a:off x="0" y="0"/>
          <a:ext cx="0" cy="0"/>
          <a:chOff x="0" y="0"/>
          <a:chExt cx="0" cy="0"/>
        </a:xfrm>
      </p:grpSpPr>
      <p:sp>
        <p:nvSpPr>
          <p:cNvPr id="1066" name="Google Shape;1066;p14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144"/>
          <p:cNvSpPr txBox="1"/>
          <p:nvPr>
            <p:ph type="title"/>
          </p:nvPr>
        </p:nvSpPr>
        <p:spPr>
          <a:xfrm>
            <a:off x="2347938" y="540000"/>
            <a:ext cx="4448100" cy="105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75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68" name="Google Shape;1068;p144"/>
          <p:cNvSpPr txBox="1"/>
          <p:nvPr>
            <p:ph idx="1" type="subTitle"/>
          </p:nvPr>
        </p:nvSpPr>
        <p:spPr>
          <a:xfrm>
            <a:off x="2347900" y="1717825"/>
            <a:ext cx="4448100" cy="12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69" name="Google Shape;1069;p144"/>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200"/>
              <a:buFont typeface="Arial"/>
              <a:buNone/>
            </a:pPr>
            <a:r>
              <a:rPr b="0" i="0" lang="en" sz="1200" u="none" cap="none" strike="noStrike">
                <a:solidFill>
                  <a:schemeClr val="dk1"/>
                </a:solidFill>
                <a:latin typeface="Mulish"/>
                <a:ea typeface="Mulish"/>
                <a:cs typeface="Mulish"/>
                <a:sym typeface="Mulish"/>
              </a:rPr>
              <a:t>CREDITS: This presentation template was created by </a:t>
            </a:r>
            <a:r>
              <a:rPr b="1" i="0" lang="en" sz="1200" u="sng" cap="none" strike="noStrike">
                <a:solidFill>
                  <a:schemeClr val="dk1"/>
                </a:solidFill>
                <a:latin typeface="Mulish"/>
                <a:ea typeface="Mulish"/>
                <a:cs typeface="Mulish"/>
                <a:sym typeface="Mulish"/>
                <a:hlinkClick r:id="rId2">
                  <a:extLst>
                    <a:ext uri="{A12FA001-AC4F-418D-AE19-62706E023703}">
                      <ahyp:hlinkClr val="tx"/>
                    </a:ext>
                  </a:extLst>
                </a:hlinkClick>
              </a:rPr>
              <a:t>Slidesgo</a:t>
            </a:r>
            <a:r>
              <a:rPr b="1" i="0" lang="en" sz="1200" u="none" cap="none" strike="noStrike">
                <a:solidFill>
                  <a:schemeClr val="dk1"/>
                </a:solidFill>
                <a:latin typeface="Mulish"/>
                <a:ea typeface="Mulish"/>
                <a:cs typeface="Mulish"/>
                <a:sym typeface="Mulish"/>
              </a:rPr>
              <a:t>,</a:t>
            </a:r>
            <a:r>
              <a:rPr b="0" i="0" lang="en" sz="1200" u="none" cap="none" strike="noStrike">
                <a:solidFill>
                  <a:schemeClr val="dk1"/>
                </a:solidFill>
                <a:latin typeface="Mulish"/>
                <a:ea typeface="Mulish"/>
                <a:cs typeface="Mulish"/>
                <a:sym typeface="Mulish"/>
              </a:rPr>
              <a:t> and includes icons by</a:t>
            </a:r>
            <a:r>
              <a:rPr b="1" i="0" lang="en" sz="1200" u="none" cap="none" strike="noStrike">
                <a:solidFill>
                  <a:schemeClr val="dk1"/>
                </a:solidFill>
                <a:latin typeface="Mulish"/>
                <a:ea typeface="Mulish"/>
                <a:cs typeface="Mulish"/>
                <a:sym typeface="Mulish"/>
              </a:rPr>
              <a:t> </a:t>
            </a:r>
            <a:r>
              <a:rPr b="1" i="0" lang="en" sz="1200" u="sng" cap="none" strike="noStrike">
                <a:solidFill>
                  <a:schemeClr val="dk1"/>
                </a:solidFill>
                <a:latin typeface="Mulish"/>
                <a:ea typeface="Mulish"/>
                <a:cs typeface="Mulish"/>
                <a:sym typeface="Mulish"/>
                <a:hlinkClick r:id="rId3">
                  <a:extLst>
                    <a:ext uri="{A12FA001-AC4F-418D-AE19-62706E023703}">
                      <ahyp:hlinkClr val="tx"/>
                    </a:ext>
                  </a:extLst>
                </a:hlinkClick>
              </a:rPr>
              <a:t>Flaticon</a:t>
            </a:r>
            <a:r>
              <a:rPr b="1" i="0" lang="en" sz="1200" u="none" cap="none" strike="noStrike">
                <a:solidFill>
                  <a:schemeClr val="dk1"/>
                </a:solidFill>
                <a:latin typeface="Mulish"/>
                <a:ea typeface="Mulish"/>
                <a:cs typeface="Mulish"/>
                <a:sym typeface="Mulish"/>
              </a:rPr>
              <a:t>,</a:t>
            </a:r>
            <a:r>
              <a:rPr b="0" i="0" lang="en" sz="1200" u="none" cap="none" strike="noStrike">
                <a:solidFill>
                  <a:schemeClr val="dk1"/>
                </a:solidFill>
                <a:latin typeface="Mulish"/>
                <a:ea typeface="Mulish"/>
                <a:cs typeface="Mulish"/>
                <a:sym typeface="Mulish"/>
              </a:rPr>
              <a:t> and infographics &amp; images by </a:t>
            </a:r>
            <a:r>
              <a:rPr b="1" i="0" lang="en" sz="1200" u="sng" cap="none" strike="noStrike">
                <a:solidFill>
                  <a:schemeClr val="dk1"/>
                </a:solidFill>
                <a:latin typeface="Mulish"/>
                <a:ea typeface="Mulish"/>
                <a:cs typeface="Mulish"/>
                <a:sym typeface="Mulish"/>
                <a:hlinkClick r:id="rId4">
                  <a:extLst>
                    <a:ext uri="{A12FA001-AC4F-418D-AE19-62706E023703}">
                      <ahyp:hlinkClr val="tx"/>
                    </a:ext>
                  </a:extLst>
                </a:hlinkClick>
              </a:rPr>
              <a:t>Freepik</a:t>
            </a:r>
            <a:r>
              <a:rPr b="1" i="0" lang="en" sz="1200" u="sng" cap="none" strike="noStrike">
                <a:solidFill>
                  <a:schemeClr val="dk1"/>
                </a:solidFill>
                <a:latin typeface="Mulish"/>
                <a:ea typeface="Mulish"/>
                <a:cs typeface="Mulish"/>
                <a:sym typeface="Mulish"/>
              </a:rPr>
              <a:t> </a:t>
            </a:r>
            <a:endParaRPr b="1" i="0" sz="1200" u="sng" cap="none" strike="noStrike">
              <a:solidFill>
                <a:schemeClr val="dk1"/>
              </a:solidFill>
              <a:latin typeface="Mulish"/>
              <a:ea typeface="Mulish"/>
              <a:cs typeface="Mulish"/>
              <a:sym typeface="Mulish"/>
            </a:endParaRPr>
          </a:p>
        </p:txBody>
      </p:sp>
      <p:cxnSp>
        <p:nvCxnSpPr>
          <p:cNvPr id="1070" name="Google Shape;1070;p14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071" name="Google Shape;1071;p14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72" name="Google Shape;1072;p144"/>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073" name="Google Shape;1073;p144"/>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1074" name="Shape 1074"/>
        <p:cNvGrpSpPr/>
        <p:nvPr/>
      </p:nvGrpSpPr>
      <p:grpSpPr>
        <a:xfrm>
          <a:off x="0" y="0"/>
          <a:ext cx="0" cy="0"/>
          <a:chOff x="0" y="0"/>
          <a:chExt cx="0" cy="0"/>
        </a:xfrm>
      </p:grpSpPr>
      <p:sp>
        <p:nvSpPr>
          <p:cNvPr id="1075" name="Google Shape;1075;p14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14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cxnSp>
        <p:nvCxnSpPr>
          <p:cNvPr id="1077" name="Google Shape;1077;p14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078" name="Google Shape;1078;p14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79" name="Google Shape;1079;p145"/>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080" name="Google Shape;1080;p14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081" name="Google Shape;1081;p145"/>
          <p:cNvSpPr txBox="1"/>
          <p:nvPr>
            <p:ph idx="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082" name="Google Shape;1082;p145"/>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1083" name="Shape 1083"/>
        <p:cNvGrpSpPr/>
        <p:nvPr/>
      </p:nvGrpSpPr>
      <p:grpSpPr>
        <a:xfrm>
          <a:off x="0" y="0"/>
          <a:ext cx="0" cy="0"/>
          <a:chOff x="0" y="0"/>
          <a:chExt cx="0" cy="0"/>
        </a:xfrm>
      </p:grpSpPr>
      <p:sp>
        <p:nvSpPr>
          <p:cNvPr id="1084" name="Google Shape;1084;p14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
        <p:nvSpPr>
          <p:cNvPr id="1085" name="Google Shape;1085;p14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86" name="Google Shape;1086;p14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087" name="Google Shape;1087;p14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88" name="Google Shape;1088;p146"/>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089" name="Google Shape;1089;p146"/>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094" name="Shape 1094"/>
        <p:cNvGrpSpPr/>
        <p:nvPr/>
      </p:nvGrpSpPr>
      <p:grpSpPr>
        <a:xfrm>
          <a:off x="0" y="0"/>
          <a:ext cx="0" cy="0"/>
          <a:chOff x="0" y="0"/>
          <a:chExt cx="0" cy="0"/>
        </a:xfrm>
      </p:grpSpPr>
      <p:sp>
        <p:nvSpPr>
          <p:cNvPr id="1095" name="Google Shape;1095;p3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96" name="Google Shape;1096;p3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097" name="Google Shape;1097;p3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98" name="Google Shape;1098;p34"/>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099" name="Google Shape;1099;p3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100" name="Google Shape;1100;p34"/>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101" name="Google Shape;1101;p34"/>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102" name="Google Shape;1102;p34"/>
          <p:cNvSpPr txBox="1"/>
          <p:nvPr>
            <p:ph type="title"/>
          </p:nvPr>
        </p:nvSpPr>
        <p:spPr>
          <a:xfrm>
            <a:off x="720000" y="1148563"/>
            <a:ext cx="3944700" cy="160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03" name="Google Shape;1103;p34"/>
          <p:cNvSpPr txBox="1"/>
          <p:nvPr>
            <p:ph idx="1" type="subTitle"/>
          </p:nvPr>
        </p:nvSpPr>
        <p:spPr>
          <a:xfrm>
            <a:off x="720000" y="2878638"/>
            <a:ext cx="3944700" cy="111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04" name="Google Shape;1104;p34"/>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05" name="Shape 1105"/>
        <p:cNvGrpSpPr/>
        <p:nvPr/>
      </p:nvGrpSpPr>
      <p:grpSpPr>
        <a:xfrm>
          <a:off x="0" y="0"/>
          <a:ext cx="0" cy="0"/>
          <a:chOff x="0" y="0"/>
          <a:chExt cx="0" cy="0"/>
        </a:xfrm>
      </p:grpSpPr>
      <p:sp>
        <p:nvSpPr>
          <p:cNvPr id="1106" name="Google Shape;1106;p3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07" name="Google Shape;1107;p3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108" name="Google Shape;1108;p3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09" name="Google Shape;1109;p35"/>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110" name="Google Shape;1110;p3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111" name="Google Shape;1111;p35"/>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112" name="Google Shape;1112;p35"/>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113" name="Google Shape;1113;p3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14" name="Google Shape;1114;p35"/>
          <p:cNvSpPr txBox="1"/>
          <p:nvPr>
            <p:ph idx="1" type="body"/>
          </p:nvPr>
        </p:nvSpPr>
        <p:spPr>
          <a:xfrm>
            <a:off x="720000" y="1215750"/>
            <a:ext cx="7704000" cy="3233100"/>
          </a:xfrm>
          <a:prstGeom prst="rect">
            <a:avLst/>
          </a:prstGeom>
          <a:noFill/>
          <a:ln>
            <a:noFill/>
          </a:ln>
        </p:spPr>
        <p:txBody>
          <a:bodyPr anchorCtr="0" anchor="t" bIns="91425" lIns="91425" spcFirstLastPara="1" rIns="91425" wrap="square" tIns="91425">
            <a:noAutofit/>
          </a:bodyPr>
          <a:lstStyle>
            <a:lvl1pPr indent="-279400" lvl="0" marL="457200" algn="l">
              <a:lnSpc>
                <a:spcPct val="115000"/>
              </a:lnSpc>
              <a:spcBef>
                <a:spcPts val="0"/>
              </a:spcBef>
              <a:spcAft>
                <a:spcPts val="0"/>
              </a:spcAft>
              <a:buClr>
                <a:schemeClr val="dk2"/>
              </a:buClr>
              <a:buSzPts val="800"/>
              <a:buFont typeface="Nunito Light"/>
              <a:buChar char="●"/>
              <a:defRPr/>
            </a:lvl1pPr>
            <a:lvl2pPr indent="-304800" lvl="1" marL="914400" algn="l">
              <a:lnSpc>
                <a:spcPct val="115000"/>
              </a:lnSpc>
              <a:spcBef>
                <a:spcPts val="0"/>
              </a:spcBef>
              <a:spcAft>
                <a:spcPts val="0"/>
              </a:spcAft>
              <a:buSzPts val="1200"/>
              <a:buFont typeface="Nunito Light"/>
              <a:buChar char="○"/>
              <a:defRPr/>
            </a:lvl2pPr>
            <a:lvl3pPr indent="-304800" lvl="2" marL="1371600" algn="l">
              <a:lnSpc>
                <a:spcPct val="115000"/>
              </a:lnSpc>
              <a:spcBef>
                <a:spcPts val="0"/>
              </a:spcBef>
              <a:spcAft>
                <a:spcPts val="0"/>
              </a:spcAft>
              <a:buClr>
                <a:srgbClr val="FFC800"/>
              </a:buClr>
              <a:buSzPts val="1200"/>
              <a:buFont typeface="Nunito Light"/>
              <a:buChar char="■"/>
              <a:defRPr/>
            </a:lvl3pPr>
            <a:lvl4pPr indent="-304800" lvl="3" marL="1828800" algn="l">
              <a:lnSpc>
                <a:spcPct val="115000"/>
              </a:lnSpc>
              <a:spcBef>
                <a:spcPts val="1600"/>
              </a:spcBef>
              <a:spcAft>
                <a:spcPts val="0"/>
              </a:spcAft>
              <a:buClr>
                <a:srgbClr val="FFC800"/>
              </a:buClr>
              <a:buSzPts val="1200"/>
              <a:buFont typeface="Nunito Light"/>
              <a:buChar char="●"/>
              <a:defRPr/>
            </a:lvl4pPr>
            <a:lvl5pPr indent="-304800" lvl="4" marL="2286000" algn="l">
              <a:lnSpc>
                <a:spcPct val="115000"/>
              </a:lnSpc>
              <a:spcBef>
                <a:spcPts val="1600"/>
              </a:spcBef>
              <a:spcAft>
                <a:spcPts val="0"/>
              </a:spcAft>
              <a:buClr>
                <a:srgbClr val="434343"/>
              </a:buClr>
              <a:buSzPts val="1200"/>
              <a:buFont typeface="Nunito Light"/>
              <a:buChar char="○"/>
              <a:defRPr/>
            </a:lvl5pPr>
            <a:lvl6pPr indent="-304800" lvl="5" marL="2743200" algn="l">
              <a:lnSpc>
                <a:spcPct val="115000"/>
              </a:lnSpc>
              <a:spcBef>
                <a:spcPts val="1600"/>
              </a:spcBef>
              <a:spcAft>
                <a:spcPts val="0"/>
              </a:spcAft>
              <a:buClr>
                <a:srgbClr val="434343"/>
              </a:buClr>
              <a:buSzPts val="1200"/>
              <a:buFont typeface="Nunito Light"/>
              <a:buChar char="■"/>
              <a:defRPr/>
            </a:lvl6pPr>
            <a:lvl7pPr indent="-304800" lvl="6" marL="3200400" algn="l">
              <a:lnSpc>
                <a:spcPct val="115000"/>
              </a:lnSpc>
              <a:spcBef>
                <a:spcPts val="1600"/>
              </a:spcBef>
              <a:spcAft>
                <a:spcPts val="0"/>
              </a:spcAft>
              <a:buClr>
                <a:srgbClr val="434343"/>
              </a:buClr>
              <a:buSzPts val="1200"/>
              <a:buFont typeface="Nunito Light"/>
              <a:buChar char="●"/>
              <a:defRPr/>
            </a:lvl7pPr>
            <a:lvl8pPr indent="-304800" lvl="7" marL="3657600" algn="l">
              <a:lnSpc>
                <a:spcPct val="115000"/>
              </a:lnSpc>
              <a:spcBef>
                <a:spcPts val="1600"/>
              </a:spcBef>
              <a:spcAft>
                <a:spcPts val="0"/>
              </a:spcAft>
              <a:buClr>
                <a:srgbClr val="434343"/>
              </a:buClr>
              <a:buSzPts val="1200"/>
              <a:buFont typeface="Nunito Light"/>
              <a:buChar char="○"/>
              <a:defRPr/>
            </a:lvl8pPr>
            <a:lvl9pPr indent="-304800" lvl="8" marL="4114800" algn="l">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115" name="Shape 1115"/>
        <p:cNvGrpSpPr/>
        <p:nvPr/>
      </p:nvGrpSpPr>
      <p:grpSpPr>
        <a:xfrm>
          <a:off x="0" y="0"/>
          <a:ext cx="0" cy="0"/>
          <a:chOff x="0" y="0"/>
          <a:chExt cx="0" cy="0"/>
        </a:xfrm>
      </p:grpSpPr>
      <p:sp>
        <p:nvSpPr>
          <p:cNvPr id="1116" name="Google Shape;1116;p3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36"/>
          <p:cNvSpPr txBox="1"/>
          <p:nvPr>
            <p:ph type="title"/>
          </p:nvPr>
        </p:nvSpPr>
        <p:spPr>
          <a:xfrm>
            <a:off x="2347938" y="540000"/>
            <a:ext cx="4448100" cy="105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75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18" name="Google Shape;1118;p36"/>
          <p:cNvSpPr txBox="1"/>
          <p:nvPr>
            <p:ph idx="1" type="subTitle"/>
          </p:nvPr>
        </p:nvSpPr>
        <p:spPr>
          <a:xfrm>
            <a:off x="2347900" y="1717825"/>
            <a:ext cx="4448100" cy="12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19" name="Google Shape;1119;p36"/>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200"/>
              <a:buFont typeface="Arial"/>
              <a:buNone/>
            </a:pPr>
            <a:r>
              <a:rPr b="0" i="0" lang="en" sz="1200" u="none" cap="none" strike="noStrike">
                <a:solidFill>
                  <a:schemeClr val="dk1"/>
                </a:solidFill>
                <a:latin typeface="Mulish"/>
                <a:ea typeface="Mulish"/>
                <a:cs typeface="Mulish"/>
                <a:sym typeface="Mulish"/>
              </a:rPr>
              <a:t>CREDITS: This presentation template was created by </a:t>
            </a:r>
            <a:r>
              <a:rPr b="1" i="0" lang="en" sz="1200" u="sng" cap="none" strike="noStrike">
                <a:solidFill>
                  <a:schemeClr val="dk1"/>
                </a:solidFill>
                <a:latin typeface="Mulish"/>
                <a:ea typeface="Mulish"/>
                <a:cs typeface="Mulish"/>
                <a:sym typeface="Mulish"/>
                <a:hlinkClick r:id="rId2">
                  <a:extLst>
                    <a:ext uri="{A12FA001-AC4F-418D-AE19-62706E023703}">
                      <ahyp:hlinkClr val="tx"/>
                    </a:ext>
                  </a:extLst>
                </a:hlinkClick>
              </a:rPr>
              <a:t>Slidesgo</a:t>
            </a:r>
            <a:r>
              <a:rPr b="1" i="0" lang="en" sz="1200" u="none" cap="none" strike="noStrike">
                <a:solidFill>
                  <a:schemeClr val="dk1"/>
                </a:solidFill>
                <a:latin typeface="Mulish"/>
                <a:ea typeface="Mulish"/>
                <a:cs typeface="Mulish"/>
                <a:sym typeface="Mulish"/>
              </a:rPr>
              <a:t>,</a:t>
            </a:r>
            <a:r>
              <a:rPr b="0" i="0" lang="en" sz="1200" u="none" cap="none" strike="noStrike">
                <a:solidFill>
                  <a:schemeClr val="dk1"/>
                </a:solidFill>
                <a:latin typeface="Mulish"/>
                <a:ea typeface="Mulish"/>
                <a:cs typeface="Mulish"/>
                <a:sym typeface="Mulish"/>
              </a:rPr>
              <a:t> and includes icons by</a:t>
            </a:r>
            <a:r>
              <a:rPr b="1" i="0" lang="en" sz="1200" u="none" cap="none" strike="noStrike">
                <a:solidFill>
                  <a:schemeClr val="dk1"/>
                </a:solidFill>
                <a:latin typeface="Mulish"/>
                <a:ea typeface="Mulish"/>
                <a:cs typeface="Mulish"/>
                <a:sym typeface="Mulish"/>
              </a:rPr>
              <a:t> </a:t>
            </a:r>
            <a:r>
              <a:rPr b="1" i="0" lang="en" sz="1200" u="sng" cap="none" strike="noStrike">
                <a:solidFill>
                  <a:schemeClr val="dk1"/>
                </a:solidFill>
                <a:latin typeface="Mulish"/>
                <a:ea typeface="Mulish"/>
                <a:cs typeface="Mulish"/>
                <a:sym typeface="Mulish"/>
                <a:hlinkClick r:id="rId3">
                  <a:extLst>
                    <a:ext uri="{A12FA001-AC4F-418D-AE19-62706E023703}">
                      <ahyp:hlinkClr val="tx"/>
                    </a:ext>
                  </a:extLst>
                </a:hlinkClick>
              </a:rPr>
              <a:t>Flaticon</a:t>
            </a:r>
            <a:r>
              <a:rPr b="1" i="0" lang="en" sz="1200" u="none" cap="none" strike="noStrike">
                <a:solidFill>
                  <a:schemeClr val="dk1"/>
                </a:solidFill>
                <a:latin typeface="Mulish"/>
                <a:ea typeface="Mulish"/>
                <a:cs typeface="Mulish"/>
                <a:sym typeface="Mulish"/>
              </a:rPr>
              <a:t>,</a:t>
            </a:r>
            <a:r>
              <a:rPr b="0" i="0" lang="en" sz="1200" u="none" cap="none" strike="noStrike">
                <a:solidFill>
                  <a:schemeClr val="dk1"/>
                </a:solidFill>
                <a:latin typeface="Mulish"/>
                <a:ea typeface="Mulish"/>
                <a:cs typeface="Mulish"/>
                <a:sym typeface="Mulish"/>
              </a:rPr>
              <a:t> and infographics &amp; images by </a:t>
            </a:r>
            <a:r>
              <a:rPr b="1" i="0" lang="en" sz="1200" u="sng" cap="none" strike="noStrike">
                <a:solidFill>
                  <a:schemeClr val="dk1"/>
                </a:solidFill>
                <a:latin typeface="Mulish"/>
                <a:ea typeface="Mulish"/>
                <a:cs typeface="Mulish"/>
                <a:sym typeface="Mulish"/>
                <a:hlinkClick r:id="rId4">
                  <a:extLst>
                    <a:ext uri="{A12FA001-AC4F-418D-AE19-62706E023703}">
                      <ahyp:hlinkClr val="tx"/>
                    </a:ext>
                  </a:extLst>
                </a:hlinkClick>
              </a:rPr>
              <a:t>Freepik</a:t>
            </a:r>
            <a:r>
              <a:rPr b="1" i="0" lang="en" sz="1200" u="sng" cap="none" strike="noStrike">
                <a:solidFill>
                  <a:schemeClr val="dk1"/>
                </a:solidFill>
                <a:latin typeface="Mulish"/>
                <a:ea typeface="Mulish"/>
                <a:cs typeface="Mulish"/>
                <a:sym typeface="Mulish"/>
              </a:rPr>
              <a:t> </a:t>
            </a:r>
            <a:endParaRPr b="1" i="0" sz="1200" u="sng" cap="none" strike="noStrike">
              <a:solidFill>
                <a:schemeClr val="dk1"/>
              </a:solidFill>
              <a:latin typeface="Mulish"/>
              <a:ea typeface="Mulish"/>
              <a:cs typeface="Mulish"/>
              <a:sym typeface="Mulish"/>
            </a:endParaRPr>
          </a:p>
        </p:txBody>
      </p:sp>
      <p:cxnSp>
        <p:nvCxnSpPr>
          <p:cNvPr id="1120" name="Google Shape;1120;p3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121" name="Google Shape;1121;p3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22" name="Google Shape;1122;p36"/>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123" name="Google Shape;1123;p36"/>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1124" name="Shape 1124"/>
        <p:cNvGrpSpPr/>
        <p:nvPr/>
      </p:nvGrpSpPr>
      <p:grpSpPr>
        <a:xfrm>
          <a:off x="0" y="0"/>
          <a:ext cx="0" cy="0"/>
          <a:chOff x="0" y="0"/>
          <a:chExt cx="0" cy="0"/>
        </a:xfrm>
      </p:grpSpPr>
      <p:sp>
        <p:nvSpPr>
          <p:cNvPr id="1125" name="Google Shape;1125;p10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103"/>
          <p:cNvSpPr txBox="1"/>
          <p:nvPr>
            <p:ph type="ctrTitle"/>
          </p:nvPr>
        </p:nvSpPr>
        <p:spPr>
          <a:xfrm>
            <a:off x="1609200" y="1424875"/>
            <a:ext cx="5925600" cy="20793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27" name="Google Shape;1127;p103"/>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128" name="Shape 1128"/>
        <p:cNvGrpSpPr/>
        <p:nvPr/>
      </p:nvGrpSpPr>
      <p:grpSpPr>
        <a:xfrm>
          <a:off x="0" y="0"/>
          <a:ext cx="0" cy="0"/>
          <a:chOff x="0" y="0"/>
          <a:chExt cx="0" cy="0"/>
        </a:xfrm>
      </p:grpSpPr>
      <p:sp>
        <p:nvSpPr>
          <p:cNvPr id="1129" name="Google Shape;1129;p10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104"/>
          <p:cNvSpPr txBox="1"/>
          <p:nvPr>
            <p:ph type="title"/>
          </p:nvPr>
        </p:nvSpPr>
        <p:spPr>
          <a:xfrm>
            <a:off x="3579950" y="1854500"/>
            <a:ext cx="36048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131" name="Google Shape;1131;p104"/>
          <p:cNvSpPr txBox="1"/>
          <p:nvPr>
            <p:ph idx="2" type="title"/>
          </p:nvPr>
        </p:nvSpPr>
        <p:spPr>
          <a:xfrm>
            <a:off x="1959250" y="1854500"/>
            <a:ext cx="11898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solidFill>
                  <a:schemeClr val="dk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1132" name="Google Shape;1132;p104"/>
          <p:cNvSpPr txBox="1"/>
          <p:nvPr>
            <p:ph idx="1" type="subTitle"/>
          </p:nvPr>
        </p:nvSpPr>
        <p:spPr>
          <a:xfrm>
            <a:off x="1959250" y="2939075"/>
            <a:ext cx="5225400" cy="4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1133" name="Google Shape;1133;p104"/>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1134" name="Google Shape;1134;p10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135" name="Google Shape;1135;p10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36" name="Google Shape;1136;p104"/>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137" name="Google Shape;1137;p10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138" name="Google Shape;1138;p104"/>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139" name="Google Shape;1139;p104"/>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140" name="Google Shape;1140;p104"/>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1" name="Shape 1141"/>
        <p:cNvGrpSpPr/>
        <p:nvPr/>
      </p:nvGrpSpPr>
      <p:grpSpPr>
        <a:xfrm>
          <a:off x="0" y="0"/>
          <a:ext cx="0" cy="0"/>
          <a:chOff x="0" y="0"/>
          <a:chExt cx="0" cy="0"/>
        </a:xfrm>
      </p:grpSpPr>
      <p:sp>
        <p:nvSpPr>
          <p:cNvPr id="1142" name="Google Shape;1142;p10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43" name="Google Shape;1143;p10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144" name="Google Shape;1144;p10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45" name="Google Shape;1145;p105"/>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146" name="Google Shape;1146;p10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147" name="Google Shape;1147;p105"/>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148" name="Google Shape;1148;p105"/>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149" name="Google Shape;1149;p10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50" name="Google Shape;1150;p105"/>
          <p:cNvSpPr txBox="1"/>
          <p:nvPr>
            <p:ph idx="1" type="subTitle"/>
          </p:nvPr>
        </p:nvSpPr>
        <p:spPr>
          <a:xfrm>
            <a:off x="4747387" y="1872353"/>
            <a:ext cx="3698100" cy="273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1151" name="Google Shape;1151;p105"/>
          <p:cNvSpPr txBox="1"/>
          <p:nvPr>
            <p:ph idx="2" type="subTitle"/>
          </p:nvPr>
        </p:nvSpPr>
        <p:spPr>
          <a:xfrm>
            <a:off x="726675" y="1872353"/>
            <a:ext cx="3698100" cy="273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1152" name="Google Shape;1152;p105"/>
          <p:cNvSpPr txBox="1"/>
          <p:nvPr>
            <p:ph idx="3" type="subTitle"/>
          </p:nvPr>
        </p:nvSpPr>
        <p:spPr>
          <a:xfrm>
            <a:off x="726675" y="1313225"/>
            <a:ext cx="3698100" cy="422400"/>
          </a:xfrm>
          <a:prstGeom prst="rect">
            <a:avLst/>
          </a:prstGeom>
          <a:noFill/>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3" name="Google Shape;1153;p105"/>
          <p:cNvSpPr txBox="1"/>
          <p:nvPr>
            <p:ph idx="4" type="subTitle"/>
          </p:nvPr>
        </p:nvSpPr>
        <p:spPr>
          <a:xfrm>
            <a:off x="4747375" y="1313225"/>
            <a:ext cx="3698100" cy="422400"/>
          </a:xfrm>
          <a:prstGeom prst="rect">
            <a:avLst/>
          </a:prstGeom>
          <a:noFill/>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54" name="Shape 1154"/>
        <p:cNvGrpSpPr/>
        <p:nvPr/>
      </p:nvGrpSpPr>
      <p:grpSpPr>
        <a:xfrm>
          <a:off x="0" y="0"/>
          <a:ext cx="0" cy="0"/>
          <a:chOff x="0" y="0"/>
          <a:chExt cx="0" cy="0"/>
        </a:xfrm>
      </p:grpSpPr>
      <p:sp>
        <p:nvSpPr>
          <p:cNvPr id="1155" name="Google Shape;1155;p10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56" name="Google Shape;1156;p10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157" name="Google Shape;1157;p10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58" name="Google Shape;1158;p106"/>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159" name="Google Shape;1159;p10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160" name="Google Shape;1160;p106"/>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161" name="Google Shape;1161;p106"/>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162" name="Google Shape;1162;p10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63" name="Shape 1163"/>
        <p:cNvGrpSpPr/>
        <p:nvPr/>
      </p:nvGrpSpPr>
      <p:grpSpPr>
        <a:xfrm>
          <a:off x="0" y="0"/>
          <a:ext cx="0" cy="0"/>
          <a:chOff x="0" y="0"/>
          <a:chExt cx="0" cy="0"/>
        </a:xfrm>
      </p:grpSpPr>
      <p:sp>
        <p:nvSpPr>
          <p:cNvPr id="1164" name="Google Shape;1164;p10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65" name="Google Shape;1165;p10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166" name="Google Shape;1166;p10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67" name="Google Shape;1167;p107"/>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168" name="Google Shape;1168;p10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169" name="Google Shape;1169;p107"/>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170" name="Google Shape;1170;p107"/>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171" name="Google Shape;1171;p107"/>
          <p:cNvSpPr txBox="1"/>
          <p:nvPr>
            <p:ph type="title"/>
          </p:nvPr>
        </p:nvSpPr>
        <p:spPr>
          <a:xfrm>
            <a:off x="720000" y="445025"/>
            <a:ext cx="62664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72" name="Google Shape;1172;p107"/>
          <p:cNvSpPr txBox="1"/>
          <p:nvPr>
            <p:ph idx="1" type="subTitle"/>
          </p:nvPr>
        </p:nvSpPr>
        <p:spPr>
          <a:xfrm>
            <a:off x="720000" y="1347250"/>
            <a:ext cx="7324500" cy="3173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73" name="Shape 1173"/>
        <p:cNvGrpSpPr/>
        <p:nvPr/>
      </p:nvGrpSpPr>
      <p:grpSpPr>
        <a:xfrm>
          <a:off x="0" y="0"/>
          <a:ext cx="0" cy="0"/>
          <a:chOff x="0" y="0"/>
          <a:chExt cx="0" cy="0"/>
        </a:xfrm>
      </p:grpSpPr>
      <p:sp>
        <p:nvSpPr>
          <p:cNvPr id="1174" name="Google Shape;1174;p10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108"/>
          <p:cNvSpPr txBox="1"/>
          <p:nvPr>
            <p:ph type="title"/>
          </p:nvPr>
        </p:nvSpPr>
        <p:spPr>
          <a:xfrm>
            <a:off x="969825" y="2079259"/>
            <a:ext cx="7204500" cy="8790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cxnSp>
        <p:nvCxnSpPr>
          <p:cNvPr id="1176" name="Google Shape;1176;p10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177" name="Google Shape;1177;p10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78" name="Google Shape;1178;p108"/>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179" name="Google Shape;1179;p10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180" name="Google Shape;1180;p108"/>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181" name="Google Shape;1181;p108"/>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82" name="Shape 1182"/>
        <p:cNvGrpSpPr/>
        <p:nvPr/>
      </p:nvGrpSpPr>
      <p:grpSpPr>
        <a:xfrm>
          <a:off x="0" y="0"/>
          <a:ext cx="0" cy="0"/>
          <a:chOff x="0" y="0"/>
          <a:chExt cx="0" cy="0"/>
        </a:xfrm>
      </p:grpSpPr>
      <p:sp>
        <p:nvSpPr>
          <p:cNvPr id="1183" name="Google Shape;1183;p109"/>
          <p:cNvSpPr txBox="1"/>
          <p:nvPr>
            <p:ph type="title"/>
          </p:nvPr>
        </p:nvSpPr>
        <p:spPr>
          <a:xfrm>
            <a:off x="720000" y="1413525"/>
            <a:ext cx="4294800" cy="2095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4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84" name="Google Shape;1184;p109"/>
          <p:cNvSpPr txBox="1"/>
          <p:nvPr>
            <p:ph idx="1" type="subTitle"/>
          </p:nvPr>
        </p:nvSpPr>
        <p:spPr>
          <a:xfrm>
            <a:off x="720000" y="3508800"/>
            <a:ext cx="4294800" cy="1004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85" name="Google Shape;1185;p10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6" name="Shape 1186"/>
        <p:cNvGrpSpPr/>
        <p:nvPr/>
      </p:nvGrpSpPr>
      <p:grpSpPr>
        <a:xfrm>
          <a:off x="0" y="0"/>
          <a:ext cx="0" cy="0"/>
          <a:chOff x="0" y="0"/>
          <a:chExt cx="0" cy="0"/>
        </a:xfrm>
      </p:grpSpPr>
      <p:sp>
        <p:nvSpPr>
          <p:cNvPr id="1187" name="Google Shape;1187;p110"/>
          <p:cNvSpPr/>
          <p:nvPr>
            <p:ph idx="2" type="pic"/>
          </p:nvPr>
        </p:nvSpPr>
        <p:spPr>
          <a:xfrm>
            <a:off x="0" y="0"/>
            <a:ext cx="9144000" cy="5143500"/>
          </a:xfrm>
          <a:prstGeom prst="rect">
            <a:avLst/>
          </a:prstGeom>
          <a:noFill/>
          <a:ln>
            <a:noFill/>
          </a:ln>
        </p:spPr>
      </p:sp>
      <p:sp>
        <p:nvSpPr>
          <p:cNvPr id="1188" name="Google Shape;1188;p110"/>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solidFill>
                  <a:schemeClr val="dk2"/>
                </a:solidFill>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89" name="Shape 1189"/>
        <p:cNvGrpSpPr/>
        <p:nvPr/>
      </p:nvGrpSpPr>
      <p:grpSpPr>
        <a:xfrm>
          <a:off x="0" y="0"/>
          <a:ext cx="0" cy="0"/>
          <a:chOff x="0" y="0"/>
          <a:chExt cx="0" cy="0"/>
        </a:xfrm>
      </p:grpSpPr>
      <p:sp>
        <p:nvSpPr>
          <p:cNvPr id="1190" name="Google Shape;1190;p11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91" name="Google Shape;1191;p11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192" name="Google Shape;1192;p11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93" name="Google Shape;1193;p111"/>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194" name="Google Shape;1194;p11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195" name="Google Shape;1195;p111"/>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196" name="Google Shape;1196;p111"/>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197" name="Google Shape;1197;p111"/>
          <p:cNvSpPr txBox="1"/>
          <p:nvPr>
            <p:ph hasCustomPrompt="1" type="title"/>
          </p:nvPr>
        </p:nvSpPr>
        <p:spPr>
          <a:xfrm>
            <a:off x="1284000" y="1429725"/>
            <a:ext cx="6576000" cy="140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9600"/>
              <a:buNone/>
              <a:defRPr sz="6000">
                <a:solidFill>
                  <a:schemeClr val="dk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198" name="Google Shape;1198;p111"/>
          <p:cNvSpPr txBox="1"/>
          <p:nvPr>
            <p:ph idx="1" type="subTitle"/>
          </p:nvPr>
        </p:nvSpPr>
        <p:spPr>
          <a:xfrm>
            <a:off x="1284000" y="2985500"/>
            <a:ext cx="6576000" cy="497100"/>
          </a:xfrm>
          <a:prstGeom prst="rect">
            <a:avLst/>
          </a:prstGeom>
          <a:noFill/>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1199" name="Shape 1199"/>
        <p:cNvGrpSpPr/>
        <p:nvPr/>
      </p:nvGrpSpPr>
      <p:grpSpPr>
        <a:xfrm>
          <a:off x="0" y="0"/>
          <a:ext cx="0" cy="0"/>
          <a:chOff x="0" y="0"/>
          <a:chExt cx="0" cy="0"/>
        </a:xfrm>
      </p:grpSpPr>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200" name="Shape 1200"/>
        <p:cNvGrpSpPr/>
        <p:nvPr/>
      </p:nvGrpSpPr>
      <p:grpSpPr>
        <a:xfrm>
          <a:off x="0" y="0"/>
          <a:ext cx="0" cy="0"/>
          <a:chOff x="0" y="0"/>
          <a:chExt cx="0" cy="0"/>
        </a:xfrm>
      </p:grpSpPr>
      <p:sp>
        <p:nvSpPr>
          <p:cNvPr id="1201" name="Google Shape;1201;p11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1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03" name="Google Shape;1203;p113"/>
          <p:cNvSpPr txBox="1"/>
          <p:nvPr>
            <p:ph idx="1" type="subTitle"/>
          </p:nvPr>
        </p:nvSpPr>
        <p:spPr>
          <a:xfrm>
            <a:off x="713225" y="20181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04" name="Google Shape;1204;p113"/>
          <p:cNvSpPr txBox="1"/>
          <p:nvPr>
            <p:ph idx="2" type="subTitle"/>
          </p:nvPr>
        </p:nvSpPr>
        <p:spPr>
          <a:xfrm>
            <a:off x="713225" y="3870728"/>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05" name="Google Shape;1205;p113"/>
          <p:cNvSpPr txBox="1"/>
          <p:nvPr>
            <p:ph idx="3" type="subTitle"/>
          </p:nvPr>
        </p:nvSpPr>
        <p:spPr>
          <a:xfrm>
            <a:off x="3359125" y="38707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06" name="Google Shape;1206;p113"/>
          <p:cNvSpPr txBox="1"/>
          <p:nvPr>
            <p:ph idx="4" type="subTitle"/>
          </p:nvPr>
        </p:nvSpPr>
        <p:spPr>
          <a:xfrm>
            <a:off x="3359125" y="20180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07" name="Google Shape;1207;p113"/>
          <p:cNvSpPr txBox="1"/>
          <p:nvPr>
            <p:ph idx="5" type="title"/>
          </p:nvPr>
        </p:nvSpPr>
        <p:spPr>
          <a:xfrm>
            <a:off x="713225" y="1141288"/>
            <a:ext cx="656100" cy="4380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08" name="Google Shape;1208;p113"/>
          <p:cNvSpPr txBox="1"/>
          <p:nvPr>
            <p:ph idx="6" type="title"/>
          </p:nvPr>
        </p:nvSpPr>
        <p:spPr>
          <a:xfrm>
            <a:off x="3359125" y="2994063"/>
            <a:ext cx="656100" cy="4389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09" name="Google Shape;1209;p113"/>
          <p:cNvSpPr txBox="1"/>
          <p:nvPr>
            <p:ph idx="7" type="title"/>
          </p:nvPr>
        </p:nvSpPr>
        <p:spPr>
          <a:xfrm>
            <a:off x="713225" y="2994063"/>
            <a:ext cx="656100" cy="4389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10" name="Google Shape;1210;p113"/>
          <p:cNvSpPr txBox="1"/>
          <p:nvPr>
            <p:ph idx="8" type="title"/>
          </p:nvPr>
        </p:nvSpPr>
        <p:spPr>
          <a:xfrm>
            <a:off x="3359125" y="1142055"/>
            <a:ext cx="656100" cy="4380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11" name="Google Shape;1211;p113"/>
          <p:cNvSpPr txBox="1"/>
          <p:nvPr>
            <p:ph idx="9" type="subTitle"/>
          </p:nvPr>
        </p:nvSpPr>
        <p:spPr>
          <a:xfrm>
            <a:off x="5997638" y="38707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12" name="Google Shape;1212;p113"/>
          <p:cNvSpPr txBox="1"/>
          <p:nvPr>
            <p:ph idx="13" type="subTitle"/>
          </p:nvPr>
        </p:nvSpPr>
        <p:spPr>
          <a:xfrm>
            <a:off x="5997638" y="2018025"/>
            <a:ext cx="2426100" cy="538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13" name="Google Shape;1213;p113"/>
          <p:cNvSpPr txBox="1"/>
          <p:nvPr>
            <p:ph idx="14" type="title"/>
          </p:nvPr>
        </p:nvSpPr>
        <p:spPr>
          <a:xfrm>
            <a:off x="5997638" y="2994063"/>
            <a:ext cx="656100" cy="4389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14" name="Google Shape;1214;p113"/>
          <p:cNvSpPr txBox="1"/>
          <p:nvPr>
            <p:ph idx="15" type="title"/>
          </p:nvPr>
        </p:nvSpPr>
        <p:spPr>
          <a:xfrm>
            <a:off x="5997638" y="1142055"/>
            <a:ext cx="656100" cy="4380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3000"/>
              <a:buNone/>
              <a:defRPr sz="28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15" name="Google Shape;1215;p113"/>
          <p:cNvSpPr txBox="1"/>
          <p:nvPr>
            <p:ph idx="16" type="subTitle"/>
          </p:nvPr>
        </p:nvSpPr>
        <p:spPr>
          <a:xfrm>
            <a:off x="713225" y="1594575"/>
            <a:ext cx="2423100" cy="438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16" name="Google Shape;1216;p113"/>
          <p:cNvSpPr txBox="1"/>
          <p:nvPr>
            <p:ph idx="17" type="subTitle"/>
          </p:nvPr>
        </p:nvSpPr>
        <p:spPr>
          <a:xfrm>
            <a:off x="713225" y="3447136"/>
            <a:ext cx="2423100" cy="428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17" name="Google Shape;1217;p113"/>
          <p:cNvSpPr txBox="1"/>
          <p:nvPr>
            <p:ph idx="18" type="subTitle"/>
          </p:nvPr>
        </p:nvSpPr>
        <p:spPr>
          <a:xfrm>
            <a:off x="3359125" y="3447125"/>
            <a:ext cx="2423100" cy="428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18" name="Google Shape;1218;p113"/>
          <p:cNvSpPr txBox="1"/>
          <p:nvPr>
            <p:ph idx="19" type="subTitle"/>
          </p:nvPr>
        </p:nvSpPr>
        <p:spPr>
          <a:xfrm>
            <a:off x="3359125" y="1594575"/>
            <a:ext cx="2423100" cy="438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19" name="Google Shape;1219;p113"/>
          <p:cNvSpPr txBox="1"/>
          <p:nvPr>
            <p:ph idx="20" type="subTitle"/>
          </p:nvPr>
        </p:nvSpPr>
        <p:spPr>
          <a:xfrm>
            <a:off x="5997638" y="3447125"/>
            <a:ext cx="2423100" cy="428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20" name="Google Shape;1220;p113"/>
          <p:cNvSpPr txBox="1"/>
          <p:nvPr>
            <p:ph idx="21" type="subTitle"/>
          </p:nvPr>
        </p:nvSpPr>
        <p:spPr>
          <a:xfrm>
            <a:off x="5997638" y="1594575"/>
            <a:ext cx="2423100" cy="438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1221" name="Google Shape;1221;p11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222" name="Google Shape;1222;p11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23" name="Google Shape;1223;p113"/>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224" name="Google Shape;1224;p11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225" name="Google Shape;1225;p113"/>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226" name="Google Shape;1226;p113"/>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227" name="Shape 1227"/>
        <p:cNvGrpSpPr/>
        <p:nvPr/>
      </p:nvGrpSpPr>
      <p:grpSpPr>
        <a:xfrm>
          <a:off x="0" y="0"/>
          <a:ext cx="0" cy="0"/>
          <a:chOff x="0" y="0"/>
          <a:chExt cx="0" cy="0"/>
        </a:xfrm>
      </p:grpSpPr>
      <p:sp>
        <p:nvSpPr>
          <p:cNvPr id="1228" name="Google Shape;1228;p11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29" name="Google Shape;1229;p11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230" name="Google Shape;1230;p11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31" name="Google Shape;1231;p114"/>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232" name="Google Shape;1232;p11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233" name="Google Shape;1233;p114"/>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234" name="Google Shape;1234;p114"/>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235" name="Google Shape;1235;p114"/>
          <p:cNvSpPr txBox="1"/>
          <p:nvPr>
            <p:ph type="title"/>
          </p:nvPr>
        </p:nvSpPr>
        <p:spPr>
          <a:xfrm>
            <a:off x="969900" y="3387600"/>
            <a:ext cx="7204200" cy="531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236" name="Google Shape;1236;p114"/>
          <p:cNvSpPr txBox="1"/>
          <p:nvPr>
            <p:ph idx="1" type="subTitle"/>
          </p:nvPr>
        </p:nvSpPr>
        <p:spPr>
          <a:xfrm>
            <a:off x="969900" y="1312625"/>
            <a:ext cx="7204200" cy="14784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237" name="Shape 1237"/>
        <p:cNvGrpSpPr/>
        <p:nvPr/>
      </p:nvGrpSpPr>
      <p:grpSpPr>
        <a:xfrm>
          <a:off x="0" y="0"/>
          <a:ext cx="0" cy="0"/>
          <a:chOff x="0" y="0"/>
          <a:chExt cx="0" cy="0"/>
        </a:xfrm>
      </p:grpSpPr>
      <p:sp>
        <p:nvSpPr>
          <p:cNvPr id="1238" name="Google Shape;1238;p11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39" name="Google Shape;1239;p11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240" name="Google Shape;1240;p11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41" name="Google Shape;1241;p115"/>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242" name="Google Shape;1242;p11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243" name="Google Shape;1243;p115"/>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244" name="Google Shape;1244;p115"/>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245" name="Google Shape;1245;p115"/>
          <p:cNvSpPr txBox="1"/>
          <p:nvPr>
            <p:ph type="title"/>
          </p:nvPr>
        </p:nvSpPr>
        <p:spPr>
          <a:xfrm>
            <a:off x="720000" y="1568400"/>
            <a:ext cx="2891400" cy="700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46" name="Google Shape;1246;p115"/>
          <p:cNvSpPr txBox="1"/>
          <p:nvPr>
            <p:ph idx="1" type="subTitle"/>
          </p:nvPr>
        </p:nvSpPr>
        <p:spPr>
          <a:xfrm>
            <a:off x="720000" y="2268888"/>
            <a:ext cx="2891400" cy="1306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247" name="Shape 1247"/>
        <p:cNvGrpSpPr/>
        <p:nvPr/>
      </p:nvGrpSpPr>
      <p:grpSpPr>
        <a:xfrm>
          <a:off x="0" y="0"/>
          <a:ext cx="0" cy="0"/>
          <a:chOff x="0" y="0"/>
          <a:chExt cx="0" cy="0"/>
        </a:xfrm>
      </p:grpSpPr>
      <p:sp>
        <p:nvSpPr>
          <p:cNvPr id="1248" name="Google Shape;1248;p11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49" name="Google Shape;1249;p11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250" name="Google Shape;1250;p11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51" name="Google Shape;1251;p116"/>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252" name="Google Shape;1252;p11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253" name="Google Shape;1253;p116"/>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254" name="Google Shape;1254;p116"/>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255" name="Google Shape;1255;p11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56" name="Google Shape;1256;p116"/>
          <p:cNvSpPr txBox="1"/>
          <p:nvPr>
            <p:ph idx="1" type="subTitle"/>
          </p:nvPr>
        </p:nvSpPr>
        <p:spPr>
          <a:xfrm>
            <a:off x="937625" y="30712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57" name="Google Shape;1257;p116"/>
          <p:cNvSpPr txBox="1"/>
          <p:nvPr>
            <p:ph idx="2" type="subTitle"/>
          </p:nvPr>
        </p:nvSpPr>
        <p:spPr>
          <a:xfrm>
            <a:off x="3484346" y="30712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58" name="Google Shape;1258;p116"/>
          <p:cNvSpPr txBox="1"/>
          <p:nvPr>
            <p:ph idx="3" type="subTitle"/>
          </p:nvPr>
        </p:nvSpPr>
        <p:spPr>
          <a:xfrm>
            <a:off x="6031074" y="3071250"/>
            <a:ext cx="2175300" cy="869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59" name="Google Shape;1259;p116"/>
          <p:cNvSpPr txBox="1"/>
          <p:nvPr>
            <p:ph idx="4" type="subTitle"/>
          </p:nvPr>
        </p:nvSpPr>
        <p:spPr>
          <a:xfrm>
            <a:off x="937625" y="2690250"/>
            <a:ext cx="2175300" cy="36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260" name="Google Shape;1260;p116"/>
          <p:cNvSpPr txBox="1"/>
          <p:nvPr>
            <p:ph idx="5" type="subTitle"/>
          </p:nvPr>
        </p:nvSpPr>
        <p:spPr>
          <a:xfrm>
            <a:off x="3484347" y="2690250"/>
            <a:ext cx="2175300" cy="36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261" name="Google Shape;1261;p116"/>
          <p:cNvSpPr txBox="1"/>
          <p:nvPr>
            <p:ph idx="6" type="subTitle"/>
          </p:nvPr>
        </p:nvSpPr>
        <p:spPr>
          <a:xfrm>
            <a:off x="6031075" y="2690250"/>
            <a:ext cx="2175300" cy="36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262" name="Shape 1262"/>
        <p:cNvGrpSpPr/>
        <p:nvPr/>
      </p:nvGrpSpPr>
      <p:grpSpPr>
        <a:xfrm>
          <a:off x="0" y="0"/>
          <a:ext cx="0" cy="0"/>
          <a:chOff x="0" y="0"/>
          <a:chExt cx="0" cy="0"/>
        </a:xfrm>
      </p:grpSpPr>
      <p:sp>
        <p:nvSpPr>
          <p:cNvPr id="1263" name="Google Shape;1263;p11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64" name="Google Shape;1264;p11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265" name="Google Shape;1265;p11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66" name="Google Shape;1266;p117"/>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267" name="Google Shape;1267;p11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268" name="Google Shape;1268;p117"/>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269" name="Google Shape;1269;p117"/>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270" name="Google Shape;1270;p11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71" name="Google Shape;1271;p117"/>
          <p:cNvSpPr txBox="1"/>
          <p:nvPr>
            <p:ph idx="1" type="subTitle"/>
          </p:nvPr>
        </p:nvSpPr>
        <p:spPr>
          <a:xfrm>
            <a:off x="720025" y="1610942"/>
            <a:ext cx="7704000" cy="530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272" name="Google Shape;1272;p117"/>
          <p:cNvSpPr txBox="1"/>
          <p:nvPr>
            <p:ph idx="2" type="subTitle"/>
          </p:nvPr>
        </p:nvSpPr>
        <p:spPr>
          <a:xfrm>
            <a:off x="720025" y="2731125"/>
            <a:ext cx="77040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273" name="Google Shape;1273;p117"/>
          <p:cNvSpPr txBox="1"/>
          <p:nvPr>
            <p:ph idx="3" type="subTitle"/>
          </p:nvPr>
        </p:nvSpPr>
        <p:spPr>
          <a:xfrm>
            <a:off x="720025" y="3851625"/>
            <a:ext cx="77040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274" name="Google Shape;1274;p117"/>
          <p:cNvSpPr txBox="1"/>
          <p:nvPr>
            <p:ph idx="4" type="subTitle"/>
          </p:nvPr>
        </p:nvSpPr>
        <p:spPr>
          <a:xfrm>
            <a:off x="720025" y="1241274"/>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75" name="Google Shape;1275;p117"/>
          <p:cNvSpPr txBox="1"/>
          <p:nvPr>
            <p:ph idx="5" type="subTitle"/>
          </p:nvPr>
        </p:nvSpPr>
        <p:spPr>
          <a:xfrm>
            <a:off x="720025" y="2350125"/>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76" name="Google Shape;1276;p117"/>
          <p:cNvSpPr txBox="1"/>
          <p:nvPr>
            <p:ph idx="6" type="subTitle"/>
          </p:nvPr>
        </p:nvSpPr>
        <p:spPr>
          <a:xfrm>
            <a:off x="720025" y="3470625"/>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277" name="Shape 1277"/>
        <p:cNvGrpSpPr/>
        <p:nvPr/>
      </p:nvGrpSpPr>
      <p:grpSpPr>
        <a:xfrm>
          <a:off x="0" y="0"/>
          <a:ext cx="0" cy="0"/>
          <a:chOff x="0" y="0"/>
          <a:chExt cx="0" cy="0"/>
        </a:xfrm>
      </p:grpSpPr>
      <p:sp>
        <p:nvSpPr>
          <p:cNvPr id="1278" name="Google Shape;1278;p11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79" name="Google Shape;1279;p11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280" name="Google Shape;1280;p11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81" name="Google Shape;1281;p118"/>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282" name="Google Shape;1282;p11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283" name="Google Shape;1283;p118"/>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284" name="Google Shape;1284;p118"/>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285" name="Google Shape;1285;p11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86" name="Google Shape;1286;p118"/>
          <p:cNvSpPr txBox="1"/>
          <p:nvPr>
            <p:ph idx="1" type="subTitle"/>
          </p:nvPr>
        </p:nvSpPr>
        <p:spPr>
          <a:xfrm>
            <a:off x="1381625" y="1718025"/>
            <a:ext cx="70425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287" name="Google Shape;1287;p118"/>
          <p:cNvSpPr txBox="1"/>
          <p:nvPr>
            <p:ph idx="2" type="subTitle"/>
          </p:nvPr>
        </p:nvSpPr>
        <p:spPr>
          <a:xfrm>
            <a:off x="1381635" y="2861025"/>
            <a:ext cx="70425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288" name="Google Shape;1288;p118"/>
          <p:cNvSpPr txBox="1"/>
          <p:nvPr>
            <p:ph idx="3" type="subTitle"/>
          </p:nvPr>
        </p:nvSpPr>
        <p:spPr>
          <a:xfrm>
            <a:off x="1381635" y="4004025"/>
            <a:ext cx="7042500" cy="52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1289" name="Google Shape;1289;p118"/>
          <p:cNvSpPr txBox="1"/>
          <p:nvPr>
            <p:ph idx="4" type="subTitle"/>
          </p:nvPr>
        </p:nvSpPr>
        <p:spPr>
          <a:xfrm>
            <a:off x="1381625" y="1406025"/>
            <a:ext cx="7042500" cy="33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l">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l">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l">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l">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l">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l">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l">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290" name="Google Shape;1290;p118"/>
          <p:cNvSpPr txBox="1"/>
          <p:nvPr>
            <p:ph idx="5" type="subTitle"/>
          </p:nvPr>
        </p:nvSpPr>
        <p:spPr>
          <a:xfrm>
            <a:off x="1381625" y="2526575"/>
            <a:ext cx="7042500" cy="33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l">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l">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l">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l">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l">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l">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l">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291" name="Google Shape;1291;p118"/>
          <p:cNvSpPr txBox="1"/>
          <p:nvPr>
            <p:ph idx="6" type="subTitle"/>
          </p:nvPr>
        </p:nvSpPr>
        <p:spPr>
          <a:xfrm>
            <a:off x="1381625" y="3647125"/>
            <a:ext cx="7042500" cy="33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l">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l">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l">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l">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l">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l">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l">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l">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292" name="Shape 1292"/>
        <p:cNvGrpSpPr/>
        <p:nvPr/>
      </p:nvGrpSpPr>
      <p:grpSpPr>
        <a:xfrm>
          <a:off x="0" y="0"/>
          <a:ext cx="0" cy="0"/>
          <a:chOff x="0" y="0"/>
          <a:chExt cx="0" cy="0"/>
        </a:xfrm>
      </p:grpSpPr>
      <p:sp>
        <p:nvSpPr>
          <p:cNvPr id="1293" name="Google Shape;1293;p11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94" name="Google Shape;1294;p11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295" name="Google Shape;1295;p11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96" name="Google Shape;1296;p119"/>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297" name="Google Shape;1297;p11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298" name="Google Shape;1298;p119"/>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299" name="Google Shape;1299;p119"/>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300" name="Google Shape;1300;p11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301" name="Google Shape;1301;p119"/>
          <p:cNvSpPr txBox="1"/>
          <p:nvPr>
            <p:ph idx="1" type="subTitle"/>
          </p:nvPr>
        </p:nvSpPr>
        <p:spPr>
          <a:xfrm>
            <a:off x="1545775" y="1975263"/>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02" name="Google Shape;1302;p119"/>
          <p:cNvSpPr txBox="1"/>
          <p:nvPr>
            <p:ph idx="2" type="subTitle"/>
          </p:nvPr>
        </p:nvSpPr>
        <p:spPr>
          <a:xfrm>
            <a:off x="5041325" y="1975263"/>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03" name="Google Shape;1303;p119"/>
          <p:cNvSpPr txBox="1"/>
          <p:nvPr>
            <p:ph idx="3" type="subTitle"/>
          </p:nvPr>
        </p:nvSpPr>
        <p:spPr>
          <a:xfrm>
            <a:off x="1545775" y="3691500"/>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04" name="Google Shape;1304;p119"/>
          <p:cNvSpPr txBox="1"/>
          <p:nvPr>
            <p:ph idx="4" type="subTitle"/>
          </p:nvPr>
        </p:nvSpPr>
        <p:spPr>
          <a:xfrm>
            <a:off x="5041325" y="3691500"/>
            <a:ext cx="2556900" cy="91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05" name="Google Shape;1305;p119"/>
          <p:cNvSpPr txBox="1"/>
          <p:nvPr>
            <p:ph idx="5" type="subTitle"/>
          </p:nvPr>
        </p:nvSpPr>
        <p:spPr>
          <a:xfrm>
            <a:off x="1545775" y="1670463"/>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306" name="Google Shape;1306;p119"/>
          <p:cNvSpPr txBox="1"/>
          <p:nvPr>
            <p:ph idx="6" type="subTitle"/>
          </p:nvPr>
        </p:nvSpPr>
        <p:spPr>
          <a:xfrm>
            <a:off x="5041325" y="1670463"/>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307" name="Google Shape;1307;p119"/>
          <p:cNvSpPr txBox="1"/>
          <p:nvPr>
            <p:ph idx="7" type="subTitle"/>
          </p:nvPr>
        </p:nvSpPr>
        <p:spPr>
          <a:xfrm>
            <a:off x="1545775" y="3386700"/>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308" name="Google Shape;1308;p119"/>
          <p:cNvSpPr txBox="1"/>
          <p:nvPr>
            <p:ph idx="8" type="subTitle"/>
          </p:nvPr>
        </p:nvSpPr>
        <p:spPr>
          <a:xfrm>
            <a:off x="5041325" y="3386700"/>
            <a:ext cx="2556900" cy="3549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1309" name="Shape 1309"/>
        <p:cNvGrpSpPr/>
        <p:nvPr/>
      </p:nvGrpSpPr>
      <p:grpSpPr>
        <a:xfrm>
          <a:off x="0" y="0"/>
          <a:ext cx="0" cy="0"/>
          <a:chOff x="0" y="0"/>
          <a:chExt cx="0" cy="0"/>
        </a:xfrm>
      </p:grpSpPr>
      <p:sp>
        <p:nvSpPr>
          <p:cNvPr id="1310" name="Google Shape;1310;p12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11" name="Google Shape;1311;p12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312" name="Google Shape;1312;p12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13" name="Google Shape;1313;p120"/>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314" name="Google Shape;1314;p12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315" name="Google Shape;1315;p120"/>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316" name="Google Shape;1316;p120"/>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317" name="Google Shape;1317;p12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318" name="Google Shape;1318;p120"/>
          <p:cNvSpPr txBox="1"/>
          <p:nvPr>
            <p:ph idx="1" type="subTitle"/>
          </p:nvPr>
        </p:nvSpPr>
        <p:spPr>
          <a:xfrm>
            <a:off x="903950" y="2149201"/>
            <a:ext cx="2191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19" name="Google Shape;1319;p120"/>
          <p:cNvSpPr txBox="1"/>
          <p:nvPr>
            <p:ph idx="2" type="subTitle"/>
          </p:nvPr>
        </p:nvSpPr>
        <p:spPr>
          <a:xfrm>
            <a:off x="3478550" y="2149201"/>
            <a:ext cx="21825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20" name="Google Shape;1320;p120"/>
          <p:cNvSpPr txBox="1"/>
          <p:nvPr>
            <p:ph idx="3" type="subTitle"/>
          </p:nvPr>
        </p:nvSpPr>
        <p:spPr>
          <a:xfrm>
            <a:off x="903950" y="3579425"/>
            <a:ext cx="2191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21" name="Google Shape;1321;p120"/>
          <p:cNvSpPr txBox="1"/>
          <p:nvPr>
            <p:ph idx="4" type="subTitle"/>
          </p:nvPr>
        </p:nvSpPr>
        <p:spPr>
          <a:xfrm>
            <a:off x="3478550" y="3579425"/>
            <a:ext cx="21825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22" name="Google Shape;1322;p120"/>
          <p:cNvSpPr txBox="1"/>
          <p:nvPr>
            <p:ph idx="5" type="subTitle"/>
          </p:nvPr>
        </p:nvSpPr>
        <p:spPr>
          <a:xfrm>
            <a:off x="6048850" y="2149201"/>
            <a:ext cx="2199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23" name="Google Shape;1323;p120"/>
          <p:cNvSpPr txBox="1"/>
          <p:nvPr>
            <p:ph idx="6" type="subTitle"/>
          </p:nvPr>
        </p:nvSpPr>
        <p:spPr>
          <a:xfrm>
            <a:off x="6048850" y="3579425"/>
            <a:ext cx="21999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24" name="Google Shape;1324;p120"/>
          <p:cNvSpPr txBox="1"/>
          <p:nvPr>
            <p:ph idx="7" type="subTitle"/>
          </p:nvPr>
        </p:nvSpPr>
        <p:spPr>
          <a:xfrm>
            <a:off x="908250" y="1656600"/>
            <a:ext cx="21825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25" name="Google Shape;1325;p120"/>
          <p:cNvSpPr txBox="1"/>
          <p:nvPr>
            <p:ph idx="8" type="subTitle"/>
          </p:nvPr>
        </p:nvSpPr>
        <p:spPr>
          <a:xfrm>
            <a:off x="3482836" y="1656600"/>
            <a:ext cx="21738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26" name="Google Shape;1326;p120"/>
          <p:cNvSpPr txBox="1"/>
          <p:nvPr>
            <p:ph idx="9" type="subTitle"/>
          </p:nvPr>
        </p:nvSpPr>
        <p:spPr>
          <a:xfrm>
            <a:off x="6053173" y="1656600"/>
            <a:ext cx="21912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27" name="Google Shape;1327;p120"/>
          <p:cNvSpPr txBox="1"/>
          <p:nvPr>
            <p:ph idx="13" type="subTitle"/>
          </p:nvPr>
        </p:nvSpPr>
        <p:spPr>
          <a:xfrm>
            <a:off x="908250" y="3086800"/>
            <a:ext cx="21825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28" name="Google Shape;1328;p120"/>
          <p:cNvSpPr txBox="1"/>
          <p:nvPr>
            <p:ph idx="14" type="subTitle"/>
          </p:nvPr>
        </p:nvSpPr>
        <p:spPr>
          <a:xfrm>
            <a:off x="3482836" y="3086800"/>
            <a:ext cx="21738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29" name="Google Shape;1329;p120"/>
          <p:cNvSpPr txBox="1"/>
          <p:nvPr>
            <p:ph idx="15" type="subTitle"/>
          </p:nvPr>
        </p:nvSpPr>
        <p:spPr>
          <a:xfrm>
            <a:off x="6053173" y="3086800"/>
            <a:ext cx="2191200" cy="4425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1330" name="Shape 1330"/>
        <p:cNvGrpSpPr/>
        <p:nvPr/>
      </p:nvGrpSpPr>
      <p:grpSpPr>
        <a:xfrm>
          <a:off x="0" y="0"/>
          <a:ext cx="0" cy="0"/>
          <a:chOff x="0" y="0"/>
          <a:chExt cx="0" cy="0"/>
        </a:xfrm>
      </p:grpSpPr>
      <p:sp>
        <p:nvSpPr>
          <p:cNvPr id="1331" name="Google Shape;1331;p12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32" name="Google Shape;1332;p12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333" name="Google Shape;1333;p12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34" name="Google Shape;1334;p121"/>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335" name="Google Shape;1335;p12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336" name="Google Shape;1336;p121"/>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dk2"/>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337" name="Google Shape;1337;p121"/>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
        <p:nvSpPr>
          <p:cNvPr id="1338" name="Google Shape;1338;p121"/>
          <p:cNvSpPr txBox="1"/>
          <p:nvPr>
            <p:ph type="title"/>
          </p:nvPr>
        </p:nvSpPr>
        <p:spPr>
          <a:xfrm>
            <a:off x="2223600" y="552112"/>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339" name="Google Shape;1339;p121"/>
          <p:cNvSpPr txBox="1"/>
          <p:nvPr>
            <p:ph idx="1" type="subTitle"/>
          </p:nvPr>
        </p:nvSpPr>
        <p:spPr>
          <a:xfrm>
            <a:off x="2223600" y="1364275"/>
            <a:ext cx="4696800" cy="428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340" name="Google Shape;1340;p121"/>
          <p:cNvSpPr txBox="1"/>
          <p:nvPr>
            <p:ph idx="2" type="title"/>
          </p:nvPr>
        </p:nvSpPr>
        <p:spPr>
          <a:xfrm>
            <a:off x="2223600" y="1904368"/>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341" name="Google Shape;1341;p121"/>
          <p:cNvSpPr txBox="1"/>
          <p:nvPr>
            <p:ph idx="3" type="subTitle"/>
          </p:nvPr>
        </p:nvSpPr>
        <p:spPr>
          <a:xfrm>
            <a:off x="2223600" y="2716527"/>
            <a:ext cx="4696800" cy="446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342" name="Google Shape;1342;p121"/>
          <p:cNvSpPr txBox="1"/>
          <p:nvPr>
            <p:ph idx="4" type="title"/>
          </p:nvPr>
        </p:nvSpPr>
        <p:spPr>
          <a:xfrm>
            <a:off x="2223600" y="3256624"/>
            <a:ext cx="4696800" cy="76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343" name="Google Shape;1343;p121"/>
          <p:cNvSpPr txBox="1"/>
          <p:nvPr>
            <p:ph idx="5" type="subTitle"/>
          </p:nvPr>
        </p:nvSpPr>
        <p:spPr>
          <a:xfrm>
            <a:off x="2223600" y="4068797"/>
            <a:ext cx="4696800" cy="446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1344" name="Shape 1344"/>
        <p:cNvGrpSpPr/>
        <p:nvPr/>
      </p:nvGrpSpPr>
      <p:grpSpPr>
        <a:xfrm>
          <a:off x="0" y="0"/>
          <a:ext cx="0" cy="0"/>
          <a:chOff x="0" y="0"/>
          <a:chExt cx="0" cy="0"/>
        </a:xfrm>
      </p:grpSpPr>
      <p:sp>
        <p:nvSpPr>
          <p:cNvPr id="1345" name="Google Shape;1345;p12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p1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cxnSp>
        <p:nvCxnSpPr>
          <p:cNvPr id="1347" name="Google Shape;1347;p12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348" name="Google Shape;1348;p12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49" name="Google Shape;1349;p122"/>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350" name="Google Shape;1350;p12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sm" w="sm" type="none"/>
          </a:ln>
        </p:spPr>
      </p:cxnSp>
      <p:sp>
        <p:nvSpPr>
          <p:cNvPr id="1351" name="Google Shape;1351;p122"/>
          <p:cNvSpPr txBox="1"/>
          <p:nvPr>
            <p:ph idx="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chemeClr val="lt1"/>
                </a:solidFill>
                <a:latin typeface="Mulish"/>
                <a:ea typeface="Mulish"/>
                <a:cs typeface="Mulish"/>
                <a:sym typeface="Mulish"/>
              </a:defRPr>
            </a:lvl9pPr>
          </a:lstStyle>
          <a:p>
            <a:pPr indent="0" lvl="0" marL="0" rtl="0" algn="ctr">
              <a:spcBef>
                <a:spcPts val="0"/>
              </a:spcBef>
              <a:spcAft>
                <a:spcPts val="0"/>
              </a:spcAft>
              <a:buNone/>
            </a:pPr>
            <a:fld id="{00000000-1234-1234-1234-123412341234}" type="slidenum">
              <a:rPr lang="en"/>
              <a:t>‹#›</a:t>
            </a:fld>
            <a:endParaRPr/>
          </a:p>
        </p:txBody>
      </p:sp>
      <p:cxnSp>
        <p:nvCxnSpPr>
          <p:cNvPr id="1352" name="Google Shape;1352;p122"/>
          <p:cNvCxnSpPr/>
          <p:nvPr/>
        </p:nvCxnSpPr>
        <p:spPr>
          <a:xfrm>
            <a:off x="4957950" y="4798838"/>
            <a:ext cx="3803400"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1353" name="Shape 1353"/>
        <p:cNvGrpSpPr/>
        <p:nvPr/>
      </p:nvGrpSpPr>
      <p:grpSpPr>
        <a:xfrm>
          <a:off x="0" y="0"/>
          <a:ext cx="0" cy="0"/>
          <a:chOff x="0" y="0"/>
          <a:chExt cx="0" cy="0"/>
        </a:xfrm>
      </p:grpSpPr>
      <p:sp>
        <p:nvSpPr>
          <p:cNvPr id="1354" name="Google Shape;1354;p12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
        <p:nvSpPr>
          <p:cNvPr id="1355" name="Google Shape;1355;p12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56" name="Google Shape;1356;p12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sm" w="sm" type="none"/>
          </a:ln>
        </p:spPr>
      </p:cxnSp>
      <p:sp>
        <p:nvSpPr>
          <p:cNvPr id="1357" name="Google Shape;1357;p12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58" name="Google Shape;1358;p123"/>
          <p:cNvCxnSpPr/>
          <p:nvPr/>
        </p:nvCxnSpPr>
        <p:spPr>
          <a:xfrm>
            <a:off x="4957925" y="339563"/>
            <a:ext cx="3803400" cy="0"/>
          </a:xfrm>
          <a:prstGeom prst="straightConnector1">
            <a:avLst/>
          </a:prstGeom>
          <a:noFill/>
          <a:ln cap="flat" cmpd="sng" w="19050">
            <a:solidFill>
              <a:schemeClr val="lt1"/>
            </a:solidFill>
            <a:prstDash val="solid"/>
            <a:round/>
            <a:headEnd len="sm" w="sm" type="none"/>
            <a:tailEnd len="med" w="med" type="oval"/>
          </a:ln>
        </p:spPr>
      </p:cxnSp>
      <p:cxnSp>
        <p:nvCxnSpPr>
          <p:cNvPr id="1359" name="Google Shape;1359;p123"/>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4.xml"/><Relationship Id="rId22" Type="http://schemas.openxmlformats.org/officeDocument/2006/relationships/slideLayout" Target="../slideLayouts/slideLayout46.xml"/><Relationship Id="rId21" Type="http://schemas.openxmlformats.org/officeDocument/2006/relationships/slideLayout" Target="../slideLayouts/slideLayout45.xml"/><Relationship Id="rId24" Type="http://schemas.openxmlformats.org/officeDocument/2006/relationships/slideLayout" Target="../slideLayouts/slideLayout48.xml"/><Relationship Id="rId23" Type="http://schemas.openxmlformats.org/officeDocument/2006/relationships/slideLayout" Target="../slideLayouts/slideLayout47.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26" Type="http://schemas.openxmlformats.org/officeDocument/2006/relationships/theme" Target="../theme/theme5.xml"/><Relationship Id="rId25" Type="http://schemas.openxmlformats.org/officeDocument/2006/relationships/slideLayout" Target="../slideLayouts/slideLayout49.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slideLayout" Target="../slideLayouts/slideLayout37.xml"/><Relationship Id="rId12" Type="http://schemas.openxmlformats.org/officeDocument/2006/relationships/slideLayout" Target="../slideLayouts/slideLayout36.xml"/><Relationship Id="rId15" Type="http://schemas.openxmlformats.org/officeDocument/2006/relationships/slideLayout" Target="../slideLayouts/slideLayout39.xml"/><Relationship Id="rId14" Type="http://schemas.openxmlformats.org/officeDocument/2006/relationships/slideLayout" Target="../slideLayouts/slideLayout38.xml"/><Relationship Id="rId17" Type="http://schemas.openxmlformats.org/officeDocument/2006/relationships/slideLayout" Target="../slideLayouts/slideLayout41.xml"/><Relationship Id="rId16" Type="http://schemas.openxmlformats.org/officeDocument/2006/relationships/slideLayout" Target="../slideLayouts/slideLayout40.xml"/><Relationship Id="rId19" Type="http://schemas.openxmlformats.org/officeDocument/2006/relationships/slideLayout" Target="../slideLayouts/slideLayout43.xml"/><Relationship Id="rId18" Type="http://schemas.openxmlformats.org/officeDocument/2006/relationships/slideLayout" Target="../slideLayouts/slideLayout42.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9.xml"/><Relationship Id="rId22" Type="http://schemas.openxmlformats.org/officeDocument/2006/relationships/slideLayout" Target="../slideLayouts/slideLayout71.xml"/><Relationship Id="rId21" Type="http://schemas.openxmlformats.org/officeDocument/2006/relationships/slideLayout" Target="../slideLayouts/slideLayout70.xml"/><Relationship Id="rId24" Type="http://schemas.openxmlformats.org/officeDocument/2006/relationships/slideLayout" Target="../slideLayouts/slideLayout73.xml"/><Relationship Id="rId23" Type="http://schemas.openxmlformats.org/officeDocument/2006/relationships/slideLayout" Target="../slideLayouts/slideLayout72.xml"/><Relationship Id="rId1" Type="http://schemas.openxmlformats.org/officeDocument/2006/relationships/slideLayout" Target="../slideLayouts/slideLayout50.xml"/><Relationship Id="rId2" Type="http://schemas.openxmlformats.org/officeDocument/2006/relationships/slideLayout" Target="../slideLayouts/slideLayout51.xml"/><Relationship Id="rId3" Type="http://schemas.openxmlformats.org/officeDocument/2006/relationships/slideLayout" Target="../slideLayouts/slideLayout52.xml"/><Relationship Id="rId4" Type="http://schemas.openxmlformats.org/officeDocument/2006/relationships/slideLayout" Target="../slideLayouts/slideLayout53.xml"/><Relationship Id="rId9" Type="http://schemas.openxmlformats.org/officeDocument/2006/relationships/slideLayout" Target="../slideLayouts/slideLayout58.xml"/><Relationship Id="rId25" Type="http://schemas.openxmlformats.org/officeDocument/2006/relationships/theme" Target="../theme/theme2.xml"/><Relationship Id="rId5" Type="http://schemas.openxmlformats.org/officeDocument/2006/relationships/slideLayout" Target="../slideLayouts/slideLayout54.xml"/><Relationship Id="rId6" Type="http://schemas.openxmlformats.org/officeDocument/2006/relationships/slideLayout" Target="../slideLayouts/slideLayout55.xml"/><Relationship Id="rId7" Type="http://schemas.openxmlformats.org/officeDocument/2006/relationships/slideLayout" Target="../slideLayouts/slideLayout56.xml"/><Relationship Id="rId8" Type="http://schemas.openxmlformats.org/officeDocument/2006/relationships/slideLayout" Target="../slideLayouts/slideLayout57.xml"/><Relationship Id="rId11" Type="http://schemas.openxmlformats.org/officeDocument/2006/relationships/slideLayout" Target="../slideLayouts/slideLayout60.xml"/><Relationship Id="rId10" Type="http://schemas.openxmlformats.org/officeDocument/2006/relationships/slideLayout" Target="../slideLayouts/slideLayout59.xml"/><Relationship Id="rId13" Type="http://schemas.openxmlformats.org/officeDocument/2006/relationships/slideLayout" Target="../slideLayouts/slideLayout62.xml"/><Relationship Id="rId12" Type="http://schemas.openxmlformats.org/officeDocument/2006/relationships/slideLayout" Target="../slideLayouts/slideLayout61.xml"/><Relationship Id="rId15" Type="http://schemas.openxmlformats.org/officeDocument/2006/relationships/slideLayout" Target="../slideLayouts/slideLayout64.xml"/><Relationship Id="rId14" Type="http://schemas.openxmlformats.org/officeDocument/2006/relationships/slideLayout" Target="../slideLayouts/slideLayout63.xml"/><Relationship Id="rId17" Type="http://schemas.openxmlformats.org/officeDocument/2006/relationships/slideLayout" Target="../slideLayouts/slideLayout66.xml"/><Relationship Id="rId16" Type="http://schemas.openxmlformats.org/officeDocument/2006/relationships/slideLayout" Target="../slideLayouts/slideLayout65.xml"/><Relationship Id="rId19" Type="http://schemas.openxmlformats.org/officeDocument/2006/relationships/slideLayout" Target="../slideLayouts/slideLayout68.xml"/><Relationship Id="rId18" Type="http://schemas.openxmlformats.org/officeDocument/2006/relationships/slideLayout" Target="../slideLayouts/slideLayout67.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93.xml"/><Relationship Id="rId22" Type="http://schemas.openxmlformats.org/officeDocument/2006/relationships/slideLayout" Target="../slideLayouts/slideLayout95.xml"/><Relationship Id="rId21" Type="http://schemas.openxmlformats.org/officeDocument/2006/relationships/slideLayout" Target="../slideLayouts/slideLayout94.xml"/><Relationship Id="rId24" Type="http://schemas.openxmlformats.org/officeDocument/2006/relationships/slideLayout" Target="../slideLayouts/slideLayout97.xml"/><Relationship Id="rId23" Type="http://schemas.openxmlformats.org/officeDocument/2006/relationships/slideLayout" Target="../slideLayouts/slideLayout96.xml"/><Relationship Id="rId1" Type="http://schemas.openxmlformats.org/officeDocument/2006/relationships/slideLayout" Target="../slideLayouts/slideLayout74.xml"/><Relationship Id="rId2" Type="http://schemas.openxmlformats.org/officeDocument/2006/relationships/slideLayout" Target="../slideLayouts/slideLayout75.xml"/><Relationship Id="rId3" Type="http://schemas.openxmlformats.org/officeDocument/2006/relationships/slideLayout" Target="../slideLayouts/slideLayout76.xml"/><Relationship Id="rId4" Type="http://schemas.openxmlformats.org/officeDocument/2006/relationships/slideLayout" Target="../slideLayouts/slideLayout77.xml"/><Relationship Id="rId9" Type="http://schemas.openxmlformats.org/officeDocument/2006/relationships/slideLayout" Target="../slideLayouts/slideLayout82.xml"/><Relationship Id="rId25" Type="http://schemas.openxmlformats.org/officeDocument/2006/relationships/theme" Target="../theme/theme6.xml"/><Relationship Id="rId5" Type="http://schemas.openxmlformats.org/officeDocument/2006/relationships/slideLayout" Target="../slideLayouts/slideLayout78.xml"/><Relationship Id="rId6" Type="http://schemas.openxmlformats.org/officeDocument/2006/relationships/slideLayout" Target="../slideLayouts/slideLayout79.xml"/><Relationship Id="rId7" Type="http://schemas.openxmlformats.org/officeDocument/2006/relationships/slideLayout" Target="../slideLayouts/slideLayout80.xml"/><Relationship Id="rId8" Type="http://schemas.openxmlformats.org/officeDocument/2006/relationships/slideLayout" Target="../slideLayouts/slideLayout81.xml"/><Relationship Id="rId11" Type="http://schemas.openxmlformats.org/officeDocument/2006/relationships/slideLayout" Target="../slideLayouts/slideLayout84.xml"/><Relationship Id="rId10" Type="http://schemas.openxmlformats.org/officeDocument/2006/relationships/slideLayout" Target="../slideLayouts/slideLayout83.xml"/><Relationship Id="rId13" Type="http://schemas.openxmlformats.org/officeDocument/2006/relationships/slideLayout" Target="../slideLayouts/slideLayout86.xml"/><Relationship Id="rId12" Type="http://schemas.openxmlformats.org/officeDocument/2006/relationships/slideLayout" Target="../slideLayouts/slideLayout85.xml"/><Relationship Id="rId15" Type="http://schemas.openxmlformats.org/officeDocument/2006/relationships/slideLayout" Target="../slideLayouts/slideLayout88.xml"/><Relationship Id="rId14" Type="http://schemas.openxmlformats.org/officeDocument/2006/relationships/slideLayout" Target="../slideLayouts/slideLayout87.xml"/><Relationship Id="rId17" Type="http://schemas.openxmlformats.org/officeDocument/2006/relationships/slideLayout" Target="../slideLayouts/slideLayout90.xml"/><Relationship Id="rId16" Type="http://schemas.openxmlformats.org/officeDocument/2006/relationships/slideLayout" Target="../slideLayouts/slideLayout89.xml"/><Relationship Id="rId19" Type="http://schemas.openxmlformats.org/officeDocument/2006/relationships/slideLayout" Target="../slideLayouts/slideLayout92.xml"/><Relationship Id="rId18" Type="http://schemas.openxmlformats.org/officeDocument/2006/relationships/slideLayout" Target="../slideLayouts/slideLayout91.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17.xml"/><Relationship Id="rId22" Type="http://schemas.openxmlformats.org/officeDocument/2006/relationships/slideLayout" Target="../slideLayouts/slideLayout119.xml"/><Relationship Id="rId21" Type="http://schemas.openxmlformats.org/officeDocument/2006/relationships/slideLayout" Target="../slideLayouts/slideLayout118.xml"/><Relationship Id="rId24" Type="http://schemas.openxmlformats.org/officeDocument/2006/relationships/slideLayout" Target="../slideLayouts/slideLayout121.xml"/><Relationship Id="rId23" Type="http://schemas.openxmlformats.org/officeDocument/2006/relationships/slideLayout" Target="../slideLayouts/slideLayout120.xml"/><Relationship Id="rId1" Type="http://schemas.openxmlformats.org/officeDocument/2006/relationships/slideLayout" Target="../slideLayouts/slideLayout98.xml"/><Relationship Id="rId2" Type="http://schemas.openxmlformats.org/officeDocument/2006/relationships/slideLayout" Target="../slideLayouts/slideLayout99.xml"/><Relationship Id="rId3" Type="http://schemas.openxmlformats.org/officeDocument/2006/relationships/slideLayout" Target="../slideLayouts/slideLayout100.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25" Type="http://schemas.openxmlformats.org/officeDocument/2006/relationships/theme" Target="../theme/theme3.xml"/><Relationship Id="rId5" Type="http://schemas.openxmlformats.org/officeDocument/2006/relationships/slideLayout" Target="../slideLayouts/slideLayout102.xml"/><Relationship Id="rId6" Type="http://schemas.openxmlformats.org/officeDocument/2006/relationships/slideLayout" Target="../slideLayouts/slideLayout103.xml"/><Relationship Id="rId7" Type="http://schemas.openxmlformats.org/officeDocument/2006/relationships/slideLayout" Target="../slideLayouts/slideLayout104.xml"/><Relationship Id="rId8" Type="http://schemas.openxmlformats.org/officeDocument/2006/relationships/slideLayout" Target="../slideLayouts/slideLayout105.xml"/><Relationship Id="rId11" Type="http://schemas.openxmlformats.org/officeDocument/2006/relationships/slideLayout" Target="../slideLayouts/slideLayout108.xml"/><Relationship Id="rId10" Type="http://schemas.openxmlformats.org/officeDocument/2006/relationships/slideLayout" Target="../slideLayouts/slideLayout107.xml"/><Relationship Id="rId13" Type="http://schemas.openxmlformats.org/officeDocument/2006/relationships/slideLayout" Target="../slideLayouts/slideLayout110.xml"/><Relationship Id="rId12" Type="http://schemas.openxmlformats.org/officeDocument/2006/relationships/slideLayout" Target="../slideLayouts/slideLayout109.xml"/><Relationship Id="rId15" Type="http://schemas.openxmlformats.org/officeDocument/2006/relationships/slideLayout" Target="../slideLayouts/slideLayout112.xml"/><Relationship Id="rId14" Type="http://schemas.openxmlformats.org/officeDocument/2006/relationships/slideLayout" Target="../slideLayouts/slideLayout111.xml"/><Relationship Id="rId17" Type="http://schemas.openxmlformats.org/officeDocument/2006/relationships/slideLayout" Target="../slideLayouts/slideLayout114.xml"/><Relationship Id="rId16" Type="http://schemas.openxmlformats.org/officeDocument/2006/relationships/slideLayout" Target="../slideLayouts/slideLayout113.xml"/><Relationship Id="rId19" Type="http://schemas.openxmlformats.org/officeDocument/2006/relationships/slideLayout" Target="../slideLayouts/slideLayout116.xml"/><Relationship Id="rId18" Type="http://schemas.openxmlformats.org/officeDocument/2006/relationships/slideLayout" Target="../slideLayouts/slideLayout1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1pPr>
            <a:lvl2pPr lvl="1"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9pPr>
          </a:lstStyle>
          <a:p/>
        </p:txBody>
      </p:sp>
      <p:sp>
        <p:nvSpPr>
          <p:cNvPr id="7" name="Google Shape;7;p21"/>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1pPr>
            <a:lvl2pPr indent="-317500" lvl="1" marL="9144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2pPr>
            <a:lvl3pPr indent="-317500" lvl="2" marL="13716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3pPr>
            <a:lvl4pPr indent="-317500" lvl="3" marL="18288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4pPr>
            <a:lvl5pPr indent="-317500" lvl="4" marL="22860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5pPr>
            <a:lvl6pPr indent="-317500" lvl="5" marL="27432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6pPr>
            <a:lvl7pPr indent="-317500" lvl="6" marL="32004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7pPr>
            <a:lvl8pPr indent="-317500" lvl="7" marL="36576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8pPr>
            <a:lvl9pPr indent="-317500" lvl="8" marL="4114800" marR="0" rtl="0" algn="l">
              <a:lnSpc>
                <a:spcPct val="115000"/>
              </a:lnSpc>
              <a:spcBef>
                <a:spcPts val="1600"/>
              </a:spcBef>
              <a:spcAft>
                <a:spcPts val="1600"/>
              </a:spcAft>
              <a:buClr>
                <a:schemeClr val="dk1"/>
              </a:buClr>
              <a:buSzPts val="1400"/>
              <a:buFont typeface="Mulish"/>
              <a:buChar char="■"/>
              <a:defRPr b="0" i="0" sz="1400" u="none" cap="none" strike="noStrike">
                <a:solidFill>
                  <a:schemeClr val="dk1"/>
                </a:solidFill>
                <a:latin typeface="Mulish"/>
                <a:ea typeface="Mulish"/>
                <a:cs typeface="Mulish"/>
                <a:sym typeface="Mulish"/>
              </a:defRPr>
            </a:lvl9pPr>
          </a:lstStyle>
          <a:p/>
        </p:txBody>
      </p:sp>
      <p:sp>
        <p:nvSpPr>
          <p:cNvPr id="8" name="Google Shape;8;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75" name="Shape 275"/>
        <p:cNvGrpSpPr/>
        <p:nvPr/>
      </p:nvGrpSpPr>
      <p:grpSpPr>
        <a:xfrm>
          <a:off x="0" y="0"/>
          <a:ext cx="0" cy="0"/>
          <a:chOff x="0" y="0"/>
          <a:chExt cx="0" cy="0"/>
        </a:xfrm>
      </p:grpSpPr>
      <p:sp>
        <p:nvSpPr>
          <p:cNvPr id="276" name="Google Shape;276;p2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1pPr>
            <a:lvl2pPr lvl="1"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9pPr>
          </a:lstStyle>
          <a:p/>
        </p:txBody>
      </p:sp>
      <p:sp>
        <p:nvSpPr>
          <p:cNvPr id="277" name="Google Shape;277;p23"/>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1pPr>
            <a:lvl2pPr indent="-317500" lvl="1" marL="9144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2pPr>
            <a:lvl3pPr indent="-317500" lvl="2" marL="13716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3pPr>
            <a:lvl4pPr indent="-317500" lvl="3" marL="18288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4pPr>
            <a:lvl5pPr indent="-317500" lvl="4" marL="22860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5pPr>
            <a:lvl6pPr indent="-317500" lvl="5" marL="27432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6pPr>
            <a:lvl7pPr indent="-317500" lvl="6" marL="32004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7pPr>
            <a:lvl8pPr indent="-317500" lvl="7" marL="36576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8pPr>
            <a:lvl9pPr indent="-317500" lvl="8" marL="4114800" marR="0" rtl="0" algn="l">
              <a:lnSpc>
                <a:spcPct val="115000"/>
              </a:lnSpc>
              <a:spcBef>
                <a:spcPts val="1600"/>
              </a:spcBef>
              <a:spcAft>
                <a:spcPts val="1600"/>
              </a:spcAft>
              <a:buClr>
                <a:schemeClr val="dk1"/>
              </a:buClr>
              <a:buSzPts val="1400"/>
              <a:buFont typeface="Mulish"/>
              <a:buChar char="■"/>
              <a:defRPr b="0" i="0" sz="1400" u="none" cap="none" strike="noStrike">
                <a:solidFill>
                  <a:schemeClr val="dk1"/>
                </a:solidFill>
                <a:latin typeface="Mulish"/>
                <a:ea typeface="Mulish"/>
                <a:cs typeface="Mulish"/>
                <a:sym typeface="Mulish"/>
              </a:defRPr>
            </a:lvl9pPr>
          </a:lstStyle>
          <a:p/>
        </p:txBody>
      </p:sp>
      <p:sp>
        <p:nvSpPr>
          <p:cNvPr id="278" name="Google Shape;278;p2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0" name="Shape 550"/>
        <p:cNvGrpSpPr/>
        <p:nvPr/>
      </p:nvGrpSpPr>
      <p:grpSpPr>
        <a:xfrm>
          <a:off x="0" y="0"/>
          <a:ext cx="0" cy="0"/>
          <a:chOff x="0" y="0"/>
          <a:chExt cx="0" cy="0"/>
        </a:xfrm>
      </p:grpSpPr>
      <p:sp>
        <p:nvSpPr>
          <p:cNvPr id="551" name="Google Shape;551;p29"/>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1pPr>
            <a:lvl2pPr lvl="1"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9pPr>
          </a:lstStyle>
          <a:p/>
        </p:txBody>
      </p:sp>
      <p:sp>
        <p:nvSpPr>
          <p:cNvPr id="552" name="Google Shape;552;p29"/>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1pPr>
            <a:lvl2pPr indent="-317500" lvl="1" marL="9144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2pPr>
            <a:lvl3pPr indent="-317500" lvl="2" marL="13716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3pPr>
            <a:lvl4pPr indent="-317500" lvl="3" marL="18288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4pPr>
            <a:lvl5pPr indent="-317500" lvl="4" marL="22860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5pPr>
            <a:lvl6pPr indent="-317500" lvl="5" marL="27432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6pPr>
            <a:lvl7pPr indent="-317500" lvl="6" marL="32004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7pPr>
            <a:lvl8pPr indent="-317500" lvl="7" marL="36576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8pPr>
            <a:lvl9pPr indent="-317500" lvl="8" marL="4114800" marR="0" rtl="0" algn="l">
              <a:lnSpc>
                <a:spcPct val="115000"/>
              </a:lnSpc>
              <a:spcBef>
                <a:spcPts val="1600"/>
              </a:spcBef>
              <a:spcAft>
                <a:spcPts val="1600"/>
              </a:spcAft>
              <a:buClr>
                <a:schemeClr val="dk1"/>
              </a:buClr>
              <a:buSzPts val="1400"/>
              <a:buFont typeface="Mulish"/>
              <a:buChar char="■"/>
              <a:defRPr b="0" i="0" sz="1400" u="none" cap="none" strike="noStrike">
                <a:solidFill>
                  <a:schemeClr val="dk1"/>
                </a:solidFill>
                <a:latin typeface="Mulish"/>
                <a:ea typeface="Mulish"/>
                <a:cs typeface="Mulish"/>
                <a:sym typeface="Mulish"/>
              </a:defRPr>
            </a:lvl9pPr>
          </a:lstStyle>
          <a:p/>
        </p:txBody>
      </p:sp>
      <p:sp>
        <p:nvSpPr>
          <p:cNvPr id="553" name="Google Shape;553;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20" name="Shape 820"/>
        <p:cNvGrpSpPr/>
        <p:nvPr/>
      </p:nvGrpSpPr>
      <p:grpSpPr>
        <a:xfrm>
          <a:off x="0" y="0"/>
          <a:ext cx="0" cy="0"/>
          <a:chOff x="0" y="0"/>
          <a:chExt cx="0" cy="0"/>
        </a:xfrm>
      </p:grpSpPr>
      <p:sp>
        <p:nvSpPr>
          <p:cNvPr id="821" name="Google Shape;821;p3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1pPr>
            <a:lvl2pPr lvl="1"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9pPr>
          </a:lstStyle>
          <a:p/>
        </p:txBody>
      </p:sp>
      <p:sp>
        <p:nvSpPr>
          <p:cNvPr id="822" name="Google Shape;822;p31"/>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1pPr>
            <a:lvl2pPr indent="-317500" lvl="1" marL="9144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2pPr>
            <a:lvl3pPr indent="-317500" lvl="2" marL="13716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3pPr>
            <a:lvl4pPr indent="-317500" lvl="3" marL="18288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4pPr>
            <a:lvl5pPr indent="-317500" lvl="4" marL="22860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5pPr>
            <a:lvl6pPr indent="-317500" lvl="5" marL="27432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6pPr>
            <a:lvl7pPr indent="-317500" lvl="6" marL="32004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7pPr>
            <a:lvl8pPr indent="-317500" lvl="7" marL="36576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8pPr>
            <a:lvl9pPr indent="-317500" lvl="8" marL="4114800" marR="0" rtl="0" algn="l">
              <a:lnSpc>
                <a:spcPct val="115000"/>
              </a:lnSpc>
              <a:spcBef>
                <a:spcPts val="1600"/>
              </a:spcBef>
              <a:spcAft>
                <a:spcPts val="1600"/>
              </a:spcAft>
              <a:buClr>
                <a:schemeClr val="dk1"/>
              </a:buClr>
              <a:buSzPts val="1400"/>
              <a:buFont typeface="Mulish"/>
              <a:buChar char="■"/>
              <a:defRPr b="0" i="0" sz="1400" u="none" cap="none" strike="noStrike">
                <a:solidFill>
                  <a:schemeClr val="dk1"/>
                </a:solidFill>
                <a:latin typeface="Mulish"/>
                <a:ea typeface="Mulish"/>
                <a:cs typeface="Mulish"/>
                <a:sym typeface="Mulish"/>
              </a:defRPr>
            </a:lvl9pPr>
          </a:lstStyle>
          <a:p/>
        </p:txBody>
      </p:sp>
      <p:sp>
        <p:nvSpPr>
          <p:cNvPr id="823" name="Google Shape;823;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 id="2147483742" r:id="rId18"/>
    <p:sldLayoutId id="2147483743" r:id="rId19"/>
    <p:sldLayoutId id="2147483744" r:id="rId20"/>
    <p:sldLayoutId id="2147483745" r:id="rId21"/>
    <p:sldLayoutId id="2147483746" r:id="rId22"/>
    <p:sldLayoutId id="2147483747" r:id="rId23"/>
    <p:sldLayoutId id="2147483748"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90" name="Shape 1090"/>
        <p:cNvGrpSpPr/>
        <p:nvPr/>
      </p:nvGrpSpPr>
      <p:grpSpPr>
        <a:xfrm>
          <a:off x="0" y="0"/>
          <a:ext cx="0" cy="0"/>
          <a:chOff x="0" y="0"/>
          <a:chExt cx="0" cy="0"/>
        </a:xfrm>
      </p:grpSpPr>
      <p:sp>
        <p:nvSpPr>
          <p:cNvPr id="1091" name="Google Shape;1091;p3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1pPr>
            <a:lvl2pPr lvl="1"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2pPr>
            <a:lvl3pPr lvl="2"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3pPr>
            <a:lvl4pPr lvl="3"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4pPr>
            <a:lvl5pPr lvl="4"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5pPr>
            <a:lvl6pPr lvl="5"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6pPr>
            <a:lvl7pPr lvl="6"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7pPr>
            <a:lvl8pPr lvl="7"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8pPr>
            <a:lvl9pPr lvl="8" marR="0" rtl="0" algn="l">
              <a:lnSpc>
                <a:spcPct val="100000"/>
              </a:lnSpc>
              <a:spcBef>
                <a:spcPts val="0"/>
              </a:spcBef>
              <a:spcAft>
                <a:spcPts val="0"/>
              </a:spcAft>
              <a:buClr>
                <a:schemeClr val="dk1"/>
              </a:buClr>
              <a:buSzPts val="3000"/>
              <a:buFont typeface="Quicksand"/>
              <a:buNone/>
              <a:defRPr b="1" i="0" sz="3000" u="none" cap="none" strike="noStrike">
                <a:solidFill>
                  <a:schemeClr val="dk1"/>
                </a:solidFill>
                <a:latin typeface="Quicksand"/>
                <a:ea typeface="Quicksand"/>
                <a:cs typeface="Quicksand"/>
                <a:sym typeface="Quicksand"/>
              </a:defRPr>
            </a:lvl9pPr>
          </a:lstStyle>
          <a:p/>
        </p:txBody>
      </p:sp>
      <p:sp>
        <p:nvSpPr>
          <p:cNvPr id="1092" name="Google Shape;1092;p33"/>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1pPr>
            <a:lvl2pPr indent="-317500" lvl="1" marL="9144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2pPr>
            <a:lvl3pPr indent="-317500" lvl="2" marL="13716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3pPr>
            <a:lvl4pPr indent="-317500" lvl="3" marL="18288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4pPr>
            <a:lvl5pPr indent="-317500" lvl="4" marL="22860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5pPr>
            <a:lvl6pPr indent="-317500" lvl="5" marL="27432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6pPr>
            <a:lvl7pPr indent="-317500" lvl="6" marL="32004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7pPr>
            <a:lvl8pPr indent="-317500" lvl="7" marL="3657600" marR="0" rtl="0" algn="l">
              <a:lnSpc>
                <a:spcPct val="115000"/>
              </a:lnSpc>
              <a:spcBef>
                <a:spcPts val="1600"/>
              </a:spcBef>
              <a:spcAft>
                <a:spcPts val="0"/>
              </a:spcAft>
              <a:buClr>
                <a:schemeClr val="dk1"/>
              </a:buClr>
              <a:buSzPts val="1400"/>
              <a:buFont typeface="Mulish"/>
              <a:buChar char="○"/>
              <a:defRPr b="0" i="0" sz="1400" u="none" cap="none" strike="noStrike">
                <a:solidFill>
                  <a:schemeClr val="dk1"/>
                </a:solidFill>
                <a:latin typeface="Mulish"/>
                <a:ea typeface="Mulish"/>
                <a:cs typeface="Mulish"/>
                <a:sym typeface="Mulish"/>
              </a:defRPr>
            </a:lvl8pPr>
            <a:lvl9pPr indent="-317500" lvl="8" marL="4114800" marR="0" rtl="0" algn="l">
              <a:lnSpc>
                <a:spcPct val="115000"/>
              </a:lnSpc>
              <a:spcBef>
                <a:spcPts val="1600"/>
              </a:spcBef>
              <a:spcAft>
                <a:spcPts val="1600"/>
              </a:spcAft>
              <a:buClr>
                <a:schemeClr val="dk1"/>
              </a:buClr>
              <a:buSzPts val="1400"/>
              <a:buFont typeface="Mulish"/>
              <a:buChar char="■"/>
              <a:defRPr b="0" i="0" sz="1400" u="none" cap="none" strike="noStrike">
                <a:solidFill>
                  <a:schemeClr val="dk1"/>
                </a:solidFill>
                <a:latin typeface="Mulish"/>
                <a:ea typeface="Mulish"/>
                <a:cs typeface="Mulish"/>
                <a:sym typeface="Mulish"/>
              </a:defRPr>
            </a:lvl9pPr>
          </a:lstStyle>
          <a:p/>
        </p:txBody>
      </p:sp>
      <p:sp>
        <p:nvSpPr>
          <p:cNvPr id="1093" name="Google Shape;1093;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 id="2147483767" r:id="rId18"/>
    <p:sldLayoutId id="2147483768" r:id="rId19"/>
    <p:sldLayoutId id="2147483769" r:id="rId20"/>
    <p:sldLayoutId id="2147483770" r:id="rId21"/>
    <p:sldLayoutId id="2147483771" r:id="rId22"/>
    <p:sldLayoutId id="2147483772" r:id="rId23"/>
    <p:sldLayoutId id="2147483773"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bit.ly/4fUdDN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 Id="rId3" Type="http://schemas.openxmlformats.org/officeDocument/2006/relationships/hyperlink" Target="https://www.lib.utexas.edu/land-acknowledgement-statemen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hyperlink" Target="https://github.com/utlibraries/workshop-materials" TargetMode="External"/><Relationship Id="rId5" Type="http://schemas.openxmlformats.org/officeDocument/2006/relationships/hyperlink" Target="https://lib.badges.utexas.edu/group/845732"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6.jpg"/><Relationship Id="rId9" Type="http://schemas.openxmlformats.org/officeDocument/2006/relationships/image" Target="../media/image10.jpg"/><Relationship Id="rId5" Type="http://schemas.openxmlformats.org/officeDocument/2006/relationships/image" Target="../media/image5.jpg"/><Relationship Id="rId6" Type="http://schemas.openxmlformats.org/officeDocument/2006/relationships/image" Target="../media/image15.jpg"/><Relationship Id="rId7" Type="http://schemas.openxmlformats.org/officeDocument/2006/relationships/image" Target="../media/image16.png"/><Relationship Id="rId8" Type="http://schemas.openxmlformats.org/officeDocument/2006/relationships/image" Target="../media/image9.jpg"/><Relationship Id="rId10"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 Id="rId3" Type="http://schemas.openxmlformats.org/officeDocument/2006/relationships/hyperlink" Target="https://guides.lib.utexas.edu/AI/workshops" TargetMode="External"/><Relationship Id="rId4" Type="http://schemas.openxmlformats.org/officeDocument/2006/relationships/hyperlink" Target="https://www.lib.utexas.edu/study-spaces-technology/scholars-lab" TargetMode="External"/><Relationship Id="rId5" Type="http://schemas.openxmlformats.org/officeDocument/2006/relationships/hyperlink" Target="https://guides.lib.utexas.edu/data-and-donuts" TargetMode="External"/><Relationship Id="rId6" Type="http://schemas.openxmlformats.org/officeDocument/2006/relationships/image" Target="../media/image4.png"/><Relationship Id="rId7"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4.xml"/><Relationship Id="rId3"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7.xml"/><Relationship Id="rId3" Type="http://schemas.openxmlformats.org/officeDocument/2006/relationships/hyperlink" Target="https://bit.ly/python-install-test-aug26"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18.xml"/><Relationship Id="rId3" Type="http://schemas.openxmlformats.org/officeDocument/2006/relationships/hyperlink" Target="https://code.visualstudio.com/download"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19.xml"/><Relationship Id="rId3" Type="http://schemas.openxmlformats.org/officeDocument/2006/relationships/hyperlink" Target="https://code.visualstudio.com/downloa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3" name="Shape 1363"/>
        <p:cNvGrpSpPr/>
        <p:nvPr/>
      </p:nvGrpSpPr>
      <p:grpSpPr>
        <a:xfrm>
          <a:off x="0" y="0"/>
          <a:ext cx="0" cy="0"/>
          <a:chOff x="0" y="0"/>
          <a:chExt cx="0" cy="0"/>
        </a:xfrm>
      </p:grpSpPr>
      <p:sp>
        <p:nvSpPr>
          <p:cNvPr id="1364" name="Google Shape;1364;p1"/>
          <p:cNvSpPr txBox="1"/>
          <p:nvPr>
            <p:ph type="ctrTitle"/>
          </p:nvPr>
        </p:nvSpPr>
        <p:spPr>
          <a:xfrm>
            <a:off x="1617750" y="1276575"/>
            <a:ext cx="5925600" cy="2079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5200"/>
              <a:buNone/>
            </a:pPr>
            <a:r>
              <a:rPr lang="en" sz="5900">
                <a:solidFill>
                  <a:schemeClr val="dk2"/>
                </a:solidFill>
              </a:rPr>
              <a:t>Python Basics </a:t>
            </a:r>
            <a:endParaRPr sz="5900">
              <a:solidFill>
                <a:schemeClr val="dk2"/>
              </a:solidFill>
            </a:endParaRPr>
          </a:p>
        </p:txBody>
      </p:sp>
      <p:sp>
        <p:nvSpPr>
          <p:cNvPr id="1365" name="Google Shape;1365;p1"/>
          <p:cNvSpPr txBox="1"/>
          <p:nvPr>
            <p:ph idx="1" type="subTitle"/>
          </p:nvPr>
        </p:nvSpPr>
        <p:spPr>
          <a:xfrm>
            <a:off x="1609200" y="3573775"/>
            <a:ext cx="6945300" cy="1325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Meryl Brodsky, Communication &amp; Information Librarian</a:t>
            </a:r>
            <a:endParaRPr/>
          </a:p>
          <a:p>
            <a:pPr indent="0" lvl="0" marL="0" rtl="0" algn="l">
              <a:lnSpc>
                <a:spcPct val="100000"/>
              </a:lnSpc>
              <a:spcBef>
                <a:spcPts val="0"/>
              </a:spcBef>
              <a:spcAft>
                <a:spcPts val="0"/>
              </a:spcAft>
              <a:buSzPts val="1400"/>
              <a:buNone/>
            </a:pPr>
            <a:r>
              <a:rPr lang="en"/>
              <a:t>Karina Sánchez, Digital Scholarship Librarian</a:t>
            </a:r>
            <a:endParaRPr/>
          </a:p>
          <a:p>
            <a:pPr indent="0" lvl="0" marL="0" rtl="0" algn="l">
              <a:lnSpc>
                <a:spcPct val="100000"/>
              </a:lnSpc>
              <a:spcBef>
                <a:spcPts val="0"/>
              </a:spcBef>
              <a:spcAft>
                <a:spcPts val="0"/>
              </a:spcAft>
              <a:buSzPts val="1400"/>
              <a:buNone/>
            </a:pPr>
            <a:r>
              <a:rPr lang="en"/>
              <a:t>August 12, 2026</a:t>
            </a:r>
            <a:endParaRPr/>
          </a:p>
          <a:p>
            <a:pPr indent="0" lvl="0" marL="0" rtl="0" algn="l">
              <a:lnSpc>
                <a:spcPct val="100000"/>
              </a:lnSpc>
              <a:spcBef>
                <a:spcPts val="0"/>
              </a:spcBef>
              <a:spcAft>
                <a:spcPts val="0"/>
              </a:spcAft>
              <a:buSzPts val="1400"/>
              <a:buNone/>
            </a:pPr>
            <a:r>
              <a:rPr b="1" lang="en" u="sng">
                <a:solidFill>
                  <a:schemeClr val="hlink"/>
                </a:solidFill>
                <a:hlinkClick r:id="rId3"/>
              </a:rPr>
              <a:t>https://bit.ly/4fUdDNd</a:t>
            </a:r>
            <a:r>
              <a:rPr b="1" lang="en"/>
              <a:t> </a:t>
            </a:r>
            <a:r>
              <a:rPr b="1" lang="en"/>
              <a:t>for these slides</a:t>
            </a:r>
            <a:endParaRPr/>
          </a:p>
        </p:txBody>
      </p:sp>
      <p:cxnSp>
        <p:nvCxnSpPr>
          <p:cNvPr id="1366" name="Google Shape;1366;p1"/>
          <p:cNvCxnSpPr/>
          <p:nvPr/>
        </p:nvCxnSpPr>
        <p:spPr>
          <a:xfrm flipH="1" rot="10800000">
            <a:off x="1762950" y="3150013"/>
            <a:ext cx="5942700" cy="6600"/>
          </a:xfrm>
          <a:prstGeom prst="straightConnector1">
            <a:avLst/>
          </a:prstGeom>
          <a:noFill/>
          <a:ln cap="flat" cmpd="sng" w="19050">
            <a:solidFill>
              <a:schemeClr val="lt1"/>
            </a:solidFill>
            <a:prstDash val="solid"/>
            <a:round/>
            <a:headEnd len="med" w="med" type="oval"/>
            <a:tailEnd len="med" w="med" type="oval"/>
          </a:ln>
        </p:spPr>
      </p:cxnSp>
      <p:cxnSp>
        <p:nvCxnSpPr>
          <p:cNvPr id="1367" name="Google Shape;1367;p1"/>
          <p:cNvCxnSpPr/>
          <p:nvPr/>
        </p:nvCxnSpPr>
        <p:spPr>
          <a:xfrm flipH="1" rot="10800000">
            <a:off x="1600600" y="1348663"/>
            <a:ext cx="5942700" cy="6600"/>
          </a:xfrm>
          <a:prstGeom prst="straightConnector1">
            <a:avLst/>
          </a:prstGeom>
          <a:noFill/>
          <a:ln cap="flat" cmpd="sng" w="19050">
            <a:solidFill>
              <a:schemeClr val="lt1"/>
            </a:solidFill>
            <a:prstDash val="solid"/>
            <a:round/>
            <a:headEnd len="med" w="med" type="oval"/>
            <a:tailEnd len="med" w="med" type="oval"/>
          </a:ln>
        </p:spPr>
      </p:cxnSp>
      <p:sp>
        <p:nvSpPr>
          <p:cNvPr id="1368" name="Google Shape;1368;p1"/>
          <p:cNvSpPr/>
          <p:nvPr/>
        </p:nvSpPr>
        <p:spPr>
          <a:xfrm>
            <a:off x="1662725" y="219652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1"/>
          <p:cNvSpPr/>
          <p:nvPr/>
        </p:nvSpPr>
        <p:spPr>
          <a:xfrm>
            <a:off x="7264925" y="219652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sp>
        <p:nvSpPr>
          <p:cNvPr id="1374" name="Google Shape;1374;p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Welcome</a:t>
            </a:r>
            <a:endParaRPr/>
          </a:p>
        </p:txBody>
      </p:sp>
      <p:sp>
        <p:nvSpPr>
          <p:cNvPr id="1375" name="Google Shape;1375;p2"/>
          <p:cNvSpPr txBox="1"/>
          <p:nvPr>
            <p:ph idx="1" type="subTitle"/>
          </p:nvPr>
        </p:nvSpPr>
        <p:spPr>
          <a:xfrm>
            <a:off x="720000" y="1702607"/>
            <a:ext cx="7704000" cy="53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600"/>
              <a:t>Attendance link: </a:t>
            </a:r>
            <a:r>
              <a:rPr b="1" lang="en" sz="1600"/>
              <a:t>https://bit.ly/3TUFHbZ</a:t>
            </a:r>
            <a:endParaRPr b="1" sz="1600"/>
          </a:p>
          <a:p>
            <a:pPr indent="0" lvl="0" marL="0" rtl="0" algn="l">
              <a:lnSpc>
                <a:spcPct val="115000"/>
              </a:lnSpc>
              <a:spcBef>
                <a:spcPts val="0"/>
              </a:spcBef>
              <a:spcAft>
                <a:spcPts val="0"/>
              </a:spcAft>
              <a:buSzPts val="1400"/>
              <a:buNone/>
            </a:pPr>
            <a:r>
              <a:rPr lang="en" sz="1600"/>
              <a:t>1:00 - Welcome + introductory slides</a:t>
            </a:r>
            <a:endParaRPr sz="1600"/>
          </a:p>
          <a:p>
            <a:pPr indent="0" lvl="0" marL="0" rtl="0" algn="l">
              <a:lnSpc>
                <a:spcPct val="115000"/>
              </a:lnSpc>
              <a:spcBef>
                <a:spcPts val="0"/>
              </a:spcBef>
              <a:spcAft>
                <a:spcPts val="0"/>
              </a:spcAft>
              <a:buSzPts val="1400"/>
              <a:buNone/>
            </a:pPr>
            <a:r>
              <a:t/>
            </a:r>
            <a:endParaRPr sz="1600"/>
          </a:p>
        </p:txBody>
      </p:sp>
      <p:sp>
        <p:nvSpPr>
          <p:cNvPr id="1376" name="Google Shape;1376;p2"/>
          <p:cNvSpPr txBox="1"/>
          <p:nvPr>
            <p:ph idx="2" type="subTitle"/>
          </p:nvPr>
        </p:nvSpPr>
        <p:spPr>
          <a:xfrm>
            <a:off x="720000" y="2762074"/>
            <a:ext cx="7652400" cy="85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a:t>1:10 - 1:30 Google Colab introduction + basic terms for Python https://bit.ly/4wcxrBB</a:t>
            </a:r>
            <a:endParaRPr/>
          </a:p>
          <a:p>
            <a:pPr indent="0" lvl="0" marL="0" rtl="0" algn="l">
              <a:lnSpc>
                <a:spcPct val="115000"/>
              </a:lnSpc>
              <a:spcBef>
                <a:spcPts val="0"/>
              </a:spcBef>
              <a:spcAft>
                <a:spcPts val="0"/>
              </a:spcAft>
              <a:buSzPts val="1400"/>
              <a:buNone/>
            </a:pPr>
            <a:r>
              <a:rPr lang="en"/>
              <a:t>1:30 - 1:40 Break</a:t>
            </a:r>
            <a:endParaRPr/>
          </a:p>
          <a:p>
            <a:pPr indent="0" lvl="0" marL="0" rtl="0" algn="l">
              <a:lnSpc>
                <a:spcPct val="115000"/>
              </a:lnSpc>
              <a:spcBef>
                <a:spcPts val="0"/>
              </a:spcBef>
              <a:spcAft>
                <a:spcPts val="0"/>
              </a:spcAft>
              <a:buSzPts val="1400"/>
              <a:buNone/>
            </a:pPr>
            <a:r>
              <a:rPr lang="en"/>
              <a:t>1:40 - 2:30 Google Colab Python expressions &amp; operators</a:t>
            </a:r>
            <a:endParaRPr/>
          </a:p>
        </p:txBody>
      </p:sp>
      <p:sp>
        <p:nvSpPr>
          <p:cNvPr id="1377" name="Google Shape;1377;p2"/>
          <p:cNvSpPr txBox="1"/>
          <p:nvPr>
            <p:ph idx="3" type="subTitle"/>
          </p:nvPr>
        </p:nvSpPr>
        <p:spPr>
          <a:xfrm>
            <a:off x="720000" y="4146140"/>
            <a:ext cx="7704000" cy="68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600"/>
              <a:t>2:30-3:00 Python + VS code installation (not needed for tomorrow, but helpful)</a:t>
            </a:r>
            <a:endParaRPr sz="1600"/>
          </a:p>
        </p:txBody>
      </p:sp>
      <p:sp>
        <p:nvSpPr>
          <p:cNvPr id="1378" name="Google Shape;1378;p2"/>
          <p:cNvSpPr txBox="1"/>
          <p:nvPr>
            <p:ph idx="4" type="subTitle"/>
          </p:nvPr>
        </p:nvSpPr>
        <p:spPr>
          <a:xfrm>
            <a:off x="720000" y="1241274"/>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2400"/>
              <a:buNone/>
            </a:pPr>
            <a:r>
              <a:rPr lang="en"/>
              <a:t>Itinerary for the day</a:t>
            </a:r>
            <a:endParaRPr/>
          </a:p>
        </p:txBody>
      </p:sp>
      <p:sp>
        <p:nvSpPr>
          <p:cNvPr id="1379" name="Google Shape;1379;p2"/>
          <p:cNvSpPr txBox="1"/>
          <p:nvPr>
            <p:ph idx="5" type="subTitle"/>
          </p:nvPr>
        </p:nvSpPr>
        <p:spPr>
          <a:xfrm>
            <a:off x="720000" y="2405925"/>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2400"/>
              <a:buNone/>
            </a:pPr>
            <a:r>
              <a:rPr lang="en"/>
              <a:t>Instruction</a:t>
            </a:r>
            <a:endParaRPr/>
          </a:p>
        </p:txBody>
      </p:sp>
      <p:sp>
        <p:nvSpPr>
          <p:cNvPr id="1380" name="Google Shape;1380;p2"/>
          <p:cNvSpPr txBox="1"/>
          <p:nvPr>
            <p:ph idx="6" type="subTitle"/>
          </p:nvPr>
        </p:nvSpPr>
        <p:spPr>
          <a:xfrm>
            <a:off x="720000" y="3684807"/>
            <a:ext cx="7704000" cy="3936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2400"/>
              <a:buNone/>
            </a:pPr>
            <a:r>
              <a:rPr lang="en"/>
              <a:t>Software installation* </a:t>
            </a:r>
            <a:r>
              <a:rPr i="1" lang="en"/>
              <a:t>optional today</a:t>
            </a:r>
            <a:endParaRPr i="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sp>
        <p:nvSpPr>
          <p:cNvPr id="1385" name="Google Shape;1385;p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Land Acknowledgement</a:t>
            </a:r>
            <a:endParaRPr/>
          </a:p>
        </p:txBody>
      </p:sp>
      <p:sp>
        <p:nvSpPr>
          <p:cNvPr id="1386" name="Google Shape;1386;p3"/>
          <p:cNvSpPr txBox="1"/>
          <p:nvPr/>
        </p:nvSpPr>
        <p:spPr>
          <a:xfrm>
            <a:off x="341150" y="1160100"/>
            <a:ext cx="8660100" cy="4408500"/>
          </a:xfrm>
          <a:prstGeom prst="rect">
            <a:avLst/>
          </a:prstGeom>
          <a:noFill/>
          <a:ln>
            <a:noFill/>
          </a:ln>
        </p:spPr>
        <p:txBody>
          <a:bodyPr anchorCtr="0" anchor="t" bIns="91425" lIns="91425" spcFirstLastPara="1" rIns="91425" wrap="square" tIns="91425">
            <a:spAutoFit/>
          </a:bodyPr>
          <a:lstStyle/>
          <a:p>
            <a:pPr indent="0" lvl="0" marL="0" marR="0" rtl="0" algn="l">
              <a:lnSpc>
                <a:spcPct val="160000"/>
              </a:lnSpc>
              <a:spcBef>
                <a:spcPts val="1200"/>
              </a:spcBef>
              <a:spcAft>
                <a:spcPts val="0"/>
              </a:spcAft>
              <a:buClr>
                <a:srgbClr val="000000"/>
              </a:buClr>
              <a:buSzPts val="1900"/>
              <a:buFont typeface="Arial"/>
              <a:buNone/>
            </a:pPr>
            <a:r>
              <a:rPr i="0" lang="en" sz="1900" u="none" cap="none" strike="noStrike">
                <a:solidFill>
                  <a:srgbClr val="000000"/>
                </a:solidFill>
                <a:latin typeface="Mulish"/>
                <a:ea typeface="Mulish"/>
                <a:cs typeface="Mulish"/>
                <a:sym typeface="Mulish"/>
              </a:rPr>
              <a:t>We would like to acknowledge that UT Austin is on the Indigenous lands of Turtle Island, the ancestral name for what now is called North America.</a:t>
            </a:r>
            <a:endParaRPr i="0" sz="1900" u="none" cap="none" strike="noStrike">
              <a:solidFill>
                <a:srgbClr val="000000"/>
              </a:solidFill>
              <a:latin typeface="Mulish"/>
              <a:ea typeface="Mulish"/>
              <a:cs typeface="Mulish"/>
              <a:sym typeface="Mulish"/>
            </a:endParaRPr>
          </a:p>
          <a:p>
            <a:pPr indent="0" lvl="0" marL="0" marR="0" rtl="0" algn="l">
              <a:lnSpc>
                <a:spcPct val="160000"/>
              </a:lnSpc>
              <a:spcBef>
                <a:spcPts val="1200"/>
              </a:spcBef>
              <a:spcAft>
                <a:spcPts val="0"/>
              </a:spcAft>
              <a:buClr>
                <a:srgbClr val="000000"/>
              </a:buClr>
              <a:buSzPts val="1900"/>
              <a:buFont typeface="Arial"/>
              <a:buNone/>
            </a:pPr>
            <a:r>
              <a:rPr i="0" lang="en" sz="1900" u="none" cap="none" strike="noStrike">
                <a:solidFill>
                  <a:srgbClr val="000000"/>
                </a:solidFill>
                <a:latin typeface="Mulish"/>
                <a:ea typeface="Mulish"/>
                <a:cs typeface="Mulish"/>
                <a:sym typeface="Mulish"/>
              </a:rPr>
              <a:t>Moreover, we would like to acknowledge the Alabama-Coushatta, Caddo, Carrizo/Comecrudo, Coahuiltecan, Comanche, Kickapoo, Lipan Apache, Tonkawa and Ysleta Del Sur Pueblo, and all the Indigenous Peoples and communities who have been or have become a part of these lands and territories in Texas. </a:t>
            </a:r>
            <a:endParaRPr i="0" sz="1900" u="none" cap="none" strike="noStrike">
              <a:solidFill>
                <a:srgbClr val="000000"/>
              </a:solidFill>
              <a:latin typeface="Mulish"/>
              <a:ea typeface="Mulish"/>
              <a:cs typeface="Mulish"/>
              <a:sym typeface="Mulish"/>
            </a:endParaRPr>
          </a:p>
          <a:p>
            <a:pPr indent="0" lvl="0" marL="0" marR="0" rtl="0" algn="l">
              <a:lnSpc>
                <a:spcPct val="160000"/>
              </a:lnSpc>
              <a:spcBef>
                <a:spcPts val="1200"/>
              </a:spcBef>
              <a:spcAft>
                <a:spcPts val="0"/>
              </a:spcAft>
              <a:buClr>
                <a:srgbClr val="000000"/>
              </a:buClr>
              <a:buSzPts val="1100"/>
              <a:buFont typeface="Arial"/>
              <a:buNone/>
            </a:pPr>
            <a:r>
              <a:rPr i="0" lang="en" sz="1100" u="none" cap="none" strike="noStrike">
                <a:solidFill>
                  <a:srgbClr val="000000"/>
                </a:solidFill>
                <a:latin typeface="Mulish"/>
                <a:ea typeface="Mulish"/>
                <a:cs typeface="Mulish"/>
                <a:sym typeface="Mulish"/>
              </a:rPr>
              <a:t>Link to the full UTL land acknowledgement- </a:t>
            </a:r>
            <a:r>
              <a:rPr i="0" lang="en" sz="1100" u="sng" cap="none" strike="noStrike">
                <a:solidFill>
                  <a:srgbClr val="2200CC"/>
                </a:solidFill>
                <a:latin typeface="Mulish"/>
                <a:ea typeface="Mulish"/>
                <a:cs typeface="Mulish"/>
                <a:sym typeface="Mulish"/>
                <a:hlinkClick r:id="rId3">
                  <a:extLst>
                    <a:ext uri="{A12FA001-AC4F-418D-AE19-62706E023703}">
                      <ahyp:hlinkClr val="tx"/>
                    </a:ext>
                  </a:extLst>
                </a:hlinkClick>
              </a:rPr>
              <a:t>https://www.lib.utexas.edu/land-acknowledgement-statement</a:t>
            </a:r>
            <a:r>
              <a:rPr i="0" lang="en" sz="1100" u="none" cap="none" strike="noStrike">
                <a:solidFill>
                  <a:srgbClr val="000000"/>
                </a:solidFill>
                <a:latin typeface="Mulish"/>
                <a:ea typeface="Mulish"/>
                <a:cs typeface="Mulish"/>
                <a:sym typeface="Mulish"/>
              </a:rPr>
              <a:t> </a:t>
            </a:r>
            <a:endParaRPr i="0" sz="1900" u="none" cap="none" strike="noStrike">
              <a:solidFill>
                <a:srgbClr val="000000"/>
              </a:solidFill>
              <a:latin typeface="Mulish"/>
              <a:ea typeface="Mulish"/>
              <a:cs typeface="Mulish"/>
              <a:sym typeface="Mulish"/>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chemeClr val="dk1"/>
              </a:solidFill>
              <a:latin typeface="Mulish"/>
              <a:ea typeface="Mulish"/>
              <a:cs typeface="Mulish"/>
              <a:sym typeface="Mulish"/>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390" name="Shape 1390"/>
        <p:cNvGrpSpPr/>
        <p:nvPr/>
      </p:nvGrpSpPr>
      <p:grpSpPr>
        <a:xfrm>
          <a:off x="0" y="0"/>
          <a:ext cx="0" cy="0"/>
          <a:chOff x="0" y="0"/>
          <a:chExt cx="0" cy="0"/>
        </a:xfrm>
      </p:grpSpPr>
      <p:pic>
        <p:nvPicPr>
          <p:cNvPr id="1391" name="Google Shape;1391;p4" title="Screenshot 2026-08-12 at 8.51.09 AM.png"/>
          <p:cNvPicPr preferRelativeResize="0"/>
          <p:nvPr/>
        </p:nvPicPr>
        <p:blipFill>
          <a:blip r:embed="rId3">
            <a:alphaModFix/>
          </a:blip>
          <a:stretch>
            <a:fillRect/>
          </a:stretch>
        </p:blipFill>
        <p:spPr>
          <a:xfrm>
            <a:off x="6933006" y="3113440"/>
            <a:ext cx="1724175" cy="1394775"/>
          </a:xfrm>
          <a:prstGeom prst="rect">
            <a:avLst/>
          </a:prstGeom>
          <a:noFill/>
          <a:ln>
            <a:noFill/>
          </a:ln>
        </p:spPr>
      </p:pic>
      <p:sp>
        <p:nvSpPr>
          <p:cNvPr id="1392" name="Google Shape;1392;p4"/>
          <p:cNvSpPr txBox="1"/>
          <p:nvPr>
            <p:ph type="title"/>
          </p:nvPr>
        </p:nvSpPr>
        <p:spPr>
          <a:xfrm>
            <a:off x="414725" y="456525"/>
            <a:ext cx="3604800" cy="84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200">
                <a:solidFill>
                  <a:schemeClr val="dk1"/>
                </a:solidFill>
                <a:latin typeface="Twentieth Century"/>
                <a:ea typeface="Twentieth Century"/>
                <a:cs typeface="Twentieth Century"/>
                <a:sym typeface="Twentieth Century"/>
              </a:rPr>
              <a:t>Logistics</a:t>
            </a:r>
            <a:endParaRPr b="1" sz="3200">
              <a:solidFill>
                <a:schemeClr val="dk1"/>
              </a:solidFill>
              <a:latin typeface="Twentieth Century"/>
              <a:ea typeface="Twentieth Century"/>
              <a:cs typeface="Twentieth Century"/>
              <a:sym typeface="Twentieth Century"/>
            </a:endParaRPr>
          </a:p>
        </p:txBody>
      </p:sp>
      <p:sp>
        <p:nvSpPr>
          <p:cNvPr id="1393" name="Google Shape;1393;p4"/>
          <p:cNvSpPr txBox="1"/>
          <p:nvPr>
            <p:ph idx="4294967295" type="body"/>
          </p:nvPr>
        </p:nvSpPr>
        <p:spPr>
          <a:xfrm>
            <a:off x="382500" y="1127100"/>
            <a:ext cx="8379000" cy="3673500"/>
          </a:xfrm>
          <a:prstGeom prst="rect">
            <a:avLst/>
          </a:prstGeom>
          <a:noFill/>
          <a:ln>
            <a:noFill/>
          </a:ln>
        </p:spPr>
        <p:txBody>
          <a:bodyPr anchorCtr="0" anchor="t" bIns="91425" lIns="91425" spcFirstLastPara="1" rIns="91425" wrap="square" tIns="91425">
            <a:noAutofit/>
          </a:bodyPr>
          <a:lstStyle/>
          <a:p>
            <a:pPr indent="-349250" lvl="0" marL="457200" rtl="0" algn="l">
              <a:lnSpc>
                <a:spcPct val="170000"/>
              </a:lnSpc>
              <a:spcBef>
                <a:spcPts val="0"/>
              </a:spcBef>
              <a:spcAft>
                <a:spcPts val="0"/>
              </a:spcAft>
              <a:buSzPts val="1900"/>
              <a:buFont typeface="Twentieth Century"/>
              <a:buChar char="●"/>
            </a:pPr>
            <a:r>
              <a:rPr lang="en" sz="1900">
                <a:latin typeface="Twentieth Century"/>
                <a:ea typeface="Twentieth Century"/>
                <a:cs typeface="Twentieth Century"/>
                <a:sym typeface="Twentieth Century"/>
              </a:rPr>
              <a:t>Breaks are built-in</a:t>
            </a:r>
            <a:endParaRPr sz="1900">
              <a:solidFill>
                <a:schemeClr val="dk1"/>
              </a:solidFill>
              <a:latin typeface="Twentieth Century"/>
              <a:ea typeface="Twentieth Century"/>
              <a:cs typeface="Twentieth Century"/>
              <a:sym typeface="Twentieth Century"/>
            </a:endParaRPr>
          </a:p>
          <a:p>
            <a:pPr indent="-349250" lvl="0" marL="457200" rtl="0" algn="l">
              <a:lnSpc>
                <a:spcPct val="170000"/>
              </a:lnSpc>
              <a:spcBef>
                <a:spcPts val="0"/>
              </a:spcBef>
              <a:spcAft>
                <a:spcPts val="0"/>
              </a:spcAft>
              <a:buClr>
                <a:schemeClr val="dk1"/>
              </a:buClr>
              <a:buSzPts val="1900"/>
              <a:buFont typeface="Twentieth Century"/>
              <a:buChar char="●"/>
            </a:pPr>
            <a:r>
              <a:rPr lang="en" sz="1900">
                <a:solidFill>
                  <a:schemeClr val="dk1"/>
                </a:solidFill>
                <a:latin typeface="Twentieth Century"/>
                <a:ea typeface="Twentieth Century"/>
                <a:cs typeface="Twentieth Century"/>
                <a:sym typeface="Twentieth Century"/>
              </a:rPr>
              <a:t>Ask questions</a:t>
            </a:r>
            <a:r>
              <a:rPr lang="en" sz="1900">
                <a:latin typeface="Twentieth Century"/>
                <a:ea typeface="Twentieth Century"/>
                <a:cs typeface="Twentieth Century"/>
                <a:sym typeface="Twentieth Century"/>
              </a:rPr>
              <a:t>! </a:t>
            </a:r>
            <a:endParaRPr sz="1900">
              <a:solidFill>
                <a:schemeClr val="dk1"/>
              </a:solidFill>
              <a:latin typeface="Twentieth Century"/>
              <a:ea typeface="Twentieth Century"/>
              <a:cs typeface="Twentieth Century"/>
              <a:sym typeface="Twentieth Century"/>
            </a:endParaRPr>
          </a:p>
          <a:p>
            <a:pPr indent="-349250" lvl="0" marL="457200" rtl="0" algn="l">
              <a:lnSpc>
                <a:spcPct val="170000"/>
              </a:lnSpc>
              <a:spcBef>
                <a:spcPts val="0"/>
              </a:spcBef>
              <a:spcAft>
                <a:spcPts val="0"/>
              </a:spcAft>
              <a:buClr>
                <a:schemeClr val="dk1"/>
              </a:buClr>
              <a:buSzPts val="1900"/>
              <a:buFont typeface="Twentieth Century"/>
              <a:buChar char="●"/>
            </a:pPr>
            <a:r>
              <a:rPr lang="en" sz="1900">
                <a:solidFill>
                  <a:schemeClr val="dk1"/>
                </a:solidFill>
                <a:latin typeface="Twentieth Century"/>
                <a:ea typeface="Twentieth Century"/>
                <a:cs typeface="Twentieth Century"/>
                <a:sym typeface="Twentieth Century"/>
              </a:rPr>
              <a:t>Workshop materials and slides will be posted on GitHub</a:t>
            </a:r>
            <a:endParaRPr sz="1900">
              <a:solidFill>
                <a:schemeClr val="dk1"/>
              </a:solidFill>
              <a:latin typeface="Twentieth Century"/>
              <a:ea typeface="Twentieth Century"/>
              <a:cs typeface="Twentieth Century"/>
              <a:sym typeface="Twentieth Century"/>
            </a:endParaRPr>
          </a:p>
          <a:p>
            <a:pPr indent="-349250" lvl="1" marL="914400" rtl="0" algn="l">
              <a:lnSpc>
                <a:spcPct val="170000"/>
              </a:lnSpc>
              <a:spcBef>
                <a:spcPts val="0"/>
              </a:spcBef>
              <a:spcAft>
                <a:spcPts val="0"/>
              </a:spcAft>
              <a:buClr>
                <a:schemeClr val="dk1"/>
              </a:buClr>
              <a:buSzPts val="1900"/>
              <a:buFont typeface="Twentieth Century"/>
              <a:buChar char="○"/>
            </a:pPr>
            <a:r>
              <a:rPr lang="en" sz="1900" u="sng">
                <a:solidFill>
                  <a:schemeClr val="hlink"/>
                </a:solidFill>
                <a:hlinkClick r:id="rId4"/>
              </a:rPr>
              <a:t>https://github.com/utlibraries/workshop-materials</a:t>
            </a:r>
            <a:endParaRPr sz="1900">
              <a:latin typeface="Twentieth Century"/>
              <a:ea typeface="Twentieth Century"/>
              <a:cs typeface="Twentieth Century"/>
              <a:sym typeface="Twentieth Century"/>
            </a:endParaRPr>
          </a:p>
          <a:p>
            <a:pPr indent="-349250" lvl="0" marL="457200" rtl="0" algn="l">
              <a:lnSpc>
                <a:spcPct val="170000"/>
              </a:lnSpc>
              <a:spcBef>
                <a:spcPts val="0"/>
              </a:spcBef>
              <a:spcAft>
                <a:spcPts val="0"/>
              </a:spcAft>
              <a:buSzPts val="1900"/>
              <a:buFont typeface="Twentieth Century"/>
              <a:buChar char="●"/>
            </a:pPr>
            <a:r>
              <a:rPr lang="en" sz="1900">
                <a:latin typeface="Twentieth Century"/>
                <a:ea typeface="Twentieth Century"/>
                <a:cs typeface="Twentieth Century"/>
                <a:sym typeface="Twentieth Century"/>
              </a:rPr>
              <a:t>We will not record this workshop</a:t>
            </a:r>
            <a:endParaRPr sz="1900">
              <a:latin typeface="Twentieth Century"/>
              <a:ea typeface="Twentieth Century"/>
              <a:cs typeface="Twentieth Century"/>
              <a:sym typeface="Twentieth Century"/>
            </a:endParaRPr>
          </a:p>
          <a:p>
            <a:pPr indent="-349250" lvl="0" marL="457200" rtl="0" algn="l">
              <a:lnSpc>
                <a:spcPct val="170000"/>
              </a:lnSpc>
              <a:spcBef>
                <a:spcPts val="0"/>
              </a:spcBef>
              <a:spcAft>
                <a:spcPts val="0"/>
              </a:spcAft>
              <a:buSzPts val="1900"/>
              <a:buFont typeface="Twentieth Century"/>
              <a:buChar char="●"/>
            </a:pPr>
            <a:r>
              <a:rPr lang="en" sz="1900" u="sng">
                <a:solidFill>
                  <a:schemeClr val="hlink"/>
                </a:solidFill>
                <a:latin typeface="Twentieth Century"/>
                <a:ea typeface="Twentieth Century"/>
                <a:cs typeface="Twentieth Century"/>
                <a:sym typeface="Twentieth Century"/>
                <a:hlinkClick r:id="rId5"/>
              </a:rPr>
              <a:t>Badge</a:t>
            </a:r>
            <a:r>
              <a:rPr lang="en" sz="1900">
                <a:latin typeface="Twentieth Century"/>
                <a:ea typeface="Twentieth Century"/>
                <a:cs typeface="Twentieth Century"/>
                <a:sym typeface="Twentieth Century"/>
              </a:rPr>
              <a:t>: “Introduction to Python: Working with Research Data”</a:t>
            </a:r>
            <a:endParaRPr>
              <a:solidFill>
                <a:schemeClr val="dk1"/>
              </a:solidFill>
              <a:latin typeface="Twentieth Century"/>
              <a:ea typeface="Twentieth Century"/>
              <a:cs typeface="Twentieth Century"/>
              <a:sym typeface="Twentieth Century"/>
            </a:endParaRPr>
          </a:p>
          <a:p>
            <a:pPr indent="0" lvl="0" marL="0" rtl="0" algn="l">
              <a:lnSpc>
                <a:spcPct val="150000"/>
              </a:lnSpc>
              <a:spcBef>
                <a:spcPts val="0"/>
              </a:spcBef>
              <a:spcAft>
                <a:spcPts val="0"/>
              </a:spcAft>
              <a:buSzPts val="1400"/>
              <a:buNone/>
            </a:pPr>
            <a:r>
              <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sp>
        <p:nvSpPr>
          <p:cNvPr id="1398" name="Google Shape;1398;p5"/>
          <p:cNvSpPr txBox="1"/>
          <p:nvPr>
            <p:ph type="title"/>
          </p:nvPr>
        </p:nvSpPr>
        <p:spPr>
          <a:xfrm>
            <a:off x="146550" y="19144"/>
            <a:ext cx="8845200" cy="63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990"/>
              <a:buFont typeface="Arial"/>
              <a:buNone/>
            </a:pPr>
            <a:r>
              <a:rPr b="1" lang="en" sz="3000">
                <a:solidFill>
                  <a:schemeClr val="dk1"/>
                </a:solidFill>
                <a:latin typeface="Trebuchet MS"/>
                <a:ea typeface="Trebuchet MS"/>
                <a:cs typeface="Trebuchet MS"/>
                <a:sym typeface="Trebuchet MS"/>
              </a:rPr>
              <a:t>Instruct</a:t>
            </a:r>
            <a:r>
              <a:rPr lang="en" sz="3000">
                <a:solidFill>
                  <a:schemeClr val="dk1"/>
                </a:solidFill>
                <a:latin typeface="Trebuchet MS"/>
                <a:ea typeface="Trebuchet MS"/>
                <a:cs typeface="Trebuchet MS"/>
                <a:sym typeface="Trebuchet MS"/>
              </a:rPr>
              <a:t>ors</a:t>
            </a:r>
            <a:r>
              <a:rPr b="1" lang="en" sz="3000">
                <a:solidFill>
                  <a:schemeClr val="dk1"/>
                </a:solidFill>
                <a:latin typeface="Trebuchet MS"/>
                <a:ea typeface="Trebuchet MS"/>
                <a:cs typeface="Trebuchet MS"/>
                <a:sym typeface="Trebuchet MS"/>
              </a:rPr>
              <a:t>/Helpers </a:t>
            </a:r>
            <a:endParaRPr sz="3000">
              <a:latin typeface="Trebuchet MS"/>
              <a:ea typeface="Trebuchet MS"/>
              <a:cs typeface="Trebuchet MS"/>
              <a:sym typeface="Trebuchet MS"/>
            </a:endParaRPr>
          </a:p>
        </p:txBody>
      </p:sp>
      <p:sp>
        <p:nvSpPr>
          <p:cNvPr id="1399" name="Google Shape;1399;p5"/>
          <p:cNvSpPr txBox="1"/>
          <p:nvPr/>
        </p:nvSpPr>
        <p:spPr>
          <a:xfrm>
            <a:off x="617411" y="2507340"/>
            <a:ext cx="17172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Communication &amp; Information Librarian</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1400" name="Google Shape;1400;p5"/>
          <p:cNvSpPr txBox="1"/>
          <p:nvPr/>
        </p:nvSpPr>
        <p:spPr>
          <a:xfrm>
            <a:off x="2575539" y="2507338"/>
            <a:ext cx="17880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Research Data Coordinator</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1401" name="Google Shape;1401;p5"/>
          <p:cNvSpPr txBox="1"/>
          <p:nvPr/>
        </p:nvSpPr>
        <p:spPr>
          <a:xfrm>
            <a:off x="4696272" y="2507340"/>
            <a:ext cx="17340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European Studies and Linguistics Librarian</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1402" name="Google Shape;1402;p5"/>
          <p:cNvSpPr txBox="1"/>
          <p:nvPr/>
        </p:nvSpPr>
        <p:spPr>
          <a:xfrm>
            <a:off x="6631871" y="2507340"/>
            <a:ext cx="20013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Digital Processing Archivist</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1403" name="Google Shape;1403;p5"/>
          <p:cNvSpPr txBox="1"/>
          <p:nvPr/>
        </p:nvSpPr>
        <p:spPr>
          <a:xfrm>
            <a:off x="543242" y="2267672"/>
            <a:ext cx="18396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Meryl Brodsky</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1404" name="Google Shape;1404;p5"/>
          <p:cNvSpPr txBox="1"/>
          <p:nvPr/>
        </p:nvSpPr>
        <p:spPr>
          <a:xfrm>
            <a:off x="2556839" y="2267672"/>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Bryan Gee</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1405" name="Google Shape;1405;p5"/>
          <p:cNvSpPr txBox="1"/>
          <p:nvPr/>
        </p:nvSpPr>
        <p:spPr>
          <a:xfrm>
            <a:off x="4613613" y="2267672"/>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Ian Goodale</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1406" name="Google Shape;1406;p5"/>
          <p:cNvSpPr txBox="1"/>
          <p:nvPr/>
        </p:nvSpPr>
        <p:spPr>
          <a:xfrm>
            <a:off x="6693340" y="2267672"/>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Jeremy Thompson</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1407" name="Google Shape;1407;p5"/>
          <p:cNvSpPr txBox="1"/>
          <p:nvPr/>
        </p:nvSpPr>
        <p:spPr>
          <a:xfrm>
            <a:off x="642784" y="4550861"/>
            <a:ext cx="17172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Digital Scholarship Librarian</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1408" name="Google Shape;1408;p5"/>
          <p:cNvSpPr txBox="1"/>
          <p:nvPr/>
        </p:nvSpPr>
        <p:spPr>
          <a:xfrm>
            <a:off x="2600912" y="4550859"/>
            <a:ext cx="17880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GIS &amp; Geospatial Data Coordinator</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1409" name="Google Shape;1409;p5"/>
          <p:cNvSpPr txBox="1"/>
          <p:nvPr/>
        </p:nvSpPr>
        <p:spPr>
          <a:xfrm>
            <a:off x="4721645" y="4550861"/>
            <a:ext cx="17340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Head of Research Data Services</a:t>
            </a:r>
            <a:endParaRPr b="0" i="0" sz="912" u="none" cap="none" strike="noStrike">
              <a:solidFill>
                <a:srgbClr val="121212"/>
              </a:solidFill>
              <a:latin typeface="Roboto Serif Medium"/>
              <a:ea typeface="Roboto Serif Medium"/>
              <a:cs typeface="Roboto Serif Medium"/>
              <a:sym typeface="Roboto Serif Medium"/>
            </a:endParaRPr>
          </a:p>
        </p:txBody>
      </p:sp>
      <p:sp>
        <p:nvSpPr>
          <p:cNvPr id="1410" name="Google Shape;1410;p5"/>
          <p:cNvSpPr txBox="1"/>
          <p:nvPr/>
        </p:nvSpPr>
        <p:spPr>
          <a:xfrm>
            <a:off x="568616" y="4311193"/>
            <a:ext cx="18396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Karina Sanchez</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1411" name="Google Shape;1411;p5"/>
          <p:cNvSpPr txBox="1"/>
          <p:nvPr/>
        </p:nvSpPr>
        <p:spPr>
          <a:xfrm>
            <a:off x="2582212" y="4311193"/>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Alex Marden</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1412" name="Google Shape;1412;p5"/>
          <p:cNvSpPr txBox="1"/>
          <p:nvPr/>
        </p:nvSpPr>
        <p:spPr>
          <a:xfrm>
            <a:off x="4638987" y="4311193"/>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Michael Shensky</a:t>
            </a:r>
            <a:endParaRPr b="0" i="0" sz="1825" u="none" cap="none" strike="noStrike">
              <a:solidFill>
                <a:srgbClr val="121212"/>
              </a:solidFill>
              <a:latin typeface="Covered By Your Grace"/>
              <a:ea typeface="Covered By Your Grace"/>
              <a:cs typeface="Covered By Your Grace"/>
              <a:sym typeface="Covered By Your Grace"/>
            </a:endParaRPr>
          </a:p>
        </p:txBody>
      </p:sp>
      <p:pic>
        <p:nvPicPr>
          <p:cNvPr id="1413" name="Google Shape;1413;p5" title="ian_head.jpg"/>
          <p:cNvPicPr preferRelativeResize="0"/>
          <p:nvPr/>
        </p:nvPicPr>
        <p:blipFill rotWithShape="1">
          <a:blip r:embed="rId3">
            <a:alphaModFix/>
          </a:blip>
          <a:srcRect b="0" l="0" r="0" t="0"/>
          <a:stretch/>
        </p:blipFill>
        <p:spPr>
          <a:xfrm>
            <a:off x="4895264" y="930625"/>
            <a:ext cx="1336063" cy="1336063"/>
          </a:xfrm>
          <a:prstGeom prst="rect">
            <a:avLst/>
          </a:prstGeom>
          <a:noFill/>
          <a:ln>
            <a:noFill/>
          </a:ln>
        </p:spPr>
      </p:pic>
      <p:pic>
        <p:nvPicPr>
          <p:cNvPr id="1414" name="Google Shape;1414;p5" title="Meryl-head.jpeg"/>
          <p:cNvPicPr preferRelativeResize="0"/>
          <p:nvPr/>
        </p:nvPicPr>
        <p:blipFill rotWithShape="1">
          <a:blip r:embed="rId4">
            <a:alphaModFix/>
          </a:blip>
          <a:srcRect b="11645" l="0" r="0" t="0"/>
          <a:stretch/>
        </p:blipFill>
        <p:spPr>
          <a:xfrm>
            <a:off x="1008772" y="1002900"/>
            <a:ext cx="984879" cy="1264776"/>
          </a:xfrm>
          <a:prstGeom prst="rect">
            <a:avLst/>
          </a:prstGeom>
          <a:noFill/>
          <a:ln>
            <a:noFill/>
          </a:ln>
        </p:spPr>
      </p:pic>
      <p:pic>
        <p:nvPicPr>
          <p:cNvPr id="1415" name="Google Shape;1415;p5"/>
          <p:cNvPicPr preferRelativeResize="0"/>
          <p:nvPr/>
        </p:nvPicPr>
        <p:blipFill rotWithShape="1">
          <a:blip r:embed="rId5">
            <a:alphaModFix/>
          </a:blip>
          <a:srcRect b="0" l="0" r="0" t="0"/>
          <a:stretch/>
        </p:blipFill>
        <p:spPr>
          <a:xfrm>
            <a:off x="4836083" y="3093923"/>
            <a:ext cx="1484182" cy="1181996"/>
          </a:xfrm>
          <a:prstGeom prst="rect">
            <a:avLst/>
          </a:prstGeom>
          <a:noFill/>
          <a:ln>
            <a:noFill/>
          </a:ln>
        </p:spPr>
      </p:pic>
      <p:pic>
        <p:nvPicPr>
          <p:cNvPr descr="2024" id="1416" name="Google Shape;1416;p5"/>
          <p:cNvPicPr preferRelativeResize="0"/>
          <p:nvPr/>
        </p:nvPicPr>
        <p:blipFill rotWithShape="1">
          <a:blip r:embed="rId6">
            <a:alphaModFix/>
          </a:blip>
          <a:srcRect b="0" l="0" r="0" t="0"/>
          <a:stretch/>
        </p:blipFill>
        <p:spPr>
          <a:xfrm>
            <a:off x="2896898" y="1002900"/>
            <a:ext cx="1264769" cy="1264769"/>
          </a:xfrm>
          <a:prstGeom prst="rect">
            <a:avLst/>
          </a:prstGeom>
          <a:noFill/>
          <a:ln>
            <a:noFill/>
          </a:ln>
        </p:spPr>
      </p:pic>
      <p:pic>
        <p:nvPicPr>
          <p:cNvPr id="1417" name="Google Shape;1417;p5"/>
          <p:cNvPicPr preferRelativeResize="0"/>
          <p:nvPr/>
        </p:nvPicPr>
        <p:blipFill rotWithShape="1">
          <a:blip r:embed="rId7">
            <a:alphaModFix/>
          </a:blip>
          <a:srcRect b="11785" l="0" r="0" t="0"/>
          <a:stretch/>
        </p:blipFill>
        <p:spPr>
          <a:xfrm>
            <a:off x="2900850" y="3097354"/>
            <a:ext cx="1336049" cy="1178573"/>
          </a:xfrm>
          <a:prstGeom prst="rect">
            <a:avLst/>
          </a:prstGeom>
          <a:noFill/>
          <a:ln>
            <a:noFill/>
          </a:ln>
        </p:spPr>
      </p:pic>
      <p:sp>
        <p:nvSpPr>
          <p:cNvPr id="1418" name="Google Shape;1418;p5"/>
          <p:cNvSpPr txBox="1"/>
          <p:nvPr/>
        </p:nvSpPr>
        <p:spPr>
          <a:xfrm>
            <a:off x="6924987" y="4311193"/>
            <a:ext cx="1878300" cy="275400"/>
          </a:xfrm>
          <a:prstGeom prst="rect">
            <a:avLst/>
          </a:prstGeom>
          <a:noFill/>
          <a:ln>
            <a:noFill/>
          </a:ln>
        </p:spPr>
        <p:txBody>
          <a:bodyPr anchorCtr="0" anchor="t" bIns="83450" lIns="83450" spcFirstLastPara="1" rIns="83450" wrap="square" tIns="83450">
            <a:noAutofit/>
          </a:bodyPr>
          <a:lstStyle/>
          <a:p>
            <a:pPr indent="0" lvl="0" marL="0" marR="0" rtl="0" algn="ctr">
              <a:lnSpc>
                <a:spcPct val="80000"/>
              </a:lnSpc>
              <a:spcBef>
                <a:spcPts val="0"/>
              </a:spcBef>
              <a:spcAft>
                <a:spcPts val="0"/>
              </a:spcAft>
              <a:buClr>
                <a:srgbClr val="000000"/>
              </a:buClr>
              <a:buSzPts val="1825"/>
              <a:buFont typeface="Arial"/>
              <a:buNone/>
            </a:pPr>
            <a:r>
              <a:rPr b="0" i="0" lang="en" sz="1825" u="none" cap="none" strike="noStrike">
                <a:solidFill>
                  <a:srgbClr val="121212"/>
                </a:solidFill>
                <a:latin typeface="Covered By Your Grace"/>
                <a:ea typeface="Covered By Your Grace"/>
                <a:cs typeface="Covered By Your Grace"/>
                <a:sym typeface="Covered By Your Grace"/>
              </a:rPr>
              <a:t>Anna McGilvray</a:t>
            </a:r>
            <a:endParaRPr b="0" i="0" sz="1825" u="none" cap="none" strike="noStrike">
              <a:solidFill>
                <a:srgbClr val="121212"/>
              </a:solidFill>
              <a:latin typeface="Covered By Your Grace"/>
              <a:ea typeface="Covered By Your Grace"/>
              <a:cs typeface="Covered By Your Grace"/>
              <a:sym typeface="Covered By Your Grace"/>
            </a:endParaRPr>
          </a:p>
        </p:txBody>
      </p:sp>
      <p:sp>
        <p:nvSpPr>
          <p:cNvPr id="1419" name="Google Shape;1419;p5"/>
          <p:cNvSpPr txBox="1"/>
          <p:nvPr/>
        </p:nvSpPr>
        <p:spPr>
          <a:xfrm>
            <a:off x="6780172" y="4550850"/>
            <a:ext cx="1878300" cy="450900"/>
          </a:xfrm>
          <a:prstGeom prst="rect">
            <a:avLst/>
          </a:prstGeom>
          <a:noFill/>
          <a:ln>
            <a:noFill/>
          </a:ln>
        </p:spPr>
        <p:txBody>
          <a:bodyPr anchorCtr="0" anchor="t" bIns="83450" lIns="83450" spcFirstLastPara="1" rIns="83450" wrap="square" tIns="83450">
            <a:noAutofit/>
          </a:bodyPr>
          <a:lstStyle/>
          <a:p>
            <a:pPr indent="0" lvl="0" marL="0" marR="0" rtl="0" algn="ctr">
              <a:lnSpc>
                <a:spcPct val="100000"/>
              </a:lnSpc>
              <a:spcBef>
                <a:spcPts val="0"/>
              </a:spcBef>
              <a:spcAft>
                <a:spcPts val="0"/>
              </a:spcAft>
              <a:buClr>
                <a:srgbClr val="000000"/>
              </a:buClr>
              <a:buSzPts val="912"/>
              <a:buFont typeface="Arial"/>
              <a:buNone/>
            </a:pPr>
            <a:r>
              <a:rPr b="0" i="0" lang="en" sz="912" u="none" cap="none" strike="noStrike">
                <a:solidFill>
                  <a:srgbClr val="121212"/>
                </a:solidFill>
                <a:latin typeface="Roboto Serif Medium"/>
                <a:ea typeface="Roboto Serif Medium"/>
                <a:cs typeface="Roboto Serif Medium"/>
                <a:sym typeface="Roboto Serif Medium"/>
              </a:rPr>
              <a:t>Physical and Computational Sciences Librarian</a:t>
            </a:r>
            <a:endParaRPr b="0" i="0" sz="912" u="none" cap="none" strike="noStrike">
              <a:solidFill>
                <a:srgbClr val="121212"/>
              </a:solidFill>
              <a:latin typeface="Roboto Serif Medium"/>
              <a:ea typeface="Roboto Serif Medium"/>
              <a:cs typeface="Roboto Serif Medium"/>
              <a:sym typeface="Roboto Serif Medium"/>
            </a:endParaRPr>
          </a:p>
        </p:txBody>
      </p:sp>
      <p:pic>
        <p:nvPicPr>
          <p:cNvPr id="1420" name="Google Shape;1420;p5" title="Headshot-Jeremy_2019-A.jpg"/>
          <p:cNvPicPr preferRelativeResize="0"/>
          <p:nvPr/>
        </p:nvPicPr>
        <p:blipFill rotWithShape="1">
          <a:blip r:embed="rId8">
            <a:alphaModFix/>
          </a:blip>
          <a:srcRect b="0" l="0" r="0" t="0"/>
          <a:stretch/>
        </p:blipFill>
        <p:spPr>
          <a:xfrm>
            <a:off x="7054238" y="913513"/>
            <a:ext cx="1156577" cy="1336074"/>
          </a:xfrm>
          <a:prstGeom prst="rect">
            <a:avLst/>
          </a:prstGeom>
          <a:noFill/>
          <a:ln>
            <a:noFill/>
          </a:ln>
        </p:spPr>
      </p:pic>
      <p:pic>
        <p:nvPicPr>
          <p:cNvPr id="1421" name="Google Shape;1421;p5"/>
          <p:cNvPicPr preferRelativeResize="0"/>
          <p:nvPr/>
        </p:nvPicPr>
        <p:blipFill rotWithShape="1">
          <a:blip r:embed="rId9">
            <a:alphaModFix/>
          </a:blip>
          <a:srcRect b="27113" l="0" r="0" t="0"/>
          <a:stretch/>
        </p:blipFill>
        <p:spPr>
          <a:xfrm>
            <a:off x="917750" y="3043725"/>
            <a:ext cx="1090601" cy="1182000"/>
          </a:xfrm>
          <a:prstGeom prst="rect">
            <a:avLst/>
          </a:prstGeom>
          <a:noFill/>
          <a:ln>
            <a:noFill/>
          </a:ln>
        </p:spPr>
      </p:pic>
      <p:pic>
        <p:nvPicPr>
          <p:cNvPr id="1422" name="Google Shape;1422;p5" title="profile_picture.JPG"/>
          <p:cNvPicPr preferRelativeResize="0"/>
          <p:nvPr/>
        </p:nvPicPr>
        <p:blipFill rotWithShape="1">
          <a:blip r:embed="rId10">
            <a:alphaModFix/>
          </a:blip>
          <a:srcRect b="0" l="15975" r="22719" t="6576"/>
          <a:stretch/>
        </p:blipFill>
        <p:spPr>
          <a:xfrm>
            <a:off x="7157330" y="3054250"/>
            <a:ext cx="1244970" cy="1264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6"/>
          <p:cNvSpPr txBox="1"/>
          <p:nvPr/>
        </p:nvSpPr>
        <p:spPr>
          <a:xfrm>
            <a:off x="2806500" y="3063351"/>
            <a:ext cx="6180300" cy="1549200"/>
          </a:xfrm>
          <a:prstGeom prst="rect">
            <a:avLst/>
          </a:prstGeom>
          <a:solidFill>
            <a:srgbClr val="F3F3F3"/>
          </a:solidFill>
          <a:ln>
            <a:noFill/>
          </a:ln>
        </p:spPr>
        <p:txBody>
          <a:bodyPr anchorCtr="0" anchor="t" bIns="182875" lIns="182875" spcFirstLastPara="1" rIns="182875" wrap="square" tIns="182875">
            <a:noAutofit/>
          </a:bodyPr>
          <a:lstStyle/>
          <a:p>
            <a:pPr indent="0" lvl="0" marL="0" marR="0" rtl="0" algn="l">
              <a:lnSpc>
                <a:spcPct val="125000"/>
              </a:lnSpc>
              <a:spcBef>
                <a:spcPts val="0"/>
              </a:spcBef>
              <a:spcAft>
                <a:spcPts val="0"/>
              </a:spcAft>
              <a:buClr>
                <a:srgbClr val="000000"/>
              </a:buClr>
              <a:buSzPts val="1100"/>
              <a:buFont typeface="Arial"/>
              <a:buNone/>
            </a:pPr>
            <a:r>
              <a:t/>
            </a:r>
            <a:endParaRPr b="1"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What		</a:t>
            </a:r>
            <a:r>
              <a:rPr lang="en">
                <a:latin typeface="Twentieth Century"/>
                <a:ea typeface="Twentieth Century"/>
                <a:cs typeface="Twentieth Century"/>
                <a:sym typeface="Twentieth Century"/>
              </a:rPr>
              <a:t>Workshops covering AI uses in research</a:t>
            </a:r>
            <a:endParaRPr b="0"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When		</a:t>
            </a:r>
            <a:r>
              <a:rPr lang="en">
                <a:latin typeface="Twentieth Century"/>
                <a:ea typeface="Twentieth Century"/>
                <a:cs typeface="Twentieth Century"/>
                <a:sym typeface="Twentieth Century"/>
              </a:rPr>
              <a:t>December 2,</a:t>
            </a:r>
            <a:r>
              <a:rPr b="0" i="0" lang="en" sz="1400" u="none" cap="none" strike="noStrike">
                <a:solidFill>
                  <a:srgbClr val="000000"/>
                </a:solidFill>
                <a:latin typeface="Twentieth Century"/>
                <a:ea typeface="Twentieth Century"/>
                <a:cs typeface="Twentieth Century"/>
                <a:sym typeface="Twentieth Century"/>
              </a:rPr>
              <a:t> 2026 (Thursday): noon to 1 PM</a:t>
            </a:r>
            <a:endParaRPr b="0"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Where	</a:t>
            </a:r>
            <a:r>
              <a:rPr b="0" i="0" lang="en" sz="1400" u="none" cap="none" strike="noStrike">
                <a:solidFill>
                  <a:srgbClr val="000000"/>
                </a:solidFill>
                <a:latin typeface="Twentieth Century"/>
                <a:ea typeface="Twentieth Century"/>
                <a:cs typeface="Twentieth Century"/>
                <a:sym typeface="Twentieth Century"/>
              </a:rPr>
              <a:t>Virtual</a:t>
            </a:r>
            <a:endParaRPr b="0"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25000"/>
              </a:lnSpc>
              <a:spcBef>
                <a:spcPts val="0"/>
              </a:spcBef>
              <a:spcAft>
                <a:spcPts val="0"/>
              </a:spcAft>
              <a:buClr>
                <a:srgbClr val="000000"/>
              </a:buClr>
              <a:buSzPts val="1400"/>
              <a:buFont typeface="Arial"/>
              <a:buNone/>
            </a:pPr>
            <a:r>
              <a:rPr b="1" lang="en">
                <a:latin typeface="Twentieth Century"/>
                <a:ea typeface="Twentieth Century"/>
                <a:cs typeface="Twentieth Century"/>
                <a:sym typeface="Twentieth Century"/>
              </a:rPr>
              <a:t>More info</a:t>
            </a:r>
            <a:r>
              <a:rPr lang="en">
                <a:latin typeface="Twentieth Century"/>
                <a:ea typeface="Twentieth Century"/>
                <a:cs typeface="Twentieth Century"/>
                <a:sym typeface="Twentieth Century"/>
              </a:rPr>
              <a:t>	</a:t>
            </a:r>
            <a:r>
              <a:rPr lang="en" u="sng">
                <a:solidFill>
                  <a:schemeClr val="hlink"/>
                </a:solidFill>
                <a:latin typeface="Twentieth Century"/>
                <a:ea typeface="Twentieth Century"/>
                <a:cs typeface="Twentieth Century"/>
                <a:sym typeface="Twentieth Century"/>
                <a:hlinkClick r:id="rId3"/>
              </a:rPr>
              <a:t>https://guides.lib.utexas.edu/AI/workshops</a:t>
            </a:r>
            <a:r>
              <a:rPr lang="en">
                <a:latin typeface="Twentieth Century"/>
                <a:ea typeface="Twentieth Century"/>
                <a:cs typeface="Twentieth Century"/>
                <a:sym typeface="Twentieth Century"/>
              </a:rPr>
              <a:t> </a:t>
            </a:r>
            <a:endParaRPr>
              <a:latin typeface="Twentieth Century"/>
              <a:ea typeface="Twentieth Century"/>
              <a:cs typeface="Twentieth Century"/>
              <a:sym typeface="Twentieth Century"/>
            </a:endParaRPr>
          </a:p>
        </p:txBody>
      </p:sp>
      <p:sp>
        <p:nvSpPr>
          <p:cNvPr id="1428" name="Google Shape;1428;p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600">
                <a:solidFill>
                  <a:schemeClr val="dk1"/>
                </a:solidFill>
                <a:latin typeface="Twentieth Century"/>
                <a:ea typeface="Twentieth Century"/>
                <a:cs typeface="Twentieth Century"/>
                <a:sym typeface="Twentieth Century"/>
              </a:rPr>
              <a:t>Upcoming </a:t>
            </a:r>
            <a:r>
              <a:rPr lang="en" sz="3600">
                <a:latin typeface="Twentieth Century"/>
                <a:ea typeface="Twentieth Century"/>
                <a:cs typeface="Twentieth Century"/>
                <a:sym typeface="Twentieth Century"/>
              </a:rPr>
              <a:t>Fall</a:t>
            </a:r>
            <a:r>
              <a:rPr b="1" lang="en" sz="3600">
                <a:solidFill>
                  <a:schemeClr val="dk1"/>
                </a:solidFill>
                <a:latin typeface="Twentieth Century"/>
                <a:ea typeface="Twentieth Century"/>
                <a:cs typeface="Twentieth Century"/>
                <a:sym typeface="Twentieth Century"/>
              </a:rPr>
              <a:t> Workshop Series</a:t>
            </a:r>
            <a:endParaRPr b="1" sz="3600">
              <a:solidFill>
                <a:schemeClr val="dk1"/>
              </a:solidFill>
              <a:latin typeface="Twentieth Century"/>
              <a:ea typeface="Twentieth Century"/>
              <a:cs typeface="Twentieth Century"/>
              <a:sym typeface="Twentieth Century"/>
            </a:endParaRPr>
          </a:p>
        </p:txBody>
      </p:sp>
      <p:sp>
        <p:nvSpPr>
          <p:cNvPr id="1429" name="Google Shape;1429;p6"/>
          <p:cNvSpPr/>
          <p:nvPr/>
        </p:nvSpPr>
        <p:spPr>
          <a:xfrm>
            <a:off x="408125" y="3469100"/>
            <a:ext cx="1789800" cy="1380900"/>
          </a:xfrm>
          <a:prstGeom prst="rect">
            <a:avLst/>
          </a:prstGeom>
          <a:solidFill>
            <a:srgbClr val="F7F7F7"/>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30" name="Google Shape;1430;p6"/>
          <p:cNvSpPr/>
          <p:nvPr/>
        </p:nvSpPr>
        <p:spPr>
          <a:xfrm>
            <a:off x="330039" y="1460300"/>
            <a:ext cx="1861800" cy="1398300"/>
          </a:xfrm>
          <a:prstGeom prst="rect">
            <a:avLst/>
          </a:prstGeom>
          <a:solidFill>
            <a:srgbClr val="F7F7F7"/>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31" name="Google Shape;1431;p6"/>
          <p:cNvSpPr txBox="1"/>
          <p:nvPr/>
        </p:nvSpPr>
        <p:spPr>
          <a:xfrm>
            <a:off x="2781298" y="1178100"/>
            <a:ext cx="6230700" cy="327600"/>
          </a:xfrm>
          <a:prstGeom prst="rect">
            <a:avLst/>
          </a:prstGeom>
          <a:solidFill>
            <a:srgbClr val="85200C"/>
          </a:solidFill>
          <a:ln>
            <a:noFill/>
          </a:ln>
        </p:spPr>
        <p:txBody>
          <a:bodyPr anchorCtr="0" anchor="t" bIns="0" lIns="91425" spcFirstLastPara="1" rIns="91425" wrap="square" tIns="0">
            <a:noAutofit/>
          </a:bodyPr>
          <a:lstStyle/>
          <a:p>
            <a:pPr indent="0" lvl="0" marL="0" marR="0" rtl="0" algn="l">
              <a:lnSpc>
                <a:spcPct val="100000"/>
              </a:lnSpc>
              <a:spcBef>
                <a:spcPts val="0"/>
              </a:spcBef>
              <a:spcAft>
                <a:spcPts val="0"/>
              </a:spcAft>
              <a:buClr>
                <a:srgbClr val="000000"/>
              </a:buClr>
              <a:buSzPts val="1900"/>
              <a:buFont typeface="Arial"/>
              <a:buNone/>
            </a:pPr>
            <a:r>
              <a:rPr b="1" i="0" lang="en" sz="1800" u="none" cap="none" strike="noStrike">
                <a:solidFill>
                  <a:schemeClr val="accent1"/>
                </a:solidFill>
                <a:latin typeface="Twentieth Century"/>
                <a:ea typeface="Twentieth Century"/>
                <a:cs typeface="Twentieth Century"/>
                <a:sym typeface="Twentieth Century"/>
              </a:rPr>
              <a:t>Data &amp; Donuts Workshop Series</a:t>
            </a:r>
            <a:endParaRPr b="1" i="0" sz="1800" u="none" cap="none" strike="noStrike">
              <a:solidFill>
                <a:schemeClr val="accent1"/>
              </a:solidFill>
              <a:latin typeface="Twentieth Century"/>
              <a:ea typeface="Twentieth Century"/>
              <a:cs typeface="Twentieth Century"/>
              <a:sym typeface="Twentieth Century"/>
            </a:endParaRPr>
          </a:p>
        </p:txBody>
      </p:sp>
      <p:sp>
        <p:nvSpPr>
          <p:cNvPr id="1432" name="Google Shape;1432;p6"/>
          <p:cNvSpPr txBox="1"/>
          <p:nvPr/>
        </p:nvSpPr>
        <p:spPr>
          <a:xfrm>
            <a:off x="2781300" y="1513613"/>
            <a:ext cx="6230700" cy="1549200"/>
          </a:xfrm>
          <a:prstGeom prst="rect">
            <a:avLst/>
          </a:prstGeom>
          <a:solidFill>
            <a:srgbClr val="F3F3F3"/>
          </a:solidFill>
          <a:ln>
            <a:noFill/>
          </a:ln>
        </p:spPr>
        <p:txBody>
          <a:bodyPr anchorCtr="0" anchor="t" bIns="91425" lIns="91425" spcFirstLastPara="1" rIns="91425" wrap="square" tIns="91425">
            <a:noAutofit/>
          </a:bodyPr>
          <a:lstStyle/>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What		</a:t>
            </a:r>
            <a:r>
              <a:rPr b="0" i="0" lang="en" sz="1400" u="none" cap="none" strike="noStrike">
                <a:solidFill>
                  <a:srgbClr val="000000"/>
                </a:solidFill>
                <a:latin typeface="Twentieth Century"/>
                <a:ea typeface="Twentieth Century"/>
                <a:cs typeface="Twentieth Century"/>
                <a:sym typeface="Twentieth Century"/>
              </a:rPr>
              <a:t>Workshops covering research data practices and software</a:t>
            </a:r>
            <a:endParaRPr b="0"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When		</a:t>
            </a:r>
            <a:r>
              <a:rPr b="0" i="0" lang="en" sz="1400" u="none" cap="none" strike="noStrike">
                <a:solidFill>
                  <a:srgbClr val="000000"/>
                </a:solidFill>
                <a:latin typeface="Twentieth Century"/>
                <a:ea typeface="Twentieth Century"/>
                <a:cs typeface="Twentieth Century"/>
                <a:sym typeface="Twentieth Century"/>
              </a:rPr>
              <a:t>On the following dates: </a:t>
            </a:r>
            <a:r>
              <a:rPr lang="en">
                <a:latin typeface="Twentieth Century"/>
                <a:ea typeface="Twentieth Century"/>
                <a:cs typeface="Twentieth Century"/>
                <a:sym typeface="Twentieth Century"/>
              </a:rPr>
              <a:t>Sept. 11,</a:t>
            </a:r>
            <a:r>
              <a:rPr b="0" i="0" lang="en" sz="1400" u="none" cap="none" strike="noStrike">
                <a:solidFill>
                  <a:srgbClr val="000000"/>
                </a:solidFill>
                <a:latin typeface="Twentieth Century"/>
                <a:ea typeface="Twentieth Century"/>
                <a:cs typeface="Twentieth Century"/>
                <a:sym typeface="Twentieth Century"/>
              </a:rPr>
              <a:t> </a:t>
            </a:r>
            <a:r>
              <a:rPr lang="en">
                <a:latin typeface="Twentieth Century"/>
                <a:ea typeface="Twentieth Century"/>
                <a:cs typeface="Twentieth Century"/>
                <a:sym typeface="Twentieth Century"/>
              </a:rPr>
              <a:t>Sept</a:t>
            </a:r>
            <a:r>
              <a:rPr b="0" i="0" lang="en" sz="1400" u="none" cap="none" strike="noStrike">
                <a:solidFill>
                  <a:srgbClr val="000000"/>
                </a:solidFill>
                <a:latin typeface="Twentieth Century"/>
                <a:ea typeface="Twentieth Century"/>
                <a:cs typeface="Twentieth Century"/>
                <a:sym typeface="Twentieth Century"/>
              </a:rPr>
              <a:t>. </a:t>
            </a:r>
            <a:r>
              <a:rPr lang="en">
                <a:latin typeface="Twentieth Century"/>
                <a:ea typeface="Twentieth Century"/>
                <a:cs typeface="Twentieth Century"/>
                <a:sym typeface="Twentieth Century"/>
              </a:rPr>
              <a:t>25</a:t>
            </a:r>
            <a:r>
              <a:rPr b="0" i="0" lang="en" sz="1400" u="none" cap="none" strike="noStrike">
                <a:solidFill>
                  <a:srgbClr val="000000"/>
                </a:solidFill>
                <a:latin typeface="Twentieth Century"/>
                <a:ea typeface="Twentieth Century"/>
                <a:cs typeface="Twentieth Century"/>
                <a:sym typeface="Twentieth Century"/>
              </a:rPr>
              <a:t>, </a:t>
            </a:r>
            <a:r>
              <a:rPr lang="en">
                <a:latin typeface="Twentieth Century"/>
                <a:ea typeface="Twentieth Century"/>
                <a:cs typeface="Twentieth Century"/>
                <a:sym typeface="Twentieth Century"/>
              </a:rPr>
              <a:t>Oct. 9</a:t>
            </a:r>
            <a:r>
              <a:rPr b="0" i="0" lang="en" sz="1400" u="none" cap="none" strike="noStrike">
                <a:solidFill>
                  <a:srgbClr val="000000"/>
                </a:solidFill>
                <a:latin typeface="Twentieth Century"/>
                <a:ea typeface="Twentieth Century"/>
                <a:cs typeface="Twentieth Century"/>
                <a:sym typeface="Twentieth Century"/>
              </a:rPr>
              <a:t>, and </a:t>
            </a:r>
            <a:r>
              <a:rPr lang="en">
                <a:latin typeface="Twentieth Century"/>
                <a:ea typeface="Twentieth Century"/>
                <a:cs typeface="Twentieth Century"/>
                <a:sym typeface="Twentieth Century"/>
              </a:rPr>
              <a:t>Oct</a:t>
            </a:r>
            <a:r>
              <a:rPr b="0" i="0" lang="en" sz="1400" u="none" cap="none" strike="noStrike">
                <a:solidFill>
                  <a:srgbClr val="000000"/>
                </a:solidFill>
                <a:latin typeface="Twentieth Century"/>
                <a:ea typeface="Twentieth Century"/>
                <a:cs typeface="Twentieth Century"/>
                <a:sym typeface="Twentieth Century"/>
              </a:rPr>
              <a:t>. </a:t>
            </a:r>
            <a:r>
              <a:rPr lang="en">
                <a:latin typeface="Twentieth Century"/>
                <a:ea typeface="Twentieth Century"/>
                <a:cs typeface="Twentieth Century"/>
                <a:sym typeface="Twentieth Century"/>
              </a:rPr>
              <a:t>2</a:t>
            </a:r>
            <a:r>
              <a:rPr b="0" i="0" lang="en" sz="1400" u="none" cap="none" strike="noStrike">
                <a:solidFill>
                  <a:srgbClr val="000000"/>
                </a:solidFill>
                <a:latin typeface="Twentieth Century"/>
                <a:ea typeface="Twentieth Century"/>
                <a:cs typeface="Twentieth Century"/>
                <a:sym typeface="Twentieth Century"/>
              </a:rPr>
              <a:t>3</a:t>
            </a:r>
            <a:endParaRPr b="0" i="0" sz="1300" u="none" cap="none" strike="noStrike">
              <a:solidFill>
                <a:srgbClr val="000000"/>
              </a:solidFill>
              <a:latin typeface="Twentieth Century"/>
              <a:ea typeface="Twentieth Century"/>
              <a:cs typeface="Twentieth Century"/>
              <a:sym typeface="Twentieth Century"/>
            </a:endParaRPr>
          </a:p>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Time		</a:t>
            </a:r>
            <a:r>
              <a:rPr b="0" i="0" lang="en" sz="1400" u="none" cap="none" strike="noStrike">
                <a:solidFill>
                  <a:srgbClr val="000000"/>
                </a:solidFill>
                <a:latin typeface="Twentieth Century"/>
                <a:ea typeface="Twentieth Century"/>
                <a:cs typeface="Twentieth Century"/>
                <a:sym typeface="Twentieth Century"/>
              </a:rPr>
              <a:t>12pm - 1:15pm</a:t>
            </a:r>
            <a:endParaRPr b="0"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Where	</a:t>
            </a:r>
            <a:r>
              <a:rPr b="0" i="0" lang="en" sz="1400" u="none" cap="none" strike="noStrike">
                <a:solidFill>
                  <a:srgbClr val="000000"/>
                </a:solidFill>
                <a:latin typeface="Twentieth Century"/>
                <a:ea typeface="Twentieth Century"/>
                <a:cs typeface="Twentieth Century"/>
                <a:sym typeface="Twentieth Century"/>
              </a:rPr>
              <a:t>Zoom (all dates) / </a:t>
            </a:r>
            <a:r>
              <a:rPr b="0" i="0" lang="en" sz="1400" u="sng" cap="none" strike="noStrike">
                <a:solidFill>
                  <a:srgbClr val="0097A7"/>
                </a:solidFill>
                <a:latin typeface="Twentieth Century"/>
                <a:ea typeface="Twentieth Century"/>
                <a:cs typeface="Twentieth Century"/>
                <a:sym typeface="Twentieth Century"/>
                <a:hlinkClick r:id="rId4">
                  <a:extLst>
                    <a:ext uri="{A12FA001-AC4F-418D-AE19-62706E023703}">
                      <ahyp:hlinkClr val="tx"/>
                    </a:ext>
                  </a:extLst>
                </a:hlinkClick>
              </a:rPr>
              <a:t>PCL Scholars Lab</a:t>
            </a:r>
            <a:r>
              <a:rPr b="0" i="0" lang="en" sz="1400" u="none" cap="none" strike="noStrike">
                <a:solidFill>
                  <a:srgbClr val="000000"/>
                </a:solidFill>
                <a:latin typeface="Twentieth Century"/>
                <a:ea typeface="Twentieth Century"/>
                <a:cs typeface="Twentieth Century"/>
                <a:sym typeface="Twentieth Century"/>
              </a:rPr>
              <a:t> (select dates)</a:t>
            </a:r>
            <a:endParaRPr b="0" i="0" sz="1400" u="none" cap="none" strike="noStrike">
              <a:solidFill>
                <a:srgbClr val="000000"/>
              </a:solidFill>
              <a:latin typeface="Twentieth Century"/>
              <a:ea typeface="Twentieth Century"/>
              <a:cs typeface="Twentieth Century"/>
              <a:sym typeface="Twentieth Century"/>
            </a:endParaRPr>
          </a:p>
          <a:p>
            <a:pPr indent="0" lvl="0" marL="0" marR="0" rtl="0" algn="l">
              <a:lnSpc>
                <a:spcPct val="125000"/>
              </a:lnSpc>
              <a:spcBef>
                <a:spcPts val="0"/>
              </a:spcBef>
              <a:spcAft>
                <a:spcPts val="0"/>
              </a:spcAft>
              <a:buClr>
                <a:srgbClr val="000000"/>
              </a:buClr>
              <a:buSzPts val="1400"/>
              <a:buFont typeface="Arial"/>
              <a:buNone/>
            </a:pPr>
            <a:r>
              <a:rPr b="1" i="0" lang="en" sz="1400" u="none" cap="none" strike="noStrike">
                <a:solidFill>
                  <a:srgbClr val="000000"/>
                </a:solidFill>
                <a:latin typeface="Twentieth Century"/>
                <a:ea typeface="Twentieth Century"/>
                <a:cs typeface="Twentieth Century"/>
                <a:sym typeface="Twentieth Century"/>
              </a:rPr>
              <a:t>More info</a:t>
            </a:r>
            <a:r>
              <a:rPr b="0" i="0" lang="en" sz="1400" u="none" cap="none" strike="noStrike">
                <a:solidFill>
                  <a:srgbClr val="000000"/>
                </a:solidFill>
                <a:latin typeface="Twentieth Century"/>
                <a:ea typeface="Twentieth Century"/>
                <a:cs typeface="Twentieth Century"/>
                <a:sym typeface="Twentieth Century"/>
              </a:rPr>
              <a:t>	</a:t>
            </a:r>
            <a:r>
              <a:rPr b="0" i="0" lang="en" sz="1400" u="sng" cap="none" strike="noStrike">
                <a:solidFill>
                  <a:srgbClr val="0097A7"/>
                </a:solidFill>
                <a:latin typeface="Twentieth Century"/>
                <a:ea typeface="Twentieth Century"/>
                <a:cs typeface="Twentieth Century"/>
                <a:sym typeface="Twentieth Century"/>
                <a:hlinkClick r:id="rId5">
                  <a:extLst>
                    <a:ext uri="{A12FA001-AC4F-418D-AE19-62706E023703}">
                      <ahyp:hlinkClr val="tx"/>
                    </a:ext>
                  </a:extLst>
                </a:hlinkClick>
              </a:rPr>
              <a:t>https://guides.lib.utexas.edu/data-and-donuts</a:t>
            </a:r>
            <a:r>
              <a:rPr b="0" i="0" lang="en" sz="1400" u="none" cap="none" strike="noStrike">
                <a:solidFill>
                  <a:srgbClr val="000000"/>
                </a:solidFill>
                <a:latin typeface="Twentieth Century"/>
                <a:ea typeface="Twentieth Century"/>
                <a:cs typeface="Twentieth Century"/>
                <a:sym typeface="Twentieth Century"/>
              </a:rPr>
              <a:t> </a:t>
            </a:r>
            <a:endParaRPr b="0" i="0" sz="1400" u="none" cap="none" strike="noStrike">
              <a:solidFill>
                <a:srgbClr val="000000"/>
              </a:solidFill>
              <a:latin typeface="Twentieth Century"/>
              <a:ea typeface="Twentieth Century"/>
              <a:cs typeface="Twentieth Century"/>
              <a:sym typeface="Twentieth Century"/>
            </a:endParaRPr>
          </a:p>
        </p:txBody>
      </p:sp>
      <p:sp>
        <p:nvSpPr>
          <p:cNvPr id="1433" name="Google Shape;1433;p6"/>
          <p:cNvSpPr txBox="1"/>
          <p:nvPr/>
        </p:nvSpPr>
        <p:spPr>
          <a:xfrm>
            <a:off x="2781300" y="3086384"/>
            <a:ext cx="6230700" cy="327600"/>
          </a:xfrm>
          <a:prstGeom prst="rect">
            <a:avLst/>
          </a:prstGeom>
          <a:solidFill>
            <a:srgbClr val="85200C"/>
          </a:solidFill>
          <a:ln>
            <a:noFill/>
          </a:ln>
        </p:spPr>
        <p:txBody>
          <a:bodyPr anchorCtr="0" anchor="t" bIns="0" lIns="91425" spcFirstLastPara="1" rIns="91425" wrap="square" tIns="0">
            <a:noAutofit/>
          </a:bodyPr>
          <a:lstStyle/>
          <a:p>
            <a:pPr indent="0" lvl="0" marL="0" marR="0" rtl="0" algn="l">
              <a:lnSpc>
                <a:spcPct val="100000"/>
              </a:lnSpc>
              <a:spcBef>
                <a:spcPts val="0"/>
              </a:spcBef>
              <a:spcAft>
                <a:spcPts val="0"/>
              </a:spcAft>
              <a:buClr>
                <a:srgbClr val="000000"/>
              </a:buClr>
              <a:buSzPts val="1900"/>
              <a:buFont typeface="Arial"/>
              <a:buNone/>
            </a:pPr>
            <a:r>
              <a:rPr b="1" i="0" lang="en" sz="1800" u="none" cap="none" strike="noStrike">
                <a:solidFill>
                  <a:schemeClr val="accent1"/>
                </a:solidFill>
                <a:latin typeface="Twentieth Century"/>
                <a:ea typeface="Twentieth Century"/>
                <a:cs typeface="Twentieth Century"/>
                <a:sym typeface="Twentieth Century"/>
              </a:rPr>
              <a:t>Using AI for Research</a:t>
            </a:r>
            <a:endParaRPr b="1" i="0" sz="1800" u="none" cap="none" strike="noStrike">
              <a:solidFill>
                <a:schemeClr val="accent1"/>
              </a:solidFill>
              <a:latin typeface="Twentieth Century"/>
              <a:ea typeface="Twentieth Century"/>
              <a:cs typeface="Twentieth Century"/>
              <a:sym typeface="Twentieth Century"/>
            </a:endParaRPr>
          </a:p>
        </p:txBody>
      </p:sp>
      <p:pic>
        <p:nvPicPr>
          <p:cNvPr id="1434" name="Google Shape;1434;p6"/>
          <p:cNvPicPr preferRelativeResize="0"/>
          <p:nvPr/>
        </p:nvPicPr>
        <p:blipFill rotWithShape="1">
          <a:blip r:embed="rId6">
            <a:alphaModFix/>
          </a:blip>
          <a:srcRect b="0" l="62910" r="-208" t="67448"/>
          <a:stretch/>
        </p:blipFill>
        <p:spPr>
          <a:xfrm>
            <a:off x="373647" y="2529716"/>
            <a:ext cx="1818030" cy="301939"/>
          </a:xfrm>
          <a:prstGeom prst="rect">
            <a:avLst/>
          </a:prstGeom>
          <a:noFill/>
          <a:ln>
            <a:noFill/>
          </a:ln>
        </p:spPr>
      </p:pic>
      <p:pic>
        <p:nvPicPr>
          <p:cNvPr id="1435" name="Google Shape;1435;p6"/>
          <p:cNvPicPr preferRelativeResize="0"/>
          <p:nvPr/>
        </p:nvPicPr>
        <p:blipFill rotWithShape="1">
          <a:blip r:embed="rId7">
            <a:alphaModFix/>
          </a:blip>
          <a:srcRect b="19376" l="0" r="0" t="4756"/>
          <a:stretch/>
        </p:blipFill>
        <p:spPr>
          <a:xfrm>
            <a:off x="469100" y="3193334"/>
            <a:ext cx="1665025" cy="1263150"/>
          </a:xfrm>
          <a:prstGeom prst="rect">
            <a:avLst/>
          </a:prstGeom>
          <a:noFill/>
          <a:ln>
            <a:noFill/>
          </a:ln>
        </p:spPr>
      </p:pic>
      <p:pic>
        <p:nvPicPr>
          <p:cNvPr id="1436" name="Google Shape;1436;p6"/>
          <p:cNvPicPr preferRelativeResize="0"/>
          <p:nvPr/>
        </p:nvPicPr>
        <p:blipFill rotWithShape="1">
          <a:blip r:embed="rId6">
            <a:alphaModFix/>
          </a:blip>
          <a:srcRect b="0" l="0" r="37154" t="0"/>
          <a:stretch/>
        </p:blipFill>
        <p:spPr>
          <a:xfrm>
            <a:off x="373647" y="1482648"/>
            <a:ext cx="1778400" cy="645419"/>
          </a:xfrm>
          <a:prstGeom prst="rect">
            <a:avLst/>
          </a:prstGeom>
          <a:noFill/>
          <a:ln>
            <a:noFill/>
          </a:ln>
        </p:spPr>
      </p:pic>
      <p:sp>
        <p:nvSpPr>
          <p:cNvPr id="1437" name="Google Shape;1437;p6"/>
          <p:cNvSpPr txBox="1"/>
          <p:nvPr/>
        </p:nvSpPr>
        <p:spPr>
          <a:xfrm>
            <a:off x="400825" y="2156225"/>
            <a:ext cx="1733400" cy="301800"/>
          </a:xfrm>
          <a:prstGeom prst="rect">
            <a:avLst/>
          </a:prstGeom>
          <a:solidFill>
            <a:srgbClr val="B45F06"/>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Arial"/>
              <a:buNone/>
            </a:pPr>
            <a:r>
              <a:rPr b="1" lang="en" sz="1700">
                <a:solidFill>
                  <a:srgbClr val="FBFBFB"/>
                </a:solidFill>
                <a:latin typeface="Twentieth Century"/>
                <a:ea typeface="Twentieth Century"/>
                <a:cs typeface="Twentieth Century"/>
                <a:sym typeface="Twentieth Century"/>
              </a:rPr>
              <a:t>Fall</a:t>
            </a:r>
            <a:r>
              <a:rPr b="1" i="0" lang="en" sz="1700" u="none" cap="none" strike="noStrike">
                <a:solidFill>
                  <a:srgbClr val="FBFBFB"/>
                </a:solidFill>
                <a:latin typeface="Twentieth Century"/>
                <a:ea typeface="Twentieth Century"/>
                <a:cs typeface="Twentieth Century"/>
                <a:sym typeface="Twentieth Century"/>
              </a:rPr>
              <a:t> 2026</a:t>
            </a:r>
            <a:endParaRPr b="1" i="0" sz="1700" u="none" cap="none" strike="noStrike">
              <a:solidFill>
                <a:srgbClr val="FBFBFB"/>
              </a:solidFill>
              <a:latin typeface="Twentieth Century"/>
              <a:ea typeface="Twentieth Century"/>
              <a:cs typeface="Twentieth Century"/>
              <a:sym typeface="Twentieth Century"/>
            </a:endParaRPr>
          </a:p>
        </p:txBody>
      </p:sp>
      <p:sp>
        <p:nvSpPr>
          <p:cNvPr id="1438" name="Google Shape;1438;p6"/>
          <p:cNvSpPr txBox="1"/>
          <p:nvPr/>
        </p:nvSpPr>
        <p:spPr>
          <a:xfrm>
            <a:off x="3279300" y="4495574"/>
            <a:ext cx="5864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Mulish"/>
                <a:ea typeface="Mulish"/>
                <a:cs typeface="Mulish"/>
                <a:sym typeface="Mulish"/>
              </a:rPr>
              <a:t>Library Events: https://lib.utexas.edu/events</a:t>
            </a:r>
            <a:endParaRPr b="0" i="0" sz="1400" u="none" cap="none" strike="noStrike">
              <a:solidFill>
                <a:schemeClr val="dk1"/>
              </a:solidFill>
              <a:latin typeface="Mulish"/>
              <a:ea typeface="Mulish"/>
              <a:cs typeface="Mulish"/>
              <a:sym typeface="Mulish"/>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2" name="Shape 1442"/>
        <p:cNvGrpSpPr/>
        <p:nvPr/>
      </p:nvGrpSpPr>
      <p:grpSpPr>
        <a:xfrm>
          <a:off x="0" y="0"/>
          <a:ext cx="0" cy="0"/>
          <a:chOff x="0" y="0"/>
          <a:chExt cx="0" cy="0"/>
        </a:xfrm>
      </p:grpSpPr>
      <p:sp>
        <p:nvSpPr>
          <p:cNvPr id="1443" name="Google Shape;1443;p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lang="en">
                <a:latin typeface="Trebuchet MS"/>
                <a:ea typeface="Trebuchet MS"/>
                <a:cs typeface="Trebuchet MS"/>
                <a:sym typeface="Trebuchet MS"/>
              </a:rPr>
              <a:t>Workshop </a:t>
            </a:r>
            <a:r>
              <a:rPr b="1" lang="en" sz="3000">
                <a:solidFill>
                  <a:schemeClr val="dk1"/>
                </a:solidFill>
                <a:latin typeface="Trebuchet MS"/>
                <a:ea typeface="Trebuchet MS"/>
                <a:cs typeface="Trebuchet MS"/>
                <a:sym typeface="Trebuchet MS"/>
              </a:rPr>
              <a:t>Code of Conduct</a:t>
            </a:r>
            <a:endParaRPr b="1" sz="3000">
              <a:solidFill>
                <a:schemeClr val="dk1"/>
              </a:solidFill>
              <a:latin typeface="Trebuchet MS"/>
              <a:ea typeface="Trebuchet MS"/>
              <a:cs typeface="Trebuchet MS"/>
              <a:sym typeface="Trebuchet MS"/>
            </a:endParaRPr>
          </a:p>
        </p:txBody>
      </p:sp>
      <p:sp>
        <p:nvSpPr>
          <p:cNvPr id="1444" name="Google Shape;1444;p7"/>
          <p:cNvSpPr txBox="1"/>
          <p:nvPr>
            <p:ph idx="4294967295" type="body"/>
          </p:nvPr>
        </p:nvSpPr>
        <p:spPr>
          <a:xfrm>
            <a:off x="332525" y="1025600"/>
            <a:ext cx="8659200" cy="3604200"/>
          </a:xfrm>
          <a:prstGeom prst="rect">
            <a:avLst/>
          </a:prstGeom>
          <a:noFill/>
          <a:ln>
            <a:noFill/>
          </a:ln>
        </p:spPr>
        <p:txBody>
          <a:bodyPr anchorCtr="0" anchor="t" bIns="91425" lIns="91425" spcFirstLastPara="1" rIns="91425" wrap="square" tIns="91425">
            <a:normAutofit/>
          </a:bodyPr>
          <a:lstStyle/>
          <a:p>
            <a:pPr indent="-349250" lvl="0" marL="457200" rtl="0" algn="l">
              <a:lnSpc>
                <a:spcPct val="150000"/>
              </a:lnSpc>
              <a:spcBef>
                <a:spcPts val="640"/>
              </a:spcBef>
              <a:spcAft>
                <a:spcPts val="0"/>
              </a:spcAft>
              <a:buClr>
                <a:schemeClr val="dk1"/>
              </a:buClr>
              <a:buSzPts val="1900"/>
              <a:buChar char="•"/>
            </a:pPr>
            <a:r>
              <a:rPr lang="en" sz="1900">
                <a:solidFill>
                  <a:schemeClr val="dk1"/>
                </a:solidFill>
              </a:rPr>
              <a:t>Use welcoming and inclusive language</a:t>
            </a:r>
            <a:endParaRPr sz="1900">
              <a:solidFill>
                <a:schemeClr val="dk1"/>
              </a:solidFill>
            </a:endParaRPr>
          </a:p>
          <a:p>
            <a:pPr indent="-349250" lvl="0" marL="457200" rtl="0" algn="l">
              <a:lnSpc>
                <a:spcPct val="150000"/>
              </a:lnSpc>
              <a:spcBef>
                <a:spcPts val="640"/>
              </a:spcBef>
              <a:spcAft>
                <a:spcPts val="0"/>
              </a:spcAft>
              <a:buClr>
                <a:schemeClr val="dk1"/>
              </a:buClr>
              <a:buSzPts val="1900"/>
              <a:buChar char="•"/>
            </a:pPr>
            <a:r>
              <a:rPr lang="en" sz="1900">
                <a:solidFill>
                  <a:schemeClr val="dk1"/>
                </a:solidFill>
              </a:rPr>
              <a:t>Be respectful of different viewpoints and experiences</a:t>
            </a:r>
            <a:endParaRPr sz="1900">
              <a:solidFill>
                <a:schemeClr val="dk1"/>
              </a:solidFill>
            </a:endParaRPr>
          </a:p>
          <a:p>
            <a:pPr indent="-349250" lvl="0" marL="457200" rtl="0" algn="l">
              <a:lnSpc>
                <a:spcPct val="150000"/>
              </a:lnSpc>
              <a:spcBef>
                <a:spcPts val="640"/>
              </a:spcBef>
              <a:spcAft>
                <a:spcPts val="0"/>
              </a:spcAft>
              <a:buClr>
                <a:schemeClr val="dk1"/>
              </a:buClr>
              <a:buSzPts val="1900"/>
              <a:buChar char="•"/>
            </a:pPr>
            <a:r>
              <a:rPr lang="en" sz="1900">
                <a:solidFill>
                  <a:schemeClr val="dk1"/>
                </a:solidFill>
              </a:rPr>
              <a:t>Gracefully accept constructive criticism</a:t>
            </a:r>
            <a:endParaRPr sz="1900">
              <a:solidFill>
                <a:schemeClr val="dk1"/>
              </a:solidFill>
            </a:endParaRPr>
          </a:p>
          <a:p>
            <a:pPr indent="-349250" lvl="0" marL="457200" rtl="0" algn="l">
              <a:lnSpc>
                <a:spcPct val="150000"/>
              </a:lnSpc>
              <a:spcBef>
                <a:spcPts val="640"/>
              </a:spcBef>
              <a:spcAft>
                <a:spcPts val="0"/>
              </a:spcAft>
              <a:buClr>
                <a:schemeClr val="dk1"/>
              </a:buClr>
              <a:buSzPts val="1900"/>
              <a:buChar char="•"/>
            </a:pPr>
            <a:r>
              <a:rPr lang="en" sz="1900">
                <a:solidFill>
                  <a:schemeClr val="dk1"/>
                </a:solidFill>
              </a:rPr>
              <a:t>Focus on what is best for the community</a:t>
            </a:r>
            <a:endParaRPr sz="1900">
              <a:solidFill>
                <a:schemeClr val="dk1"/>
              </a:solidFill>
            </a:endParaRPr>
          </a:p>
          <a:p>
            <a:pPr indent="-349250" lvl="0" marL="457200" rtl="0" algn="l">
              <a:lnSpc>
                <a:spcPct val="150000"/>
              </a:lnSpc>
              <a:spcBef>
                <a:spcPts val="640"/>
              </a:spcBef>
              <a:spcAft>
                <a:spcPts val="0"/>
              </a:spcAft>
              <a:buClr>
                <a:schemeClr val="dk1"/>
              </a:buClr>
              <a:buSzPts val="1900"/>
              <a:buChar char="•"/>
            </a:pPr>
            <a:r>
              <a:rPr lang="en" sz="1900">
                <a:solidFill>
                  <a:schemeClr val="dk1"/>
                </a:solidFill>
              </a:rPr>
              <a:t>Show courtesy and respect towards other community members</a:t>
            </a:r>
            <a:br>
              <a:rPr lang="en" sz="1900">
                <a:solidFill>
                  <a:schemeClr val="dk1"/>
                </a:solidFill>
              </a:rPr>
            </a:br>
            <a:endParaRPr sz="1900">
              <a:solidFill>
                <a:schemeClr val="dk1"/>
              </a:solidFill>
            </a:endParaRPr>
          </a:p>
          <a:p>
            <a:pPr indent="0" lvl="0" marL="0" rtl="0" algn="l">
              <a:lnSpc>
                <a:spcPct val="150000"/>
              </a:lnSpc>
              <a:spcBef>
                <a:spcPts val="640"/>
              </a:spcBef>
              <a:spcAft>
                <a:spcPts val="0"/>
              </a:spcAft>
              <a:buSzPts val="1800"/>
              <a:buNone/>
            </a:pPr>
            <a:r>
              <a:rPr i="1" lang="en" sz="1900">
                <a:solidFill>
                  <a:schemeClr val="dk1"/>
                </a:solidFill>
              </a:rPr>
              <a:t>Contact any Helper or Instructor for assistance</a:t>
            </a:r>
            <a:endParaRPr i="1" sz="19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8" name="Shape 1448"/>
        <p:cNvGrpSpPr/>
        <p:nvPr/>
      </p:nvGrpSpPr>
      <p:grpSpPr>
        <a:xfrm>
          <a:off x="0" y="0"/>
          <a:ext cx="0" cy="0"/>
          <a:chOff x="0" y="0"/>
          <a:chExt cx="0" cy="0"/>
        </a:xfrm>
      </p:grpSpPr>
      <p:sp>
        <p:nvSpPr>
          <p:cNvPr id="1449" name="Google Shape;1449;p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Goals - Introduce you to Python </a:t>
            </a:r>
            <a:endParaRPr/>
          </a:p>
        </p:txBody>
      </p:sp>
      <p:sp>
        <p:nvSpPr>
          <p:cNvPr id="1450" name="Google Shape;1450;p8"/>
          <p:cNvSpPr txBox="1"/>
          <p:nvPr>
            <p:ph idx="4" type="subTitle"/>
          </p:nvPr>
        </p:nvSpPr>
        <p:spPr>
          <a:xfrm>
            <a:off x="217969" y="1402075"/>
            <a:ext cx="8721600" cy="534900"/>
          </a:xfrm>
          <a:prstGeom prst="rect">
            <a:avLst/>
          </a:prstGeom>
          <a:noFill/>
          <a:ln cap="flat" cmpd="sng" w="19050">
            <a:solidFill>
              <a:schemeClr val="lt1"/>
            </a:solidFill>
            <a:prstDash val="solid"/>
            <a:round/>
            <a:headEnd len="sm" w="sm" type="none"/>
            <a:tailEnd len="sm" w="sm" type="none"/>
          </a:ln>
        </p:spPr>
        <p:txBody>
          <a:bodyPr anchorCtr="0" anchor="ctr" bIns="103500" lIns="103500" spcFirstLastPara="1" rIns="103500" wrap="square" tIns="103500">
            <a:noAutofit/>
          </a:bodyPr>
          <a:lstStyle/>
          <a:p>
            <a:pPr indent="0" lvl="0" marL="0" rtl="0" algn="l">
              <a:lnSpc>
                <a:spcPct val="115000"/>
              </a:lnSpc>
              <a:spcBef>
                <a:spcPts val="0"/>
              </a:spcBef>
              <a:spcAft>
                <a:spcPts val="0"/>
              </a:spcAft>
              <a:buSzPts val="2400"/>
              <a:buNone/>
            </a:pPr>
            <a:r>
              <a:t/>
            </a:r>
            <a:endParaRPr sz="1636"/>
          </a:p>
          <a:p>
            <a:pPr indent="0" lvl="0" marL="0" rtl="0" algn="l">
              <a:lnSpc>
                <a:spcPct val="115000"/>
              </a:lnSpc>
              <a:spcBef>
                <a:spcPts val="0"/>
              </a:spcBef>
              <a:spcAft>
                <a:spcPts val="0"/>
              </a:spcAft>
              <a:buSzPts val="2400"/>
              <a:buNone/>
            </a:pPr>
            <a:r>
              <a:rPr lang="en" sz="1636">
                <a:solidFill>
                  <a:schemeClr val="dk1"/>
                </a:solidFill>
              </a:rPr>
              <a:t>Introduce the fundamental knowledge required to help you start using Python</a:t>
            </a:r>
            <a:endParaRPr sz="1636">
              <a:solidFill>
                <a:schemeClr val="dk1"/>
              </a:solidFill>
            </a:endParaRPr>
          </a:p>
          <a:p>
            <a:pPr indent="0" lvl="0" marL="0" rtl="0" algn="l">
              <a:lnSpc>
                <a:spcPct val="115000"/>
              </a:lnSpc>
              <a:spcBef>
                <a:spcPts val="0"/>
              </a:spcBef>
              <a:spcAft>
                <a:spcPts val="0"/>
              </a:spcAft>
              <a:buSzPts val="2400"/>
              <a:buNone/>
            </a:pPr>
            <a:r>
              <a:t/>
            </a:r>
            <a:endParaRPr sz="1636"/>
          </a:p>
        </p:txBody>
      </p:sp>
      <p:sp>
        <p:nvSpPr>
          <p:cNvPr id="1451" name="Google Shape;1451;p8"/>
          <p:cNvSpPr txBox="1"/>
          <p:nvPr>
            <p:ph idx="5" type="subTitle"/>
          </p:nvPr>
        </p:nvSpPr>
        <p:spPr>
          <a:xfrm>
            <a:off x="217940" y="2258825"/>
            <a:ext cx="8721600" cy="597600"/>
          </a:xfrm>
          <a:prstGeom prst="rect">
            <a:avLst/>
          </a:prstGeom>
          <a:noFill/>
          <a:ln cap="flat" cmpd="sng" w="19050">
            <a:solidFill>
              <a:schemeClr val="lt1"/>
            </a:solidFill>
            <a:prstDash val="solid"/>
            <a:round/>
            <a:headEnd len="sm" w="sm" type="none"/>
            <a:tailEnd len="sm" w="sm" type="none"/>
          </a:ln>
        </p:spPr>
        <p:txBody>
          <a:bodyPr anchorCtr="0" anchor="ctr" bIns="103500" lIns="103500" spcFirstLastPara="1" rIns="103500" wrap="square" tIns="103500">
            <a:noAutofit/>
          </a:bodyPr>
          <a:lstStyle/>
          <a:p>
            <a:pPr indent="0" lvl="0" marL="0" rtl="0" algn="l">
              <a:lnSpc>
                <a:spcPct val="115000"/>
              </a:lnSpc>
              <a:spcBef>
                <a:spcPts val="0"/>
              </a:spcBef>
              <a:spcAft>
                <a:spcPts val="0"/>
              </a:spcAft>
              <a:buSzPts val="2400"/>
              <a:buNone/>
            </a:pPr>
            <a:r>
              <a:t/>
            </a:r>
            <a:endParaRPr sz="1636"/>
          </a:p>
          <a:p>
            <a:pPr indent="0" lvl="0" marL="0" rtl="0" algn="l">
              <a:lnSpc>
                <a:spcPct val="115000"/>
              </a:lnSpc>
              <a:spcBef>
                <a:spcPts val="0"/>
              </a:spcBef>
              <a:spcAft>
                <a:spcPts val="0"/>
              </a:spcAft>
              <a:buSzPts val="2400"/>
              <a:buNone/>
            </a:pPr>
            <a:r>
              <a:rPr lang="en" sz="1636">
                <a:solidFill>
                  <a:schemeClr val="dk1"/>
                </a:solidFill>
              </a:rPr>
              <a:t>Learn some of the vocabulary of Python, such as Data Types, Variables, Functions</a:t>
            </a:r>
            <a:endParaRPr sz="1636">
              <a:solidFill>
                <a:schemeClr val="dk1"/>
              </a:solidFill>
            </a:endParaRPr>
          </a:p>
          <a:p>
            <a:pPr indent="0" lvl="0" marL="0" rtl="0" algn="l">
              <a:lnSpc>
                <a:spcPct val="115000"/>
              </a:lnSpc>
              <a:spcBef>
                <a:spcPts val="0"/>
              </a:spcBef>
              <a:spcAft>
                <a:spcPts val="0"/>
              </a:spcAft>
              <a:buSzPts val="2400"/>
              <a:buNone/>
            </a:pPr>
            <a:r>
              <a:t/>
            </a:r>
            <a:endParaRPr sz="1636"/>
          </a:p>
        </p:txBody>
      </p:sp>
      <p:sp>
        <p:nvSpPr>
          <p:cNvPr id="1452" name="Google Shape;1452;p8"/>
          <p:cNvSpPr txBox="1"/>
          <p:nvPr>
            <p:ph idx="6" type="subTitle"/>
          </p:nvPr>
        </p:nvSpPr>
        <p:spPr>
          <a:xfrm>
            <a:off x="217940" y="3178067"/>
            <a:ext cx="8721600" cy="445800"/>
          </a:xfrm>
          <a:prstGeom prst="rect">
            <a:avLst/>
          </a:prstGeom>
          <a:noFill/>
          <a:ln cap="flat" cmpd="sng" w="19050">
            <a:solidFill>
              <a:schemeClr val="lt1"/>
            </a:solidFill>
            <a:prstDash val="solid"/>
            <a:round/>
            <a:headEnd len="sm" w="sm" type="none"/>
            <a:tailEnd len="sm" w="sm" type="none"/>
          </a:ln>
        </p:spPr>
        <p:txBody>
          <a:bodyPr anchorCtr="0" anchor="ctr" bIns="103500" lIns="103500" spcFirstLastPara="1" rIns="103500" wrap="square" tIns="103500">
            <a:noAutofit/>
          </a:bodyPr>
          <a:lstStyle/>
          <a:p>
            <a:pPr indent="0" lvl="0" marL="0" rtl="0" algn="l">
              <a:lnSpc>
                <a:spcPct val="115000"/>
              </a:lnSpc>
              <a:spcBef>
                <a:spcPts val="0"/>
              </a:spcBef>
              <a:spcAft>
                <a:spcPts val="0"/>
              </a:spcAft>
              <a:buSzPts val="2400"/>
              <a:buNone/>
            </a:pPr>
            <a:r>
              <a:rPr lang="en" sz="1636">
                <a:solidFill>
                  <a:schemeClr val="dk1"/>
                </a:solidFill>
              </a:rPr>
              <a:t>Use Python without installing any software - this workshop will use Google Colab</a:t>
            </a:r>
            <a:endParaRPr sz="1636"/>
          </a:p>
        </p:txBody>
      </p:sp>
      <p:sp>
        <p:nvSpPr>
          <p:cNvPr id="1453" name="Google Shape;1453;p8"/>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300"/>
              <a:buNone/>
            </a:pPr>
            <a:fld id="{00000000-1234-1234-1234-123412341234}" type="slidenum">
              <a:rPr lang="en"/>
              <a:t>‹#›</a:t>
            </a:fld>
            <a:endParaRPr/>
          </a:p>
        </p:txBody>
      </p:sp>
      <p:sp>
        <p:nvSpPr>
          <p:cNvPr id="1454" name="Google Shape;1454;p8"/>
          <p:cNvSpPr txBox="1"/>
          <p:nvPr>
            <p:ph idx="6" type="subTitle"/>
          </p:nvPr>
        </p:nvSpPr>
        <p:spPr>
          <a:xfrm>
            <a:off x="217975" y="3945501"/>
            <a:ext cx="8721600" cy="597600"/>
          </a:xfrm>
          <a:prstGeom prst="rect">
            <a:avLst/>
          </a:prstGeom>
          <a:noFill/>
          <a:ln cap="flat" cmpd="sng" w="19050">
            <a:solidFill>
              <a:schemeClr val="lt1"/>
            </a:solidFill>
            <a:prstDash val="solid"/>
            <a:round/>
            <a:headEnd len="sm" w="sm" type="none"/>
            <a:tailEnd len="sm" w="sm" type="none"/>
          </a:ln>
        </p:spPr>
        <p:txBody>
          <a:bodyPr anchorCtr="0" anchor="ctr" bIns="103500" lIns="103500" spcFirstLastPara="1" rIns="103500" wrap="square" tIns="103500">
            <a:noAutofit/>
          </a:bodyPr>
          <a:lstStyle/>
          <a:p>
            <a:pPr indent="0" lvl="0" marL="0" rtl="0" algn="l">
              <a:lnSpc>
                <a:spcPct val="115000"/>
              </a:lnSpc>
              <a:spcBef>
                <a:spcPts val="0"/>
              </a:spcBef>
              <a:spcAft>
                <a:spcPts val="0"/>
              </a:spcAft>
              <a:buSzPts val="2400"/>
              <a:buNone/>
            </a:pPr>
            <a:r>
              <a:rPr lang="en" sz="1636"/>
              <a:t>Learn about resources to help you when you have a question or a problem</a:t>
            </a:r>
            <a:endParaRPr sz="1636"/>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9"/>
          <p:cNvSpPr txBox="1"/>
          <p:nvPr>
            <p:ph type="title"/>
          </p:nvPr>
        </p:nvSpPr>
        <p:spPr>
          <a:xfrm>
            <a:off x="247625" y="492800"/>
            <a:ext cx="8694300" cy="646800"/>
          </a:xfrm>
          <a:prstGeom prst="rect">
            <a:avLst/>
          </a:prstGeom>
          <a:noFill/>
          <a:ln>
            <a:noFill/>
          </a:ln>
        </p:spPr>
        <p:txBody>
          <a:bodyPr anchorCtr="0" anchor="t" bIns="116900" lIns="116900" spcFirstLastPara="1" rIns="116900" wrap="square" tIns="116900">
            <a:noAutofit/>
          </a:bodyPr>
          <a:lstStyle/>
          <a:p>
            <a:pPr indent="0" lvl="0" marL="0" rtl="0" algn="l">
              <a:lnSpc>
                <a:spcPct val="100000"/>
              </a:lnSpc>
              <a:spcBef>
                <a:spcPts val="0"/>
              </a:spcBef>
              <a:spcAft>
                <a:spcPts val="0"/>
              </a:spcAft>
              <a:buSzPts val="3000"/>
              <a:buNone/>
            </a:pPr>
            <a:r>
              <a:rPr lang="en" sz="3035"/>
              <a:t>What is Python &amp; why you should learn it</a:t>
            </a:r>
            <a:endParaRPr sz="3035"/>
          </a:p>
        </p:txBody>
      </p:sp>
      <p:sp>
        <p:nvSpPr>
          <p:cNvPr id="1460" name="Google Shape;1460;p9"/>
          <p:cNvSpPr txBox="1"/>
          <p:nvPr/>
        </p:nvSpPr>
        <p:spPr>
          <a:xfrm>
            <a:off x="420598" y="1376876"/>
            <a:ext cx="7729800" cy="3273900"/>
          </a:xfrm>
          <a:prstGeom prst="rect">
            <a:avLst/>
          </a:prstGeom>
          <a:noFill/>
          <a:ln>
            <a:noFill/>
          </a:ln>
        </p:spPr>
        <p:txBody>
          <a:bodyPr anchorCtr="0" anchor="t" bIns="116900" lIns="116900" spcFirstLastPara="1" rIns="116900" wrap="square" tIns="116900">
            <a:noAutofit/>
          </a:bodyPr>
          <a:lstStyle/>
          <a:p>
            <a:pPr indent="-412924" lvl="0" marL="584549" marR="0" rtl="0" algn="l">
              <a:lnSpc>
                <a:spcPct val="200000"/>
              </a:lnSpc>
              <a:spcBef>
                <a:spcPts val="0"/>
              </a:spcBef>
              <a:spcAft>
                <a:spcPts val="0"/>
              </a:spcAft>
              <a:buClr>
                <a:schemeClr val="dk2"/>
              </a:buClr>
              <a:buSzPts val="1900"/>
              <a:buFont typeface="Mulish"/>
              <a:buChar char="●"/>
            </a:pPr>
            <a:r>
              <a:rPr b="0" i="0" lang="en" sz="1900" u="none" cap="none" strike="noStrike">
                <a:solidFill>
                  <a:schemeClr val="dk1"/>
                </a:solidFill>
                <a:latin typeface="Mulish"/>
                <a:ea typeface="Mulish"/>
                <a:cs typeface="Mulish"/>
                <a:sym typeface="Mulish"/>
              </a:rPr>
              <a:t>Open source programming language</a:t>
            </a:r>
            <a:endParaRPr b="0" i="0" sz="1900" u="none" cap="none" strike="noStrike">
              <a:solidFill>
                <a:schemeClr val="dk1"/>
              </a:solidFill>
              <a:latin typeface="Mulish"/>
              <a:ea typeface="Mulish"/>
              <a:cs typeface="Mulish"/>
              <a:sym typeface="Mulish"/>
            </a:endParaRPr>
          </a:p>
          <a:p>
            <a:pPr indent="-412924" lvl="0" marL="584549" marR="0" rtl="0" algn="l">
              <a:lnSpc>
                <a:spcPct val="200000"/>
              </a:lnSpc>
              <a:spcBef>
                <a:spcPts val="0"/>
              </a:spcBef>
              <a:spcAft>
                <a:spcPts val="0"/>
              </a:spcAft>
              <a:buClr>
                <a:schemeClr val="dk2"/>
              </a:buClr>
              <a:buSzPts val="1900"/>
              <a:buFont typeface="Mulish"/>
              <a:buChar char="●"/>
            </a:pPr>
            <a:r>
              <a:rPr b="0" i="0" lang="en" sz="1900" u="none" cap="none" strike="noStrike">
                <a:solidFill>
                  <a:schemeClr val="dk1"/>
                </a:solidFill>
                <a:latin typeface="Mulish"/>
                <a:ea typeface="Mulish"/>
                <a:cs typeface="Mulish"/>
                <a:sym typeface="Mulish"/>
              </a:rPr>
              <a:t>Cross platform compatible (Windows, MacOS, &amp; Linux)</a:t>
            </a:r>
            <a:endParaRPr b="0" i="0" sz="1900" u="none" cap="none" strike="noStrike">
              <a:solidFill>
                <a:schemeClr val="dk1"/>
              </a:solidFill>
              <a:latin typeface="Mulish"/>
              <a:ea typeface="Mulish"/>
              <a:cs typeface="Mulish"/>
              <a:sym typeface="Mulish"/>
            </a:endParaRPr>
          </a:p>
          <a:p>
            <a:pPr indent="-412924" lvl="0" marL="584549" marR="0" rtl="0" algn="l">
              <a:lnSpc>
                <a:spcPct val="200000"/>
              </a:lnSpc>
              <a:spcBef>
                <a:spcPts val="0"/>
              </a:spcBef>
              <a:spcAft>
                <a:spcPts val="0"/>
              </a:spcAft>
              <a:buClr>
                <a:schemeClr val="dk2"/>
              </a:buClr>
              <a:buSzPts val="1900"/>
              <a:buFont typeface="Mulish"/>
              <a:buChar char="●"/>
            </a:pPr>
            <a:r>
              <a:rPr b="0" i="0" lang="en" sz="1900" u="none" cap="none" strike="noStrike">
                <a:solidFill>
                  <a:schemeClr val="dk1"/>
                </a:solidFill>
                <a:latin typeface="Mulish"/>
                <a:ea typeface="Mulish"/>
                <a:cs typeface="Mulish"/>
                <a:sym typeface="Mulish"/>
              </a:rPr>
              <a:t>Used in a variety of fields and disciplines</a:t>
            </a:r>
            <a:endParaRPr b="0" i="0" sz="1900" u="none" cap="none" strike="noStrike">
              <a:solidFill>
                <a:schemeClr val="dk1"/>
              </a:solidFill>
              <a:latin typeface="Mulish"/>
              <a:ea typeface="Mulish"/>
              <a:cs typeface="Mulish"/>
              <a:sym typeface="Mulish"/>
            </a:endParaRPr>
          </a:p>
          <a:p>
            <a:pPr indent="-412924" lvl="0" marL="584549" marR="0" rtl="0" algn="l">
              <a:lnSpc>
                <a:spcPct val="200000"/>
              </a:lnSpc>
              <a:spcBef>
                <a:spcPts val="0"/>
              </a:spcBef>
              <a:spcAft>
                <a:spcPts val="0"/>
              </a:spcAft>
              <a:buClr>
                <a:schemeClr val="dk2"/>
              </a:buClr>
              <a:buSzPts val="1900"/>
              <a:buFont typeface="Mulish"/>
              <a:buChar char="●"/>
            </a:pPr>
            <a:r>
              <a:rPr b="0" i="0" lang="en" sz="1900" u="none" cap="none" strike="noStrike">
                <a:solidFill>
                  <a:schemeClr val="dk1"/>
                </a:solidFill>
                <a:latin typeface="Mulish"/>
                <a:ea typeface="Mulish"/>
                <a:cs typeface="Mulish"/>
                <a:sym typeface="Mulish"/>
              </a:rPr>
              <a:t>Large ecosystem of open source packages</a:t>
            </a:r>
            <a:endParaRPr b="0" i="0" sz="1900" u="none" cap="none" strike="noStrike">
              <a:solidFill>
                <a:schemeClr val="dk1"/>
              </a:solidFill>
              <a:latin typeface="Mulish"/>
              <a:ea typeface="Mulish"/>
              <a:cs typeface="Mulish"/>
              <a:sym typeface="Mulish"/>
            </a:endParaRPr>
          </a:p>
          <a:p>
            <a:pPr indent="-412924" lvl="0" marL="584549" marR="0" rtl="0" algn="l">
              <a:lnSpc>
                <a:spcPct val="200000"/>
              </a:lnSpc>
              <a:spcBef>
                <a:spcPts val="0"/>
              </a:spcBef>
              <a:spcAft>
                <a:spcPts val="0"/>
              </a:spcAft>
              <a:buClr>
                <a:schemeClr val="dk2"/>
              </a:buClr>
              <a:buSzPts val="1900"/>
              <a:buFont typeface="Mulish"/>
              <a:buChar char="●"/>
            </a:pPr>
            <a:r>
              <a:rPr b="0" i="0" lang="en" sz="1900" u="none" cap="none" strike="noStrike">
                <a:solidFill>
                  <a:schemeClr val="dk1"/>
                </a:solidFill>
                <a:latin typeface="Mulish"/>
                <a:ea typeface="Mulish"/>
                <a:cs typeface="Mulish"/>
                <a:sym typeface="Mulish"/>
              </a:rPr>
              <a:t>Shared code can foster reproducibility</a:t>
            </a:r>
            <a:endParaRPr b="0" i="0" sz="1900" u="none" cap="none" strike="noStrike">
              <a:solidFill>
                <a:schemeClr val="dk1"/>
              </a:solidFill>
              <a:latin typeface="Mulish"/>
              <a:ea typeface="Mulish"/>
              <a:cs typeface="Mulish"/>
              <a:sym typeface="Mulish"/>
            </a:endParaRPr>
          </a:p>
          <a:p>
            <a:pPr indent="0" lvl="0" marL="0" marR="0" rtl="0" algn="l">
              <a:lnSpc>
                <a:spcPct val="115000"/>
              </a:lnSpc>
              <a:spcBef>
                <a:spcPts val="0"/>
              </a:spcBef>
              <a:spcAft>
                <a:spcPts val="0"/>
              </a:spcAft>
              <a:buClr>
                <a:srgbClr val="000000"/>
              </a:buClr>
              <a:buSzPts val="1900"/>
              <a:buFont typeface="Arial"/>
              <a:buNone/>
            </a:pPr>
            <a:r>
              <a:t/>
            </a:r>
            <a:endParaRPr b="0" i="0" sz="1900" u="none" cap="none" strike="noStrike">
              <a:solidFill>
                <a:schemeClr val="dk1"/>
              </a:solidFill>
              <a:latin typeface="Mulish"/>
              <a:ea typeface="Mulish"/>
              <a:cs typeface="Mulish"/>
              <a:sym typeface="Mulish"/>
            </a:endParaRPr>
          </a:p>
          <a:p>
            <a:pPr indent="0" lvl="0" marL="0" marR="0" rtl="0" algn="l">
              <a:lnSpc>
                <a:spcPct val="115000"/>
              </a:lnSpc>
              <a:spcBef>
                <a:spcPts val="0"/>
              </a:spcBef>
              <a:spcAft>
                <a:spcPts val="0"/>
              </a:spcAft>
              <a:buClr>
                <a:srgbClr val="000000"/>
              </a:buClr>
              <a:buSzPts val="1900"/>
              <a:buFont typeface="Arial"/>
              <a:buNone/>
            </a:pPr>
            <a:r>
              <a:t/>
            </a:r>
            <a:endParaRPr b="0" i="0" sz="1900" u="none" cap="none" strike="noStrike">
              <a:solidFill>
                <a:schemeClr val="dk1"/>
              </a:solidFill>
              <a:latin typeface="Mulish"/>
              <a:ea typeface="Mulish"/>
              <a:cs typeface="Mulish"/>
              <a:sym typeface="Mulish"/>
            </a:endParaRPr>
          </a:p>
        </p:txBody>
      </p:sp>
      <p:sp>
        <p:nvSpPr>
          <p:cNvPr id="1461" name="Google Shape;1461;p9"/>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1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What you can do with Python</a:t>
            </a:r>
            <a:endParaRPr/>
          </a:p>
        </p:txBody>
      </p:sp>
      <p:sp>
        <p:nvSpPr>
          <p:cNvPr id="1467" name="Google Shape;1467;p10"/>
          <p:cNvSpPr txBox="1"/>
          <p:nvPr>
            <p:ph idx="2" type="subTitle"/>
          </p:nvPr>
        </p:nvSpPr>
        <p:spPr>
          <a:xfrm>
            <a:off x="770950" y="1289375"/>
            <a:ext cx="6166200" cy="3094500"/>
          </a:xfrm>
          <a:prstGeom prst="rect">
            <a:avLst/>
          </a:prstGeom>
          <a:noFill/>
          <a:ln>
            <a:noFill/>
          </a:ln>
        </p:spPr>
        <p:txBody>
          <a:bodyPr anchorCtr="0" anchor="t" bIns="91425" lIns="91425" spcFirstLastPara="1" rIns="91425" wrap="square" tIns="91425">
            <a:noAutofit/>
          </a:bodyPr>
          <a:lstStyle/>
          <a:p>
            <a:pPr indent="-257175" lvl="0" marL="257175" rtl="0" algn="l">
              <a:lnSpc>
                <a:spcPct val="115000"/>
              </a:lnSpc>
              <a:spcBef>
                <a:spcPts val="0"/>
              </a:spcBef>
              <a:spcAft>
                <a:spcPts val="0"/>
              </a:spcAft>
              <a:buSzPts val="2000"/>
              <a:buChar char="●"/>
            </a:pPr>
            <a:r>
              <a:rPr lang="en" sz="2000"/>
              <a:t>Text Mining</a:t>
            </a:r>
            <a:endParaRPr sz="2000"/>
          </a:p>
          <a:p>
            <a:pPr indent="-257175" lvl="0" marL="257175" rtl="0" algn="l">
              <a:lnSpc>
                <a:spcPct val="115000"/>
              </a:lnSpc>
              <a:spcBef>
                <a:spcPts val="1600"/>
              </a:spcBef>
              <a:spcAft>
                <a:spcPts val="0"/>
              </a:spcAft>
              <a:buSzPts val="2000"/>
              <a:buChar char="●"/>
            </a:pPr>
            <a:r>
              <a:rPr lang="en" sz="2000"/>
              <a:t>Web Scraping</a:t>
            </a:r>
            <a:endParaRPr sz="2000"/>
          </a:p>
          <a:p>
            <a:pPr indent="-257175" lvl="0" marL="257175" rtl="0" algn="l">
              <a:lnSpc>
                <a:spcPct val="115000"/>
              </a:lnSpc>
              <a:spcBef>
                <a:spcPts val="1600"/>
              </a:spcBef>
              <a:spcAft>
                <a:spcPts val="0"/>
              </a:spcAft>
              <a:buSzPts val="2000"/>
              <a:buChar char="●"/>
            </a:pPr>
            <a:r>
              <a:rPr lang="en" sz="2000"/>
              <a:t>Data Analysis </a:t>
            </a:r>
            <a:endParaRPr sz="2000"/>
          </a:p>
          <a:p>
            <a:pPr indent="-257175" lvl="0" marL="257175" rtl="0" algn="l">
              <a:lnSpc>
                <a:spcPct val="115000"/>
              </a:lnSpc>
              <a:spcBef>
                <a:spcPts val="1600"/>
              </a:spcBef>
              <a:spcAft>
                <a:spcPts val="0"/>
              </a:spcAft>
              <a:buSzPts val="2000"/>
              <a:buChar char="●"/>
            </a:pPr>
            <a:r>
              <a:rPr lang="en" sz="2000"/>
              <a:t>Data Visualization</a:t>
            </a:r>
            <a:endParaRPr sz="2000"/>
          </a:p>
          <a:p>
            <a:pPr indent="-257175" lvl="0" marL="257175" rtl="0" algn="l">
              <a:lnSpc>
                <a:spcPct val="115000"/>
              </a:lnSpc>
              <a:spcBef>
                <a:spcPts val="1000"/>
              </a:spcBef>
              <a:spcAft>
                <a:spcPts val="0"/>
              </a:spcAft>
              <a:buSzPts val="2000"/>
              <a:buChar char="●"/>
            </a:pPr>
            <a:r>
              <a:rPr lang="en" sz="2000"/>
              <a:t>Simulations &amp; Modeling</a:t>
            </a:r>
            <a:endParaRPr sz="2000"/>
          </a:p>
        </p:txBody>
      </p:sp>
      <p:sp>
        <p:nvSpPr>
          <p:cNvPr id="1468" name="Google Shape;1468;p10"/>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2" name="Shape 1472"/>
        <p:cNvGrpSpPr/>
        <p:nvPr/>
      </p:nvGrpSpPr>
      <p:grpSpPr>
        <a:xfrm>
          <a:off x="0" y="0"/>
          <a:ext cx="0" cy="0"/>
          <a:chOff x="0" y="0"/>
          <a:chExt cx="0" cy="0"/>
        </a:xfrm>
      </p:grpSpPr>
      <p:sp>
        <p:nvSpPr>
          <p:cNvPr id="1473" name="Google Shape;1473;p11"/>
          <p:cNvSpPr txBox="1"/>
          <p:nvPr>
            <p:ph type="title"/>
          </p:nvPr>
        </p:nvSpPr>
        <p:spPr>
          <a:xfrm>
            <a:off x="365150" y="445025"/>
            <a:ext cx="8513400" cy="600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solidFill>
                  <a:srgbClr val="000000"/>
                </a:solidFill>
                <a:latin typeface="Arial"/>
                <a:ea typeface="Arial"/>
                <a:cs typeface="Arial"/>
                <a:sym typeface="Arial"/>
              </a:rPr>
              <a:t>Google Colab</a:t>
            </a:r>
            <a:r>
              <a:rPr b="0" lang="en">
                <a:solidFill>
                  <a:srgbClr val="000000"/>
                </a:solidFill>
                <a:latin typeface="Arial"/>
                <a:ea typeface="Arial"/>
                <a:cs typeface="Arial"/>
                <a:sym typeface="Arial"/>
              </a:rPr>
              <a:t> = </a:t>
            </a:r>
            <a:r>
              <a:rPr lang="en"/>
              <a:t>Integrated Development Environment (IDE)</a:t>
            </a:r>
            <a:endParaRPr/>
          </a:p>
        </p:txBody>
      </p:sp>
      <p:sp>
        <p:nvSpPr>
          <p:cNvPr id="1474" name="Google Shape;1474;p11"/>
          <p:cNvSpPr txBox="1"/>
          <p:nvPr>
            <p:ph idx="1" type="subTitle"/>
          </p:nvPr>
        </p:nvSpPr>
        <p:spPr>
          <a:xfrm>
            <a:off x="4743944" y="2226301"/>
            <a:ext cx="3942900" cy="2078400"/>
          </a:xfrm>
          <a:prstGeom prst="rect">
            <a:avLst/>
          </a:prstGeom>
          <a:noFill/>
          <a:ln>
            <a:noFill/>
          </a:ln>
        </p:spPr>
        <p:txBody>
          <a:bodyPr anchorCtr="0" anchor="t" bIns="97475" lIns="97475" spcFirstLastPara="1" rIns="97475" wrap="square" tIns="97475">
            <a:noAutofit/>
          </a:bodyPr>
          <a:lstStyle/>
          <a:p>
            <a:pPr indent="0" lvl="0" marL="0" rtl="0" algn="l">
              <a:lnSpc>
                <a:spcPct val="200000"/>
              </a:lnSpc>
              <a:spcBef>
                <a:spcPts val="0"/>
              </a:spcBef>
              <a:spcAft>
                <a:spcPts val="0"/>
              </a:spcAft>
              <a:buSzPts val="1400"/>
              <a:buNone/>
            </a:pPr>
            <a:r>
              <a:rPr lang="en" sz="1900"/>
              <a:t>Easier to write code</a:t>
            </a:r>
            <a:endParaRPr sz="1900"/>
          </a:p>
          <a:p>
            <a:pPr indent="0" lvl="0" marL="0" rtl="0" algn="l">
              <a:lnSpc>
                <a:spcPct val="200000"/>
              </a:lnSpc>
              <a:spcBef>
                <a:spcPts val="0"/>
              </a:spcBef>
              <a:spcAft>
                <a:spcPts val="0"/>
              </a:spcAft>
              <a:buSzPts val="1400"/>
              <a:buNone/>
            </a:pPr>
            <a:r>
              <a:rPr lang="en" sz="1900"/>
              <a:t>Improves code quality </a:t>
            </a:r>
            <a:endParaRPr sz="1900"/>
          </a:p>
          <a:p>
            <a:pPr indent="0" lvl="0" marL="0" rtl="0" algn="l">
              <a:lnSpc>
                <a:spcPct val="200000"/>
              </a:lnSpc>
              <a:spcBef>
                <a:spcPts val="0"/>
              </a:spcBef>
              <a:spcAft>
                <a:spcPts val="0"/>
              </a:spcAft>
              <a:buSzPts val="1400"/>
              <a:buNone/>
            </a:pPr>
            <a:r>
              <a:rPr lang="en" sz="1900"/>
              <a:t>Facilitates code sharing </a:t>
            </a:r>
            <a:endParaRPr sz="1900"/>
          </a:p>
          <a:p>
            <a:pPr indent="0" lvl="0" marL="0" rtl="0" algn="l">
              <a:lnSpc>
                <a:spcPct val="115000"/>
              </a:lnSpc>
              <a:spcBef>
                <a:spcPts val="0"/>
              </a:spcBef>
              <a:spcAft>
                <a:spcPts val="0"/>
              </a:spcAft>
              <a:buSzPts val="1400"/>
              <a:buNone/>
            </a:pPr>
            <a:r>
              <a:t/>
            </a:r>
            <a:endParaRPr sz="1900"/>
          </a:p>
          <a:p>
            <a:pPr indent="0" lvl="0" marL="0" rtl="0" algn="l">
              <a:lnSpc>
                <a:spcPct val="115000"/>
              </a:lnSpc>
              <a:spcBef>
                <a:spcPts val="0"/>
              </a:spcBef>
              <a:spcAft>
                <a:spcPts val="0"/>
              </a:spcAft>
              <a:buSzPts val="1400"/>
              <a:buNone/>
            </a:pPr>
            <a:r>
              <a:t/>
            </a:r>
            <a:endParaRPr sz="1900"/>
          </a:p>
        </p:txBody>
      </p:sp>
      <p:sp>
        <p:nvSpPr>
          <p:cNvPr id="1475" name="Google Shape;1475;p11"/>
          <p:cNvSpPr txBox="1"/>
          <p:nvPr>
            <p:ph idx="2" type="subTitle"/>
          </p:nvPr>
        </p:nvSpPr>
        <p:spPr>
          <a:xfrm>
            <a:off x="487550" y="2290744"/>
            <a:ext cx="3698100" cy="194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900"/>
              <a:t>Jupyter Notebooks</a:t>
            </a:r>
            <a:endParaRPr sz="1900"/>
          </a:p>
          <a:p>
            <a:pPr indent="0" lvl="0" marL="0" rtl="0" algn="l">
              <a:lnSpc>
                <a:spcPct val="115000"/>
              </a:lnSpc>
              <a:spcBef>
                <a:spcPts val="1600"/>
              </a:spcBef>
              <a:spcAft>
                <a:spcPts val="0"/>
              </a:spcAft>
              <a:buSzPts val="1400"/>
              <a:buNone/>
            </a:pPr>
            <a:r>
              <a:rPr lang="en" sz="1900"/>
              <a:t>Visual Studio </a:t>
            </a:r>
            <a:endParaRPr sz="1900"/>
          </a:p>
          <a:p>
            <a:pPr indent="0" lvl="0" marL="0" rtl="0" algn="l">
              <a:lnSpc>
                <a:spcPct val="115000"/>
              </a:lnSpc>
              <a:spcBef>
                <a:spcPts val="1600"/>
              </a:spcBef>
              <a:spcAft>
                <a:spcPts val="0"/>
              </a:spcAft>
              <a:buSzPts val="1400"/>
              <a:buNone/>
            </a:pPr>
            <a:r>
              <a:rPr lang="en" sz="1900"/>
              <a:t>PyCharm</a:t>
            </a:r>
            <a:endParaRPr sz="1900"/>
          </a:p>
          <a:p>
            <a:pPr indent="0" lvl="0" marL="0" rtl="0" algn="l">
              <a:lnSpc>
                <a:spcPct val="115000"/>
              </a:lnSpc>
              <a:spcBef>
                <a:spcPts val="1600"/>
              </a:spcBef>
              <a:spcAft>
                <a:spcPts val="1600"/>
              </a:spcAft>
              <a:buSzPts val="1400"/>
              <a:buNone/>
            </a:pPr>
            <a:r>
              <a:rPr lang="en" sz="1900"/>
              <a:t>Many others</a:t>
            </a:r>
            <a:endParaRPr sz="1900"/>
          </a:p>
        </p:txBody>
      </p:sp>
      <p:sp>
        <p:nvSpPr>
          <p:cNvPr id="1476" name="Google Shape;1476;p11"/>
          <p:cNvSpPr txBox="1"/>
          <p:nvPr>
            <p:ph idx="3" type="subTitle"/>
          </p:nvPr>
        </p:nvSpPr>
        <p:spPr>
          <a:xfrm>
            <a:off x="365162" y="1630175"/>
            <a:ext cx="3942900" cy="450300"/>
          </a:xfrm>
          <a:prstGeom prst="rect">
            <a:avLst/>
          </a:prstGeom>
          <a:noFill/>
          <a:ln cap="flat" cmpd="sng" w="19050">
            <a:solidFill>
              <a:schemeClr val="lt1"/>
            </a:solidFill>
            <a:prstDash val="solid"/>
            <a:round/>
            <a:headEnd len="sm" w="sm" type="none"/>
            <a:tailEnd len="sm" w="sm" type="none"/>
          </a:ln>
        </p:spPr>
        <p:txBody>
          <a:bodyPr anchorCtr="0" anchor="b" bIns="97475" lIns="97475" spcFirstLastPara="1" rIns="97475" wrap="square" tIns="97475">
            <a:noAutofit/>
          </a:bodyPr>
          <a:lstStyle/>
          <a:p>
            <a:pPr indent="0" lvl="0" marL="0" rtl="0" algn="l">
              <a:lnSpc>
                <a:spcPct val="100000"/>
              </a:lnSpc>
              <a:spcBef>
                <a:spcPts val="0"/>
              </a:spcBef>
              <a:spcAft>
                <a:spcPts val="0"/>
              </a:spcAft>
              <a:buSzPts val="2400"/>
              <a:buNone/>
            </a:pPr>
            <a:r>
              <a:rPr lang="en" sz="2132"/>
              <a:t>Examples</a:t>
            </a:r>
            <a:endParaRPr sz="2132"/>
          </a:p>
        </p:txBody>
      </p:sp>
      <p:sp>
        <p:nvSpPr>
          <p:cNvPr id="1477" name="Google Shape;1477;p11"/>
          <p:cNvSpPr txBox="1"/>
          <p:nvPr>
            <p:ph idx="4" type="subTitle"/>
          </p:nvPr>
        </p:nvSpPr>
        <p:spPr>
          <a:xfrm>
            <a:off x="4743925" y="1630175"/>
            <a:ext cx="3942900" cy="450300"/>
          </a:xfrm>
          <a:prstGeom prst="rect">
            <a:avLst/>
          </a:prstGeom>
          <a:noFill/>
          <a:ln cap="flat" cmpd="sng" w="19050">
            <a:solidFill>
              <a:schemeClr val="lt1"/>
            </a:solidFill>
            <a:prstDash val="solid"/>
            <a:round/>
            <a:headEnd len="sm" w="sm" type="none"/>
            <a:tailEnd len="sm" w="sm" type="none"/>
          </a:ln>
        </p:spPr>
        <p:txBody>
          <a:bodyPr anchorCtr="0" anchor="b" bIns="97475" lIns="97475" spcFirstLastPara="1" rIns="97475" wrap="square" tIns="97475">
            <a:noAutofit/>
          </a:bodyPr>
          <a:lstStyle/>
          <a:p>
            <a:pPr indent="0" lvl="0" marL="0" rtl="0" algn="l">
              <a:lnSpc>
                <a:spcPct val="100000"/>
              </a:lnSpc>
              <a:spcBef>
                <a:spcPts val="0"/>
              </a:spcBef>
              <a:spcAft>
                <a:spcPts val="0"/>
              </a:spcAft>
              <a:buSzPts val="2400"/>
              <a:buNone/>
            </a:pPr>
            <a:r>
              <a:rPr lang="en" sz="2132"/>
              <a:t>Benefits</a:t>
            </a:r>
            <a:endParaRPr sz="2132"/>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12"/>
          <p:cNvSpPr txBox="1"/>
          <p:nvPr>
            <p:ph type="title"/>
          </p:nvPr>
        </p:nvSpPr>
        <p:spPr>
          <a:xfrm>
            <a:off x="720000" y="381118"/>
            <a:ext cx="3944700" cy="681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a:t>Google Colab</a:t>
            </a:r>
            <a:endParaRPr/>
          </a:p>
        </p:txBody>
      </p:sp>
      <p:sp>
        <p:nvSpPr>
          <p:cNvPr id="1483" name="Google Shape;1483;p12"/>
          <p:cNvSpPr txBox="1"/>
          <p:nvPr>
            <p:ph idx="1" type="subTitle"/>
          </p:nvPr>
        </p:nvSpPr>
        <p:spPr>
          <a:xfrm>
            <a:off x="184650" y="1468075"/>
            <a:ext cx="8704500" cy="32055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2"/>
              </a:buClr>
              <a:buSzPts val="1800"/>
              <a:buChar char="●"/>
            </a:pPr>
            <a:r>
              <a:rPr lang="en" sz="1800"/>
              <a:t>Colab is a free Google service that allows you to create and run Jupyter Notebooks in the cloud</a:t>
            </a:r>
            <a:endParaRPr sz="1800"/>
          </a:p>
          <a:p>
            <a:pPr indent="-342900" lvl="0" marL="457200" rtl="0" algn="l">
              <a:lnSpc>
                <a:spcPct val="150000"/>
              </a:lnSpc>
              <a:spcBef>
                <a:spcPts val="0"/>
              </a:spcBef>
              <a:spcAft>
                <a:spcPts val="0"/>
              </a:spcAft>
              <a:buClr>
                <a:schemeClr val="dk2"/>
              </a:buClr>
              <a:buSzPts val="1800"/>
              <a:buChar char="●"/>
            </a:pPr>
            <a:r>
              <a:rPr lang="en" sz="1800"/>
              <a:t>You can use it to write Python code and text notes in compartmentalized cells within a notebook</a:t>
            </a:r>
            <a:endParaRPr sz="1800"/>
          </a:p>
          <a:p>
            <a:pPr indent="-342900" lvl="0" marL="457200" rtl="0" algn="l">
              <a:lnSpc>
                <a:spcPct val="150000"/>
              </a:lnSpc>
              <a:spcBef>
                <a:spcPts val="0"/>
              </a:spcBef>
              <a:spcAft>
                <a:spcPts val="0"/>
              </a:spcAft>
              <a:buClr>
                <a:schemeClr val="dk2"/>
              </a:buClr>
              <a:buSzPts val="1800"/>
              <a:buChar char="●"/>
            </a:pPr>
            <a:r>
              <a:rPr lang="en" sz="1800"/>
              <a:t>Code cells can be run individually to allow for previewing outputs and troubleshooting issues</a:t>
            </a:r>
            <a:endParaRPr sz="1800"/>
          </a:p>
          <a:p>
            <a:pPr indent="-342900" lvl="0" marL="457200" rtl="0" algn="l">
              <a:lnSpc>
                <a:spcPct val="150000"/>
              </a:lnSpc>
              <a:spcBef>
                <a:spcPts val="0"/>
              </a:spcBef>
              <a:spcAft>
                <a:spcPts val="0"/>
              </a:spcAft>
              <a:buClr>
                <a:schemeClr val="dk2"/>
              </a:buClr>
              <a:buSzPts val="1800"/>
              <a:buChar char="●"/>
            </a:pPr>
            <a:r>
              <a:rPr lang="en" sz="1800"/>
              <a:t>Notebooks are stored in Google Drive and can access other files in Google Drive</a:t>
            </a:r>
            <a:endParaRPr sz="1800"/>
          </a:p>
          <a:p>
            <a:pPr indent="0" lvl="0" marL="0" rtl="0" algn="l">
              <a:lnSpc>
                <a:spcPct val="115000"/>
              </a:lnSpc>
              <a:spcBef>
                <a:spcPts val="1600"/>
              </a:spcBef>
              <a:spcAft>
                <a:spcPts val="1600"/>
              </a:spcAft>
              <a:buSzPts val="1400"/>
              <a:buNone/>
            </a:pPr>
            <a:r>
              <a:t/>
            </a:r>
            <a:endParaRPr sz="1800"/>
          </a:p>
        </p:txBody>
      </p:sp>
      <p:sp>
        <p:nvSpPr>
          <p:cNvPr id="1484" name="Google Shape;1484;p12"/>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300"/>
              <a:buNone/>
            </a:pPr>
            <a:fld id="{00000000-1234-1234-1234-123412341234}" type="slidenum">
              <a:rPr lang="en"/>
              <a:t>‹#›</a:t>
            </a:fld>
            <a:endParaRPr/>
          </a:p>
        </p:txBody>
      </p:sp>
      <p:pic>
        <p:nvPicPr>
          <p:cNvPr id="1485" name="Google Shape;1485;p12"/>
          <p:cNvPicPr preferRelativeResize="0"/>
          <p:nvPr/>
        </p:nvPicPr>
        <p:blipFill rotWithShape="1">
          <a:blip r:embed="rId3">
            <a:alphaModFix/>
          </a:blip>
          <a:srcRect b="0" l="0" r="0" t="0"/>
          <a:stretch/>
        </p:blipFill>
        <p:spPr>
          <a:xfrm>
            <a:off x="7236550" y="391426"/>
            <a:ext cx="847250" cy="1076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13"/>
          <p:cNvSpPr txBox="1"/>
          <p:nvPr>
            <p:ph type="title"/>
          </p:nvPr>
        </p:nvSpPr>
        <p:spPr>
          <a:xfrm>
            <a:off x="1207397" y="1324775"/>
            <a:ext cx="5422800" cy="1607100"/>
          </a:xfrm>
          <a:prstGeom prst="rect">
            <a:avLst/>
          </a:prstGeom>
          <a:noFill/>
          <a:ln>
            <a:noFill/>
          </a:ln>
        </p:spPr>
        <p:txBody>
          <a:bodyPr anchorCtr="0" anchor="b" bIns="91425" lIns="91425" spcFirstLastPara="1" rIns="91425" wrap="square" tIns="91425">
            <a:noAutofit/>
          </a:bodyPr>
          <a:lstStyle/>
          <a:p>
            <a:pPr indent="0" lvl="0" marL="0" rtl="0" algn="l">
              <a:lnSpc>
                <a:spcPct val="150000"/>
              </a:lnSpc>
              <a:spcBef>
                <a:spcPts val="0"/>
              </a:spcBef>
              <a:spcAft>
                <a:spcPts val="1600"/>
              </a:spcAft>
              <a:buSzPts val="3000"/>
              <a:buNone/>
            </a:pPr>
            <a:r>
              <a:rPr lang="en" sz="3600"/>
              <a:t>https://bit.ly/4wcxrBB</a:t>
            </a:r>
            <a:endParaRPr sz="3600"/>
          </a:p>
        </p:txBody>
      </p:sp>
      <p:sp>
        <p:nvSpPr>
          <p:cNvPr id="1491" name="Google Shape;1491;p13"/>
          <p:cNvSpPr txBox="1"/>
          <p:nvPr>
            <p:ph type="title"/>
          </p:nvPr>
        </p:nvSpPr>
        <p:spPr>
          <a:xfrm>
            <a:off x="315300" y="549600"/>
            <a:ext cx="8513400" cy="600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a:t>Google Colab Notebook for today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14"/>
          <p:cNvSpPr txBox="1"/>
          <p:nvPr>
            <p:ph idx="1" type="subTitle"/>
          </p:nvPr>
        </p:nvSpPr>
        <p:spPr>
          <a:xfrm>
            <a:off x="720000" y="1313688"/>
            <a:ext cx="4356600" cy="25161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Helpful Resources</a:t>
            </a:r>
            <a:endParaRPr sz="2000"/>
          </a:p>
          <a:p>
            <a:pPr indent="0" lvl="0" marL="0" rtl="0" algn="l">
              <a:lnSpc>
                <a:spcPct val="115000"/>
              </a:lnSpc>
              <a:spcBef>
                <a:spcPts val="0"/>
              </a:spcBef>
              <a:spcAft>
                <a:spcPts val="0"/>
              </a:spcAft>
              <a:buNone/>
            </a:pPr>
            <a:r>
              <a:t/>
            </a:r>
            <a:endParaRPr sz="2000"/>
          </a:p>
          <a:p>
            <a:pPr indent="-355600" lvl="0" marL="457200" rtl="0" algn="l">
              <a:lnSpc>
                <a:spcPct val="115000"/>
              </a:lnSpc>
              <a:spcBef>
                <a:spcPts val="0"/>
              </a:spcBef>
              <a:spcAft>
                <a:spcPts val="0"/>
              </a:spcAft>
              <a:buSzPts val="2000"/>
              <a:buChar char="●"/>
            </a:pPr>
            <a:r>
              <a:rPr lang="en" sz="2000"/>
              <a:t>Workshop Assessment Form</a:t>
            </a:r>
            <a:endParaRPr sz="2000"/>
          </a:p>
          <a:p>
            <a:pPr indent="0" lvl="0" marL="0" rtl="0" algn="l">
              <a:lnSpc>
                <a:spcPct val="115000"/>
              </a:lnSpc>
              <a:spcBef>
                <a:spcPts val="0"/>
              </a:spcBef>
              <a:spcAft>
                <a:spcPts val="0"/>
              </a:spcAft>
              <a:buNone/>
            </a:pPr>
            <a:r>
              <a:t/>
            </a:r>
            <a:endParaRPr sz="2000"/>
          </a:p>
          <a:p>
            <a:pPr indent="-355600" lvl="0" marL="457200" rtl="0" algn="l">
              <a:lnSpc>
                <a:spcPct val="115000"/>
              </a:lnSpc>
              <a:spcBef>
                <a:spcPts val="1600"/>
              </a:spcBef>
              <a:spcAft>
                <a:spcPts val="0"/>
              </a:spcAft>
              <a:buSzPts val="2000"/>
              <a:buChar char="●"/>
            </a:pPr>
            <a:r>
              <a:rPr lang="en" sz="2000"/>
              <a:t>Software installation</a:t>
            </a:r>
            <a:endParaRPr sz="2000"/>
          </a:p>
          <a:p>
            <a:pPr indent="0" lvl="0" marL="0" rtl="0" algn="l">
              <a:lnSpc>
                <a:spcPct val="115000"/>
              </a:lnSpc>
              <a:spcBef>
                <a:spcPts val="1600"/>
              </a:spcBef>
              <a:spcAft>
                <a:spcPts val="0"/>
              </a:spcAft>
              <a:buSzPts val="1400"/>
              <a:buNone/>
            </a:pPr>
            <a:r>
              <a:t/>
            </a:r>
            <a:endParaRPr/>
          </a:p>
          <a:p>
            <a:pPr indent="0" lvl="0" marL="0" rtl="0" algn="l">
              <a:lnSpc>
                <a:spcPct val="115000"/>
              </a:lnSpc>
              <a:spcBef>
                <a:spcPts val="1600"/>
              </a:spcBef>
              <a:spcAft>
                <a:spcPts val="1600"/>
              </a:spcAft>
              <a:buSzPts val="1400"/>
              <a:buNone/>
            </a:pPr>
            <a:r>
              <a:t/>
            </a:r>
            <a:endParaRPr/>
          </a:p>
        </p:txBody>
      </p:sp>
      <p:pic>
        <p:nvPicPr>
          <p:cNvPr id="1497" name="Google Shape;1497;p14" title="Girl_with_swimming_board.jpg"/>
          <p:cNvPicPr preferRelativeResize="0"/>
          <p:nvPr>
            <p:ph idx="2" type="pic"/>
          </p:nvPr>
        </p:nvPicPr>
        <p:blipFill rotWithShape="1">
          <a:blip r:embed="rId3">
            <a:alphaModFix/>
          </a:blip>
          <a:srcRect b="0" l="22768" r="22762" t="0"/>
          <a:stretch/>
        </p:blipFill>
        <p:spPr>
          <a:xfrm>
            <a:off x="5149825" y="691038"/>
            <a:ext cx="3070800" cy="3761400"/>
          </a:xfrm>
          <a:prstGeom prst="ellipse">
            <a:avLst/>
          </a:prstGeom>
          <a:noFill/>
          <a:ln cap="flat" cmpd="sng" w="19050">
            <a:solidFill>
              <a:schemeClr val="dk2"/>
            </a:solidFill>
            <a:prstDash val="solid"/>
            <a:round/>
            <a:headEnd len="sm" w="sm" type="none"/>
            <a:tailEnd len="sm" w="sm" type="none"/>
          </a:ln>
        </p:spPr>
      </p:pic>
      <p:sp>
        <p:nvSpPr>
          <p:cNvPr id="1498" name="Google Shape;1498;p14"/>
          <p:cNvSpPr txBox="1"/>
          <p:nvPr/>
        </p:nvSpPr>
        <p:spPr>
          <a:xfrm>
            <a:off x="720000" y="4498400"/>
            <a:ext cx="78171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Image: Wong, Tommy. (July 5, 2006). https://www.flickr.com/photos/gracewong/183286968</a:t>
            </a:r>
            <a:endParaRPr b="0" i="0" sz="1400" u="none" cap="none" strike="noStrike">
              <a:solidFill>
                <a:schemeClr val="dk1"/>
              </a:solidFill>
              <a:latin typeface="Mulish"/>
              <a:ea typeface="Mulish"/>
              <a:cs typeface="Mulish"/>
              <a:sym typeface="Mulish"/>
            </a:endParaRPr>
          </a:p>
        </p:txBody>
      </p:sp>
      <p:sp>
        <p:nvSpPr>
          <p:cNvPr id="1499" name="Google Shape;1499;p1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Post Programming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3" name="Shape 1503"/>
        <p:cNvGrpSpPr/>
        <p:nvPr/>
      </p:nvGrpSpPr>
      <p:grpSpPr>
        <a:xfrm>
          <a:off x="0" y="0"/>
          <a:ext cx="0" cy="0"/>
          <a:chOff x="0" y="0"/>
          <a:chExt cx="0" cy="0"/>
        </a:xfrm>
      </p:grpSpPr>
      <p:sp>
        <p:nvSpPr>
          <p:cNvPr id="1504" name="Google Shape;1504;p15"/>
          <p:cNvSpPr txBox="1"/>
          <p:nvPr>
            <p:ph idx="1" type="body"/>
          </p:nvPr>
        </p:nvSpPr>
        <p:spPr>
          <a:xfrm>
            <a:off x="720000" y="1215750"/>
            <a:ext cx="5146800" cy="3233100"/>
          </a:xfrm>
          <a:prstGeom prst="rect">
            <a:avLst/>
          </a:prstGeom>
          <a:noFill/>
          <a:ln>
            <a:noFill/>
          </a:ln>
        </p:spPr>
        <p:txBody>
          <a:bodyPr anchorCtr="0" anchor="t" bIns="91425" lIns="91425" spcFirstLastPara="1" rIns="91425" wrap="square" tIns="91425">
            <a:noAutofit/>
          </a:bodyPr>
          <a:lstStyle/>
          <a:p>
            <a:pPr indent="-203200" lvl="0" marL="241300" rtl="0" algn="l">
              <a:lnSpc>
                <a:spcPct val="115000"/>
              </a:lnSpc>
              <a:spcBef>
                <a:spcPts val="300"/>
              </a:spcBef>
              <a:spcAft>
                <a:spcPts val="0"/>
              </a:spcAft>
              <a:buSzPts val="1200"/>
              <a:buFont typeface="Anaheim"/>
              <a:buChar char="●"/>
            </a:pPr>
            <a:r>
              <a:rPr lang="en" sz="1200"/>
              <a:t>Stack Overflow   (https://stackoverflow.com/) </a:t>
            </a:r>
            <a:endParaRPr sz="1200"/>
          </a:p>
          <a:p>
            <a:pPr indent="-203200" lvl="0" marL="241300" rtl="0" algn="l">
              <a:lnSpc>
                <a:spcPct val="115000"/>
              </a:lnSpc>
              <a:spcBef>
                <a:spcPts val="300"/>
              </a:spcBef>
              <a:spcAft>
                <a:spcPts val="0"/>
              </a:spcAft>
              <a:buSzPts val="1200"/>
              <a:buFont typeface="Anaheim"/>
              <a:buChar char="●"/>
            </a:pPr>
            <a:r>
              <a:rPr lang="en" sz="1200"/>
              <a:t>Data Carpentry  (https://datacarpentry.org/python-ecology-lesson/) </a:t>
            </a:r>
            <a:endParaRPr sz="1200"/>
          </a:p>
          <a:p>
            <a:pPr indent="-203200" lvl="0" marL="241300" rtl="0" algn="l">
              <a:lnSpc>
                <a:spcPct val="115000"/>
              </a:lnSpc>
              <a:spcBef>
                <a:spcPts val="300"/>
              </a:spcBef>
              <a:spcAft>
                <a:spcPts val="0"/>
              </a:spcAft>
              <a:buSzPts val="1200"/>
              <a:buFont typeface="Anaheim"/>
              <a:buChar char="●"/>
            </a:pPr>
            <a:r>
              <a:rPr lang="en" sz="1200"/>
              <a:t>Python Documentation (https://docs.python.org/3/library/index.html) </a:t>
            </a:r>
            <a:endParaRPr sz="1200"/>
          </a:p>
          <a:p>
            <a:pPr indent="-203200" lvl="0" marL="241300" rtl="0" algn="l">
              <a:lnSpc>
                <a:spcPct val="100000"/>
              </a:lnSpc>
              <a:spcBef>
                <a:spcPts val="300"/>
              </a:spcBef>
              <a:spcAft>
                <a:spcPts val="0"/>
              </a:spcAft>
              <a:buSzPts val="1200"/>
              <a:buChar char="●"/>
            </a:pPr>
            <a:r>
              <a:rPr lang="en" sz="1200"/>
              <a:t>Python Glossary</a:t>
            </a:r>
            <a:endParaRPr sz="1200"/>
          </a:p>
          <a:p>
            <a:pPr indent="0" lvl="0" marL="0" rtl="0" algn="l">
              <a:lnSpc>
                <a:spcPct val="100000"/>
              </a:lnSpc>
              <a:spcBef>
                <a:spcPts val="300"/>
              </a:spcBef>
              <a:spcAft>
                <a:spcPts val="0"/>
              </a:spcAft>
              <a:buNone/>
            </a:pPr>
            <a:r>
              <a:rPr lang="en" sz="1200"/>
              <a:t>      (https://www.w3schools.com/python/python_ref_glossary.asp)</a:t>
            </a:r>
            <a:endParaRPr sz="1200"/>
          </a:p>
          <a:p>
            <a:pPr indent="-203200" lvl="0" marL="241300" rtl="0" algn="l">
              <a:lnSpc>
                <a:spcPct val="115000"/>
              </a:lnSpc>
              <a:spcBef>
                <a:spcPts val="300"/>
              </a:spcBef>
              <a:spcAft>
                <a:spcPts val="0"/>
              </a:spcAft>
              <a:buSzPts val="1200"/>
              <a:buFont typeface="Anaheim"/>
              <a:buChar char="●"/>
            </a:pPr>
            <a:r>
              <a:rPr lang="en" sz="1200"/>
              <a:t>Python Tutorial   (https://docs.python.org/3/tutorial/index.html) </a:t>
            </a:r>
            <a:endParaRPr sz="1200"/>
          </a:p>
          <a:p>
            <a:pPr indent="-203200" lvl="0" marL="241300" rtl="0" algn="l">
              <a:lnSpc>
                <a:spcPct val="115000"/>
              </a:lnSpc>
              <a:spcBef>
                <a:spcPts val="300"/>
              </a:spcBef>
              <a:spcAft>
                <a:spcPts val="0"/>
              </a:spcAft>
              <a:buSzPts val="1200"/>
              <a:buFont typeface="Anaheim"/>
              <a:buChar char="●"/>
            </a:pPr>
            <a:r>
              <a:rPr lang="en" sz="1200"/>
              <a:t>LinkedIn Learning  (https://www.linkedin.com/learning/topics/python)</a:t>
            </a:r>
            <a:endParaRPr sz="1200"/>
          </a:p>
          <a:p>
            <a:pPr indent="-203200" lvl="0" marL="241300" rtl="0" algn="l">
              <a:lnSpc>
                <a:spcPct val="115000"/>
              </a:lnSpc>
              <a:spcBef>
                <a:spcPts val="300"/>
              </a:spcBef>
              <a:spcAft>
                <a:spcPts val="0"/>
              </a:spcAft>
              <a:buSzPts val="1200"/>
              <a:buFont typeface="Anaheim"/>
              <a:buChar char="●"/>
            </a:pPr>
            <a:r>
              <a:rPr lang="en" sz="1200"/>
              <a:t>UT Statistics Short Courses (https://stat.utexas.edu/training/software-short-courses) </a:t>
            </a:r>
            <a:endParaRPr sz="1200"/>
          </a:p>
          <a:p>
            <a:pPr indent="-203200" lvl="0" marL="241300" rtl="0" algn="l">
              <a:lnSpc>
                <a:spcPct val="115000"/>
              </a:lnSpc>
              <a:spcBef>
                <a:spcPts val="300"/>
              </a:spcBef>
              <a:spcAft>
                <a:spcPts val="0"/>
              </a:spcAft>
              <a:buSzPts val="1200"/>
              <a:buFont typeface="Anaheim"/>
              <a:buChar char="●"/>
            </a:pPr>
            <a:r>
              <a:rPr lang="en" sz="1200"/>
              <a:t>Google Colab: Intro to Python (https://colab.research.google.com/notebooks/intro.ipynb)</a:t>
            </a:r>
            <a:endParaRPr sz="1200"/>
          </a:p>
          <a:p>
            <a:pPr indent="0" lvl="0" marL="0" rtl="0" algn="l">
              <a:lnSpc>
                <a:spcPct val="115000"/>
              </a:lnSpc>
              <a:spcBef>
                <a:spcPts val="300"/>
              </a:spcBef>
              <a:spcAft>
                <a:spcPts val="0"/>
              </a:spcAft>
              <a:buSzPts val="800"/>
              <a:buNone/>
            </a:pPr>
            <a:r>
              <a:t/>
            </a:r>
            <a:endParaRPr sz="1100">
              <a:solidFill>
                <a:schemeClr val="dk1"/>
              </a:solidFill>
            </a:endParaRPr>
          </a:p>
        </p:txBody>
      </p:sp>
      <p:sp>
        <p:nvSpPr>
          <p:cNvPr id="1505" name="Google Shape;1505;p1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Helpful Resources</a:t>
            </a:r>
            <a:endParaRPr/>
          </a:p>
        </p:txBody>
      </p:sp>
      <p:sp>
        <p:nvSpPr>
          <p:cNvPr id="1506" name="Google Shape;1506;p15"/>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300"/>
              <a:buNone/>
            </a:pPr>
            <a:fld id="{00000000-1234-1234-1234-123412341234}" type="slidenum">
              <a:rPr lang="en"/>
              <a:t>‹#›</a:t>
            </a:fld>
            <a:endParaRPr/>
          </a:p>
        </p:txBody>
      </p:sp>
      <p:pic>
        <p:nvPicPr>
          <p:cNvPr id="1507" name="Google Shape;1507;p15"/>
          <p:cNvPicPr preferRelativeResize="0"/>
          <p:nvPr/>
        </p:nvPicPr>
        <p:blipFill rotWithShape="1">
          <a:blip r:embed="rId3">
            <a:alphaModFix/>
          </a:blip>
          <a:srcRect b="0" l="0" r="0" t="0"/>
          <a:stretch/>
        </p:blipFill>
        <p:spPr>
          <a:xfrm>
            <a:off x="6422349" y="619225"/>
            <a:ext cx="1898427" cy="1024274"/>
          </a:xfrm>
          <a:prstGeom prst="rect">
            <a:avLst/>
          </a:prstGeom>
          <a:noFill/>
          <a:ln>
            <a:noFill/>
          </a:ln>
          <a:effectLst>
            <a:outerShdw blurRad="57150" rotWithShape="0" algn="bl" dir="5400000" dist="19050">
              <a:srgbClr val="000000">
                <a:alpha val="50196"/>
              </a:srgbClr>
            </a:outerShdw>
          </a:effectLst>
        </p:spPr>
      </p:pic>
      <p:pic>
        <p:nvPicPr>
          <p:cNvPr id="1508" name="Google Shape;1508;p15"/>
          <p:cNvPicPr preferRelativeResize="0"/>
          <p:nvPr/>
        </p:nvPicPr>
        <p:blipFill rotWithShape="1">
          <a:blip r:embed="rId4">
            <a:alphaModFix/>
          </a:blip>
          <a:srcRect b="0" l="0" r="0" t="0"/>
          <a:stretch/>
        </p:blipFill>
        <p:spPr>
          <a:xfrm>
            <a:off x="6422350" y="1958612"/>
            <a:ext cx="1898425" cy="1226275"/>
          </a:xfrm>
          <a:prstGeom prst="rect">
            <a:avLst/>
          </a:prstGeom>
          <a:noFill/>
          <a:ln>
            <a:noFill/>
          </a:ln>
          <a:effectLst>
            <a:outerShdw blurRad="57150" rotWithShape="0" algn="bl" dir="5400000" dist="19050">
              <a:srgbClr val="000000">
                <a:alpha val="50196"/>
              </a:srgbClr>
            </a:outerShdw>
          </a:effectLst>
        </p:spPr>
      </p:pic>
      <p:pic>
        <p:nvPicPr>
          <p:cNvPr id="1509" name="Google Shape;1509;p15"/>
          <p:cNvPicPr preferRelativeResize="0"/>
          <p:nvPr/>
        </p:nvPicPr>
        <p:blipFill rotWithShape="1">
          <a:blip r:embed="rId5">
            <a:alphaModFix/>
          </a:blip>
          <a:srcRect b="0" l="0" r="0" t="0"/>
          <a:stretch/>
        </p:blipFill>
        <p:spPr>
          <a:xfrm>
            <a:off x="6422350" y="3499972"/>
            <a:ext cx="1898427" cy="1051151"/>
          </a:xfrm>
          <a:prstGeom prst="rect">
            <a:avLst/>
          </a:prstGeom>
          <a:noFill/>
          <a:ln>
            <a:noFill/>
          </a:ln>
          <a:effectLst>
            <a:outerShdw blurRad="57150" rotWithShape="0" algn="bl" dir="5400000" dist="19050">
              <a:srgbClr val="000000">
                <a:alpha val="50196"/>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sp>
        <p:nvSpPr>
          <p:cNvPr id="1514" name="Google Shape;1514;p16"/>
          <p:cNvSpPr txBox="1"/>
          <p:nvPr>
            <p:ph type="title"/>
          </p:nvPr>
        </p:nvSpPr>
        <p:spPr>
          <a:xfrm>
            <a:off x="520125" y="790330"/>
            <a:ext cx="8308800" cy="2157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t>Thank you for coming!</a:t>
            </a:r>
            <a:endParaRPr sz="3000"/>
          </a:p>
          <a:p>
            <a:pPr indent="0" lvl="0" marL="0" rtl="0" algn="ctr">
              <a:lnSpc>
                <a:spcPct val="100000"/>
              </a:lnSpc>
              <a:spcBef>
                <a:spcPts val="0"/>
              </a:spcBef>
              <a:spcAft>
                <a:spcPts val="0"/>
              </a:spcAft>
              <a:buSzPts val="3000"/>
              <a:buNone/>
            </a:pPr>
            <a:r>
              <a:rPr lang="en" sz="3000"/>
              <a:t>Please fill out this brief survey for today’s workshop</a:t>
            </a:r>
            <a:endParaRPr sz="3000"/>
          </a:p>
          <a:p>
            <a:pPr indent="0" lvl="0" marL="0" rtl="0" algn="ctr">
              <a:lnSpc>
                <a:spcPct val="100000"/>
              </a:lnSpc>
              <a:spcBef>
                <a:spcPts val="0"/>
              </a:spcBef>
              <a:spcAft>
                <a:spcPts val="0"/>
              </a:spcAft>
              <a:buSzPts val="3000"/>
              <a:buNone/>
            </a:pPr>
            <a:r>
              <a:rPr lang="en" sz="3000"/>
              <a:t>https://bit.ly/ipw-aug26-day1-survey</a:t>
            </a:r>
            <a:endParaRPr sz="3000"/>
          </a:p>
        </p:txBody>
      </p:sp>
      <p:sp>
        <p:nvSpPr>
          <p:cNvPr id="1515" name="Google Shape;1515;p16"/>
          <p:cNvSpPr txBox="1"/>
          <p:nvPr/>
        </p:nvSpPr>
        <p:spPr>
          <a:xfrm>
            <a:off x="2496150" y="4386863"/>
            <a:ext cx="4151700" cy="260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chemeClr val="dk1"/>
                </a:solidFill>
                <a:latin typeface="Mulish"/>
                <a:ea typeface="Mulish"/>
                <a:cs typeface="Mulish"/>
                <a:sym typeface="Mulish"/>
              </a:rPr>
              <a:t>Please keep this slide for attribution</a:t>
            </a:r>
            <a:endParaRPr b="0" i="0" sz="1200" u="none" cap="none" strike="noStrike">
              <a:solidFill>
                <a:schemeClr val="dk1"/>
              </a:solidFill>
              <a:latin typeface="Mulish"/>
              <a:ea typeface="Mulish"/>
              <a:cs typeface="Mulish"/>
              <a:sym typeface="Mulish"/>
            </a:endParaRPr>
          </a:p>
        </p:txBody>
      </p:sp>
      <p:cxnSp>
        <p:nvCxnSpPr>
          <p:cNvPr id="1516" name="Google Shape;1516;p16"/>
          <p:cNvCxnSpPr/>
          <p:nvPr/>
        </p:nvCxnSpPr>
        <p:spPr>
          <a:xfrm>
            <a:off x="2202000" y="3132839"/>
            <a:ext cx="4740000" cy="0"/>
          </a:xfrm>
          <a:prstGeom prst="straightConnector1">
            <a:avLst/>
          </a:prstGeom>
          <a:noFill/>
          <a:ln cap="flat" cmpd="sng" w="19050">
            <a:solidFill>
              <a:schemeClr val="lt1"/>
            </a:solidFill>
            <a:prstDash val="solid"/>
            <a:round/>
            <a:headEnd len="med" w="med" type="oval"/>
            <a:tailEnd len="med" w="med" type="oval"/>
          </a:ln>
        </p:spPr>
      </p:cxnSp>
      <p:sp>
        <p:nvSpPr>
          <p:cNvPr id="1517" name="Google Shape;1517;p16"/>
          <p:cNvSpPr/>
          <p:nvPr/>
        </p:nvSpPr>
        <p:spPr>
          <a:xfrm>
            <a:off x="1650400" y="10748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p16"/>
          <p:cNvSpPr/>
          <p:nvPr/>
        </p:nvSpPr>
        <p:spPr>
          <a:xfrm>
            <a:off x="7254100" y="10748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2" name="Shape 1522"/>
        <p:cNvGrpSpPr/>
        <p:nvPr/>
      </p:nvGrpSpPr>
      <p:grpSpPr>
        <a:xfrm>
          <a:off x="0" y="0"/>
          <a:ext cx="0" cy="0"/>
          <a:chOff x="0" y="0"/>
          <a:chExt cx="0" cy="0"/>
        </a:xfrm>
      </p:grpSpPr>
      <p:sp>
        <p:nvSpPr>
          <p:cNvPr id="1523" name="Google Shape;1523;p17"/>
          <p:cNvSpPr txBox="1"/>
          <p:nvPr>
            <p:ph type="title"/>
          </p:nvPr>
        </p:nvSpPr>
        <p:spPr>
          <a:xfrm>
            <a:off x="528150" y="456444"/>
            <a:ext cx="8087700" cy="781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a:t>Software Installation*</a:t>
            </a:r>
            <a:endParaRPr/>
          </a:p>
        </p:txBody>
      </p:sp>
      <p:sp>
        <p:nvSpPr>
          <p:cNvPr id="1524" name="Google Shape;1524;p17"/>
          <p:cNvSpPr txBox="1"/>
          <p:nvPr>
            <p:ph idx="1" type="subTitle"/>
          </p:nvPr>
        </p:nvSpPr>
        <p:spPr>
          <a:xfrm>
            <a:off x="720000" y="1481950"/>
            <a:ext cx="3414300" cy="256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2300"/>
              <a:t>Install</a:t>
            </a:r>
            <a:endParaRPr sz="2300"/>
          </a:p>
          <a:p>
            <a:pPr indent="-374650" lvl="0" marL="457200" rtl="0" algn="l">
              <a:lnSpc>
                <a:spcPct val="115000"/>
              </a:lnSpc>
              <a:spcBef>
                <a:spcPts val="1600"/>
              </a:spcBef>
              <a:spcAft>
                <a:spcPts val="0"/>
              </a:spcAft>
              <a:buSzPts val="2300"/>
              <a:buChar char="●"/>
            </a:pPr>
            <a:r>
              <a:rPr lang="en" sz="2300"/>
              <a:t>Python</a:t>
            </a:r>
            <a:endParaRPr sz="2300"/>
          </a:p>
          <a:p>
            <a:pPr indent="-374650" lvl="0" marL="457200" rtl="0" algn="l">
              <a:lnSpc>
                <a:spcPct val="115000"/>
              </a:lnSpc>
              <a:spcBef>
                <a:spcPts val="0"/>
              </a:spcBef>
              <a:spcAft>
                <a:spcPts val="0"/>
              </a:spcAft>
              <a:buSzPts val="2300"/>
              <a:buChar char="●"/>
            </a:pPr>
            <a:r>
              <a:rPr lang="en" sz="2300"/>
              <a:t>VS Code</a:t>
            </a:r>
            <a:endParaRPr sz="2300"/>
          </a:p>
          <a:p>
            <a:pPr indent="-374650" lvl="0" marL="457200" rtl="0" algn="l">
              <a:lnSpc>
                <a:spcPct val="115000"/>
              </a:lnSpc>
              <a:spcBef>
                <a:spcPts val="0"/>
              </a:spcBef>
              <a:spcAft>
                <a:spcPts val="0"/>
              </a:spcAft>
              <a:buSzPts val="2300"/>
              <a:buChar char="●"/>
            </a:pPr>
            <a:r>
              <a:rPr lang="en" sz="2300"/>
              <a:t>Git</a:t>
            </a:r>
            <a:endParaRPr sz="2300"/>
          </a:p>
          <a:p>
            <a:pPr indent="-374650" lvl="0" marL="457200" rtl="0" algn="l">
              <a:lnSpc>
                <a:spcPct val="115000"/>
              </a:lnSpc>
              <a:spcBef>
                <a:spcPts val="0"/>
              </a:spcBef>
              <a:spcAft>
                <a:spcPts val="0"/>
              </a:spcAft>
              <a:buSzPts val="2300"/>
              <a:buChar char="●"/>
            </a:pPr>
            <a:r>
              <a:rPr lang="en" sz="2300"/>
              <a:t>GitHub Desktop</a:t>
            </a:r>
            <a:endParaRPr sz="2300"/>
          </a:p>
          <a:p>
            <a:pPr indent="0" lvl="0" marL="0" rtl="0" algn="l">
              <a:lnSpc>
                <a:spcPct val="115000"/>
              </a:lnSpc>
              <a:spcBef>
                <a:spcPts val="1600"/>
              </a:spcBef>
              <a:spcAft>
                <a:spcPts val="1600"/>
              </a:spcAft>
              <a:buSzPts val="1400"/>
              <a:buNone/>
            </a:pPr>
            <a:r>
              <a:t/>
            </a:r>
            <a:endParaRPr/>
          </a:p>
        </p:txBody>
      </p:sp>
      <p:sp>
        <p:nvSpPr>
          <p:cNvPr id="1525" name="Google Shape;1525;p17"/>
          <p:cNvSpPr txBox="1"/>
          <p:nvPr>
            <p:ph type="title"/>
          </p:nvPr>
        </p:nvSpPr>
        <p:spPr>
          <a:xfrm>
            <a:off x="680550" y="3885444"/>
            <a:ext cx="8087700" cy="781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400">
                <a:solidFill>
                  <a:srgbClr val="9E9E9E"/>
                </a:solidFill>
              </a:rPr>
              <a:t>*This is optional today</a:t>
            </a:r>
            <a:endParaRPr sz="2400">
              <a:solidFill>
                <a:srgbClr val="9E9E9E"/>
              </a:solidFill>
            </a:endParaRPr>
          </a:p>
        </p:txBody>
      </p:sp>
      <p:sp>
        <p:nvSpPr>
          <p:cNvPr id="1526" name="Google Shape;1526;p17"/>
          <p:cNvSpPr txBox="1"/>
          <p:nvPr>
            <p:ph idx="1" type="subTitle"/>
          </p:nvPr>
        </p:nvSpPr>
        <p:spPr>
          <a:xfrm>
            <a:off x="4572000" y="1481950"/>
            <a:ext cx="3964500" cy="2160900"/>
          </a:xfrm>
          <a:prstGeom prst="rect">
            <a:avLst/>
          </a:prstGeom>
          <a:solidFill>
            <a:srgbClr val="E76A28"/>
          </a:solidFill>
          <a:ln>
            <a:noFill/>
          </a:ln>
          <a:effectLst>
            <a:outerShdw blurRad="57150" rotWithShape="0" algn="bl" dir="5400000" dist="19050">
              <a:srgbClr val="000000">
                <a:alpha val="50000"/>
              </a:srgbClr>
            </a:outerShdw>
          </a:effectLst>
        </p:spPr>
        <p:txBody>
          <a:bodyPr anchorCtr="0" anchor="t" bIns="182875" lIns="182875" spcFirstLastPara="1" rIns="182875" wrap="square" tIns="182875">
            <a:noAutofit/>
          </a:bodyPr>
          <a:lstStyle/>
          <a:p>
            <a:pPr indent="0" lvl="0" marL="0" rtl="0" algn="l">
              <a:lnSpc>
                <a:spcPct val="115000"/>
              </a:lnSpc>
              <a:spcBef>
                <a:spcPts val="0"/>
              </a:spcBef>
              <a:spcAft>
                <a:spcPts val="0"/>
              </a:spcAft>
              <a:buSzPts val="1400"/>
              <a:buNone/>
            </a:pPr>
            <a:r>
              <a:rPr b="1" lang="en" sz="2300">
                <a:solidFill>
                  <a:srgbClr val="FFFFFF"/>
                </a:solidFill>
              </a:rPr>
              <a:t>Detailed installation instructions available at:</a:t>
            </a:r>
            <a:endParaRPr b="1" sz="2300">
              <a:solidFill>
                <a:srgbClr val="FFFFFF"/>
              </a:solidFill>
            </a:endParaRPr>
          </a:p>
          <a:p>
            <a:pPr indent="0" lvl="0" marL="0" rtl="0" algn="l">
              <a:lnSpc>
                <a:spcPct val="115000"/>
              </a:lnSpc>
              <a:spcBef>
                <a:spcPts val="1600"/>
              </a:spcBef>
              <a:spcAft>
                <a:spcPts val="1600"/>
              </a:spcAft>
              <a:buSzPts val="1400"/>
              <a:buNone/>
            </a:pPr>
            <a:r>
              <a:rPr b="1" lang="en" u="sng">
                <a:solidFill>
                  <a:srgbClr val="FFFFFF"/>
                </a:solidFill>
                <a:hlinkClick r:id="rId3">
                  <a:extLst>
                    <a:ext uri="{A12FA001-AC4F-418D-AE19-62706E023703}">
                      <ahyp:hlinkClr val="tx"/>
                    </a:ext>
                  </a:extLst>
                </a:hlinkClick>
              </a:rPr>
              <a:t>https://bit.ly/python-install-test-aug26</a:t>
            </a:r>
            <a:r>
              <a:rPr b="1" lang="en">
                <a:solidFill>
                  <a:srgbClr val="FFFFFF"/>
                </a:solidFill>
              </a:rPr>
              <a:t> </a:t>
            </a:r>
            <a:endParaRPr b="1">
              <a:solidFill>
                <a:srgbClr val="FFFF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30" name="Shape 1530"/>
        <p:cNvGrpSpPr/>
        <p:nvPr/>
      </p:nvGrpSpPr>
      <p:grpSpPr>
        <a:xfrm>
          <a:off x="0" y="0"/>
          <a:ext cx="0" cy="0"/>
          <a:chOff x="0" y="0"/>
          <a:chExt cx="0" cy="0"/>
        </a:xfrm>
      </p:grpSpPr>
      <p:sp>
        <p:nvSpPr>
          <p:cNvPr id="1531" name="Google Shape;1531;p1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Installing Python - Windows</a:t>
            </a:r>
            <a:endParaRPr/>
          </a:p>
        </p:txBody>
      </p:sp>
      <p:sp>
        <p:nvSpPr>
          <p:cNvPr id="1532" name="Google Shape;1532;p18"/>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300"/>
              <a:buNone/>
            </a:pPr>
            <a:fld id="{00000000-1234-1234-1234-123412341234}" type="slidenum">
              <a:rPr lang="en"/>
              <a:t>‹#›</a:t>
            </a:fld>
            <a:endParaRPr/>
          </a:p>
        </p:txBody>
      </p:sp>
      <p:sp>
        <p:nvSpPr>
          <p:cNvPr id="1533" name="Google Shape;1533;p18"/>
          <p:cNvSpPr txBox="1"/>
          <p:nvPr>
            <p:ph idx="1" type="body"/>
          </p:nvPr>
        </p:nvSpPr>
        <p:spPr>
          <a:xfrm>
            <a:off x="720000" y="1215750"/>
            <a:ext cx="7704000" cy="32331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Font typeface="Nunito"/>
              <a:buChar char="●"/>
            </a:pPr>
            <a:r>
              <a:rPr b="1" lang="en"/>
              <a:t>Python</a:t>
            </a:r>
            <a:r>
              <a:rPr lang="en"/>
              <a:t> (https://www.python.org/downloads/) </a:t>
            </a:r>
            <a:endParaRPr/>
          </a:p>
          <a:p>
            <a:pPr indent="-279400" lvl="0" marL="457200" rtl="0" algn="l">
              <a:lnSpc>
                <a:spcPct val="115000"/>
              </a:lnSpc>
              <a:spcBef>
                <a:spcPts val="0"/>
              </a:spcBef>
              <a:spcAft>
                <a:spcPts val="0"/>
              </a:spcAft>
              <a:buSzPts val="800"/>
              <a:buChar char="●"/>
            </a:pPr>
            <a:r>
              <a:rPr lang="en"/>
              <a:t>Test </a:t>
            </a:r>
            <a:endParaRPr/>
          </a:p>
          <a:p>
            <a:pPr indent="-304800" lvl="1" marL="914400" rtl="0" algn="l">
              <a:lnSpc>
                <a:spcPct val="115000"/>
              </a:lnSpc>
              <a:spcBef>
                <a:spcPts val="0"/>
              </a:spcBef>
              <a:spcAft>
                <a:spcPts val="0"/>
              </a:spcAft>
              <a:buSzPts val="1200"/>
              <a:buChar char="○"/>
            </a:pPr>
            <a:r>
              <a:rPr lang="en"/>
              <a:t>Make sure you can install new Python packages using the Command Prompt on Windows</a:t>
            </a:r>
            <a:endParaRPr/>
          </a:p>
          <a:p>
            <a:pPr indent="-317500" lvl="1" marL="914400" rtl="0" algn="l">
              <a:lnSpc>
                <a:spcPct val="115000"/>
              </a:lnSpc>
              <a:spcBef>
                <a:spcPts val="0"/>
              </a:spcBef>
              <a:spcAft>
                <a:spcPts val="0"/>
              </a:spcAft>
              <a:buSzPts val="1400"/>
              <a:buFont typeface="Nunito"/>
              <a:buChar char="○"/>
            </a:pPr>
            <a:r>
              <a:rPr lang="en"/>
              <a:t>Type the following command on your Windows: python -m pip install pandas</a:t>
            </a:r>
            <a:endParaRPr/>
          </a:p>
          <a:p>
            <a:pPr indent="0" lvl="0" marL="457200" rtl="0" algn="l">
              <a:lnSpc>
                <a:spcPct val="115000"/>
              </a:lnSpc>
              <a:spcBef>
                <a:spcPts val="0"/>
              </a:spcBef>
              <a:spcAft>
                <a:spcPts val="0"/>
              </a:spcAft>
              <a:buSzPts val="800"/>
              <a:buNone/>
            </a:pPr>
            <a:r>
              <a:t/>
            </a:r>
            <a:endParaRPr/>
          </a:p>
          <a:p>
            <a:pPr indent="-317500" lvl="0" marL="457200" rtl="0" algn="l">
              <a:lnSpc>
                <a:spcPct val="115000"/>
              </a:lnSpc>
              <a:spcBef>
                <a:spcPts val="0"/>
              </a:spcBef>
              <a:spcAft>
                <a:spcPts val="0"/>
              </a:spcAft>
              <a:buSzPts val="1400"/>
              <a:buFont typeface="Nunito"/>
              <a:buChar char="●"/>
            </a:pPr>
            <a:r>
              <a:rPr b="1" lang="en"/>
              <a:t>VSCode</a:t>
            </a:r>
            <a:r>
              <a:rPr lang="en"/>
              <a:t> (</a:t>
            </a:r>
            <a:r>
              <a:rPr lang="en" u="sng">
                <a:solidFill>
                  <a:schemeClr val="hlink"/>
                </a:solidFill>
                <a:hlinkClick r:id="rId3"/>
              </a:rPr>
              <a:t>https://code.visualstudio.com/download</a:t>
            </a:r>
            <a:r>
              <a:rPr lang="en"/>
              <a:t>)</a:t>
            </a:r>
            <a:endParaRPr/>
          </a:p>
          <a:p>
            <a:pPr indent="-279400" lvl="0" marL="457200" rtl="0" algn="l">
              <a:lnSpc>
                <a:spcPct val="115000"/>
              </a:lnSpc>
              <a:spcBef>
                <a:spcPts val="0"/>
              </a:spcBef>
              <a:spcAft>
                <a:spcPts val="0"/>
              </a:spcAft>
              <a:buSzPts val="800"/>
              <a:buChar char="●"/>
            </a:pPr>
            <a:r>
              <a:rPr lang="en"/>
              <a:t>Test</a:t>
            </a:r>
            <a:endParaRPr/>
          </a:p>
          <a:p>
            <a:pPr indent="-317500" lvl="1" marL="914400" rtl="0" algn="l">
              <a:lnSpc>
                <a:spcPct val="115000"/>
              </a:lnSpc>
              <a:spcBef>
                <a:spcPts val="0"/>
              </a:spcBef>
              <a:spcAft>
                <a:spcPts val="0"/>
              </a:spcAft>
              <a:buSzPts val="1400"/>
              <a:buFont typeface="Nunito"/>
              <a:buChar char="○"/>
            </a:pPr>
            <a:r>
              <a:rPr lang="en"/>
              <a:t>Create a new file with the extension .py (to designate the file as a Python script)</a:t>
            </a:r>
            <a:endParaRPr/>
          </a:p>
          <a:p>
            <a:pPr indent="-317500" lvl="1" marL="914400" rtl="0" algn="l">
              <a:lnSpc>
                <a:spcPct val="115000"/>
              </a:lnSpc>
              <a:spcBef>
                <a:spcPts val="0"/>
              </a:spcBef>
              <a:spcAft>
                <a:spcPts val="0"/>
              </a:spcAft>
              <a:buSzPts val="1400"/>
              <a:buFont typeface="Nunito"/>
              <a:buChar char="○"/>
            </a:pPr>
            <a:r>
              <a:rPr lang="en"/>
              <a:t>Click the play/run button in the upper right corner of VSCode to run the script</a:t>
            </a:r>
            <a:endParaRPr/>
          </a:p>
          <a:p>
            <a:pPr indent="0" lvl="0" marL="457200" rtl="0" algn="l">
              <a:lnSpc>
                <a:spcPct val="115000"/>
              </a:lnSpc>
              <a:spcBef>
                <a:spcPts val="0"/>
              </a:spcBef>
              <a:spcAft>
                <a:spcPts val="0"/>
              </a:spcAft>
              <a:buSzPts val="800"/>
              <a:buNone/>
            </a:pPr>
            <a:r>
              <a:t/>
            </a:r>
            <a:endParaRPr/>
          </a:p>
          <a:p>
            <a:pPr indent="-317500" lvl="0" marL="457200" rtl="0" algn="l">
              <a:lnSpc>
                <a:spcPct val="115000"/>
              </a:lnSpc>
              <a:spcBef>
                <a:spcPts val="0"/>
              </a:spcBef>
              <a:spcAft>
                <a:spcPts val="0"/>
              </a:spcAft>
              <a:buSzPts val="1400"/>
              <a:buFont typeface="Nunito"/>
              <a:buChar char="●"/>
            </a:pPr>
            <a:r>
              <a:rPr b="1" lang="en"/>
              <a:t>Git </a:t>
            </a:r>
            <a:r>
              <a:rPr lang="en"/>
              <a:t>(https://git-scm.com/downloads) </a:t>
            </a:r>
            <a:endParaRPr/>
          </a:p>
          <a:p>
            <a:pPr indent="-317500" lvl="0" marL="457200" rtl="0" algn="l">
              <a:lnSpc>
                <a:spcPct val="115000"/>
              </a:lnSpc>
              <a:spcBef>
                <a:spcPts val="0"/>
              </a:spcBef>
              <a:spcAft>
                <a:spcPts val="0"/>
              </a:spcAft>
              <a:buSzPts val="1400"/>
              <a:buFont typeface="Nunito"/>
              <a:buChar char="●"/>
            </a:pPr>
            <a:r>
              <a:rPr b="1" lang="en"/>
              <a:t>Github Desktop</a:t>
            </a:r>
            <a:r>
              <a:rPr lang="en"/>
              <a:t> (https://desktop.github.com/download/) </a:t>
            </a:r>
            <a:endParaRPr/>
          </a:p>
          <a:p>
            <a:pPr indent="0" lvl="0" marL="457200" rtl="0" algn="l">
              <a:lnSpc>
                <a:spcPct val="115000"/>
              </a:lnSpc>
              <a:spcBef>
                <a:spcPts val="0"/>
              </a:spcBef>
              <a:spcAft>
                <a:spcPts val="0"/>
              </a:spcAft>
              <a:buSzPts val="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37" name="Shape 1537"/>
        <p:cNvGrpSpPr/>
        <p:nvPr/>
      </p:nvGrpSpPr>
      <p:grpSpPr>
        <a:xfrm>
          <a:off x="0" y="0"/>
          <a:ext cx="0" cy="0"/>
          <a:chOff x="0" y="0"/>
          <a:chExt cx="0" cy="0"/>
        </a:xfrm>
      </p:grpSpPr>
      <p:sp>
        <p:nvSpPr>
          <p:cNvPr id="1538" name="Google Shape;1538;p1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Installing Python - Mac</a:t>
            </a:r>
            <a:endParaRPr/>
          </a:p>
        </p:txBody>
      </p:sp>
      <p:sp>
        <p:nvSpPr>
          <p:cNvPr id="1539" name="Google Shape;1539;p19"/>
          <p:cNvSpPr txBox="1"/>
          <p:nvPr>
            <p:ph idx="1" type="body"/>
          </p:nvPr>
        </p:nvSpPr>
        <p:spPr>
          <a:xfrm>
            <a:off x="720000" y="1215750"/>
            <a:ext cx="7704000" cy="32331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Font typeface="Nunito"/>
              <a:buChar char="●"/>
            </a:pPr>
            <a:r>
              <a:rPr b="1" lang="en"/>
              <a:t>Python</a:t>
            </a:r>
            <a:r>
              <a:rPr lang="en"/>
              <a:t> (https://www.python.org/downloads/) </a:t>
            </a:r>
            <a:endParaRPr/>
          </a:p>
          <a:p>
            <a:pPr indent="-279400" lvl="0" marL="457200" rtl="0" algn="l">
              <a:lnSpc>
                <a:spcPct val="115000"/>
              </a:lnSpc>
              <a:spcBef>
                <a:spcPts val="0"/>
              </a:spcBef>
              <a:spcAft>
                <a:spcPts val="0"/>
              </a:spcAft>
              <a:buSzPts val="800"/>
              <a:buChar char="●"/>
            </a:pPr>
            <a:r>
              <a:rPr lang="en"/>
              <a:t>Test </a:t>
            </a:r>
            <a:endParaRPr/>
          </a:p>
          <a:p>
            <a:pPr indent="-304800" lvl="1" marL="914400" rtl="0" algn="l">
              <a:lnSpc>
                <a:spcPct val="115000"/>
              </a:lnSpc>
              <a:spcBef>
                <a:spcPts val="0"/>
              </a:spcBef>
              <a:spcAft>
                <a:spcPts val="0"/>
              </a:spcAft>
              <a:buSzPts val="1200"/>
              <a:buChar char="○"/>
            </a:pPr>
            <a:r>
              <a:rPr lang="en"/>
              <a:t>Make sure you can install new Python packages using the Terminal (MacOS) </a:t>
            </a:r>
            <a:endParaRPr/>
          </a:p>
          <a:p>
            <a:pPr indent="-317500" lvl="1" marL="914400" rtl="0" algn="l">
              <a:lnSpc>
                <a:spcPct val="115000"/>
              </a:lnSpc>
              <a:spcBef>
                <a:spcPts val="0"/>
              </a:spcBef>
              <a:spcAft>
                <a:spcPts val="0"/>
              </a:spcAft>
              <a:buSzPts val="1400"/>
              <a:buFont typeface="Nunito"/>
              <a:buChar char="○"/>
            </a:pPr>
            <a:r>
              <a:rPr lang="en"/>
              <a:t>Type the following command on your Mac: python3 -m pip install pandas</a:t>
            </a:r>
            <a:endParaRPr/>
          </a:p>
          <a:p>
            <a:pPr indent="0" lvl="0" marL="457200" rtl="0" algn="l">
              <a:lnSpc>
                <a:spcPct val="115000"/>
              </a:lnSpc>
              <a:spcBef>
                <a:spcPts val="0"/>
              </a:spcBef>
              <a:spcAft>
                <a:spcPts val="0"/>
              </a:spcAft>
              <a:buSzPts val="800"/>
              <a:buNone/>
            </a:pPr>
            <a:r>
              <a:t/>
            </a:r>
            <a:endParaRPr/>
          </a:p>
          <a:p>
            <a:pPr indent="-317500" lvl="0" marL="457200" rtl="0" algn="l">
              <a:lnSpc>
                <a:spcPct val="115000"/>
              </a:lnSpc>
              <a:spcBef>
                <a:spcPts val="0"/>
              </a:spcBef>
              <a:spcAft>
                <a:spcPts val="0"/>
              </a:spcAft>
              <a:buSzPts val="1400"/>
              <a:buFont typeface="Nunito"/>
              <a:buChar char="●"/>
            </a:pPr>
            <a:r>
              <a:rPr b="1" lang="en"/>
              <a:t>VSCode</a:t>
            </a:r>
            <a:r>
              <a:rPr lang="en"/>
              <a:t> (</a:t>
            </a:r>
            <a:r>
              <a:rPr lang="en" u="sng">
                <a:solidFill>
                  <a:schemeClr val="hlink"/>
                </a:solidFill>
                <a:hlinkClick r:id="rId3"/>
              </a:rPr>
              <a:t>https://code.visualstudio.com/download</a:t>
            </a:r>
            <a:r>
              <a:rPr lang="en"/>
              <a:t>)</a:t>
            </a:r>
            <a:endParaRPr/>
          </a:p>
          <a:p>
            <a:pPr indent="-279400" lvl="0" marL="457200" rtl="0" algn="l">
              <a:lnSpc>
                <a:spcPct val="115000"/>
              </a:lnSpc>
              <a:spcBef>
                <a:spcPts val="0"/>
              </a:spcBef>
              <a:spcAft>
                <a:spcPts val="0"/>
              </a:spcAft>
              <a:buSzPts val="800"/>
              <a:buChar char="●"/>
            </a:pPr>
            <a:r>
              <a:rPr lang="en"/>
              <a:t>Test</a:t>
            </a:r>
            <a:endParaRPr/>
          </a:p>
          <a:p>
            <a:pPr indent="-317500" lvl="1" marL="914400" rtl="0" algn="l">
              <a:lnSpc>
                <a:spcPct val="115000"/>
              </a:lnSpc>
              <a:spcBef>
                <a:spcPts val="0"/>
              </a:spcBef>
              <a:spcAft>
                <a:spcPts val="0"/>
              </a:spcAft>
              <a:buSzPts val="1400"/>
              <a:buFont typeface="Nunito"/>
              <a:buChar char="○"/>
            </a:pPr>
            <a:r>
              <a:rPr lang="en"/>
              <a:t>Create a new file with the extension .py (to designate the file as a Python script)</a:t>
            </a:r>
            <a:endParaRPr/>
          </a:p>
          <a:p>
            <a:pPr indent="-317500" lvl="1" marL="914400" rtl="0" algn="l">
              <a:lnSpc>
                <a:spcPct val="115000"/>
              </a:lnSpc>
              <a:spcBef>
                <a:spcPts val="0"/>
              </a:spcBef>
              <a:spcAft>
                <a:spcPts val="0"/>
              </a:spcAft>
              <a:buSzPts val="1400"/>
              <a:buFont typeface="Nunito"/>
              <a:buChar char="○"/>
            </a:pPr>
            <a:r>
              <a:rPr lang="en"/>
              <a:t>Click the play/run button in the upper right corner of VSCode to run the script</a:t>
            </a:r>
            <a:endParaRPr/>
          </a:p>
          <a:p>
            <a:pPr indent="0" lvl="0" marL="457200" rtl="0" algn="l">
              <a:lnSpc>
                <a:spcPct val="115000"/>
              </a:lnSpc>
              <a:spcBef>
                <a:spcPts val="0"/>
              </a:spcBef>
              <a:spcAft>
                <a:spcPts val="0"/>
              </a:spcAft>
              <a:buSzPts val="800"/>
              <a:buNone/>
            </a:pPr>
            <a:r>
              <a:t/>
            </a:r>
            <a:endParaRPr/>
          </a:p>
          <a:p>
            <a:pPr indent="-317500" lvl="0" marL="457200" rtl="0" algn="l">
              <a:lnSpc>
                <a:spcPct val="115000"/>
              </a:lnSpc>
              <a:spcBef>
                <a:spcPts val="0"/>
              </a:spcBef>
              <a:spcAft>
                <a:spcPts val="0"/>
              </a:spcAft>
              <a:buSzPts val="1400"/>
              <a:buFont typeface="Nunito"/>
              <a:buChar char="●"/>
            </a:pPr>
            <a:r>
              <a:rPr b="1" lang="en"/>
              <a:t>Git </a:t>
            </a:r>
            <a:r>
              <a:rPr lang="en"/>
              <a:t>(https://git-scm.com/downloads) </a:t>
            </a:r>
            <a:endParaRPr/>
          </a:p>
          <a:p>
            <a:pPr indent="-317500" lvl="0" marL="457200" rtl="0" algn="l">
              <a:lnSpc>
                <a:spcPct val="115000"/>
              </a:lnSpc>
              <a:spcBef>
                <a:spcPts val="0"/>
              </a:spcBef>
              <a:spcAft>
                <a:spcPts val="0"/>
              </a:spcAft>
              <a:buSzPts val="1400"/>
              <a:buFont typeface="Nunito"/>
              <a:buChar char="●"/>
            </a:pPr>
            <a:r>
              <a:rPr b="1" lang="en"/>
              <a:t>Github Desktop</a:t>
            </a:r>
            <a:r>
              <a:rPr lang="en"/>
              <a:t> (https://desktop.github.com/download/) </a:t>
            </a:r>
            <a:endParaRPr/>
          </a:p>
        </p:txBody>
      </p:sp>
      <p:sp>
        <p:nvSpPr>
          <p:cNvPr id="1540" name="Google Shape;1540;p19"/>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44" name="Shape 1544"/>
        <p:cNvGrpSpPr/>
        <p:nvPr/>
      </p:nvGrpSpPr>
      <p:grpSpPr>
        <a:xfrm>
          <a:off x="0" y="0"/>
          <a:ext cx="0" cy="0"/>
          <a:chOff x="0" y="0"/>
          <a:chExt cx="0" cy="0"/>
        </a:xfrm>
      </p:grpSpPr>
      <p:sp>
        <p:nvSpPr>
          <p:cNvPr id="1545" name="Google Shape;1545;p2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Troubleshooting Windows &amp; Mac </a:t>
            </a:r>
            <a:endParaRPr/>
          </a:p>
        </p:txBody>
      </p:sp>
      <p:sp>
        <p:nvSpPr>
          <p:cNvPr id="1546" name="Google Shape;1546;p20"/>
          <p:cNvSpPr txBox="1"/>
          <p:nvPr>
            <p:ph idx="12" type="sldNum"/>
          </p:nvPr>
        </p:nvSpPr>
        <p:spPr>
          <a:xfrm>
            <a:off x="4297650" y="4602875"/>
            <a:ext cx="548700" cy="333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300"/>
              <a:buNone/>
            </a:pPr>
            <a:fld id="{00000000-1234-1234-1234-123412341234}" type="slidenum">
              <a:rPr lang="en"/>
              <a:t>‹#›</a:t>
            </a:fld>
            <a:endParaRPr/>
          </a:p>
        </p:txBody>
      </p:sp>
      <p:sp>
        <p:nvSpPr>
          <p:cNvPr id="1547" name="Google Shape;1547;p20"/>
          <p:cNvSpPr txBox="1"/>
          <p:nvPr>
            <p:ph idx="1" type="body"/>
          </p:nvPr>
        </p:nvSpPr>
        <p:spPr>
          <a:xfrm>
            <a:off x="720000" y="1246425"/>
            <a:ext cx="7704000" cy="3233100"/>
          </a:xfrm>
          <a:prstGeom prst="rect">
            <a:avLst/>
          </a:prstGeom>
          <a:noFill/>
          <a:ln>
            <a:noFill/>
          </a:ln>
        </p:spPr>
        <p:txBody>
          <a:bodyPr anchorCtr="0" anchor="t" bIns="91425" lIns="91425" spcFirstLastPara="1" rIns="91425" wrap="square" tIns="91425">
            <a:noAutofit/>
          </a:bodyPr>
          <a:lstStyle/>
          <a:p>
            <a:pPr indent="-374650" lvl="0" marL="457200" rtl="0" algn="l">
              <a:lnSpc>
                <a:spcPct val="115000"/>
              </a:lnSpc>
              <a:spcBef>
                <a:spcPts val="0"/>
              </a:spcBef>
              <a:spcAft>
                <a:spcPts val="0"/>
              </a:spcAft>
              <a:buSzPts val="2300"/>
              <a:buFont typeface="Mulish"/>
              <a:buChar char="●"/>
            </a:pPr>
            <a:r>
              <a:rPr lang="en" sz="2300"/>
              <a:t>Link to document: </a:t>
            </a:r>
            <a:endParaRPr sz="2300"/>
          </a:p>
          <a:p>
            <a:pPr indent="0" lvl="0" marL="0" rtl="0" algn="l">
              <a:lnSpc>
                <a:spcPct val="115000"/>
              </a:lnSpc>
              <a:spcBef>
                <a:spcPts val="0"/>
              </a:spcBef>
              <a:spcAft>
                <a:spcPts val="0"/>
              </a:spcAft>
              <a:buSzPts val="800"/>
              <a:buNone/>
            </a:pPr>
            <a:r>
              <a:t/>
            </a:r>
            <a:endParaRPr sz="3200"/>
          </a:p>
          <a:p>
            <a:pPr indent="0" lvl="0" marL="0" rtl="0" algn="l">
              <a:lnSpc>
                <a:spcPct val="115000"/>
              </a:lnSpc>
              <a:spcBef>
                <a:spcPts val="0"/>
              </a:spcBef>
              <a:spcAft>
                <a:spcPts val="0"/>
              </a:spcAft>
              <a:buSzPts val="800"/>
              <a:buNone/>
            </a:pPr>
            <a:r>
              <a:t/>
            </a:r>
            <a:endParaRPr/>
          </a:p>
          <a:p>
            <a:pPr indent="0" lvl="0" marL="0" rtl="0" algn="l">
              <a:lnSpc>
                <a:spcPct val="115000"/>
              </a:lnSpc>
              <a:spcBef>
                <a:spcPts val="0"/>
              </a:spcBef>
              <a:spcAft>
                <a:spcPts val="0"/>
              </a:spcAft>
              <a:buSzPts val="800"/>
              <a:buNone/>
            </a:pPr>
            <a:r>
              <a:t/>
            </a:r>
            <a:endParaRPr/>
          </a:p>
          <a:p>
            <a:pPr indent="0" lvl="0" marL="0" rtl="0" algn="l">
              <a:lnSpc>
                <a:spcPct val="115000"/>
              </a:lnSpc>
              <a:spcBef>
                <a:spcPts val="0"/>
              </a:spcBef>
              <a:spcAft>
                <a:spcPts val="0"/>
              </a:spcAft>
              <a:buSzPts val="800"/>
              <a:buNone/>
            </a:pPr>
            <a:r>
              <a:t/>
            </a:r>
            <a:endParaRPr/>
          </a:p>
          <a:p>
            <a:pPr indent="0" lvl="0" marL="457200" rtl="0" algn="l">
              <a:lnSpc>
                <a:spcPct val="115000"/>
              </a:lnSpc>
              <a:spcBef>
                <a:spcPts val="0"/>
              </a:spcBef>
              <a:spcAft>
                <a:spcPts val="0"/>
              </a:spcAft>
              <a:buSzPts val="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