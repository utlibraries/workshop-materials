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 uri="GoogleSlidesCustomDataVersion2">
      <go:slidesCustomData xmlns:go="http://customooxmlschemas.google.com/" r:id="rId32" roundtripDataSignature="AMtx7mgqWraYqDSyYvvlkkDaXiTV+3knZ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11" Type="http://schemas.openxmlformats.org/officeDocument/2006/relationships/slide" Target="slides/slide6.xml"/><Relationship Id="rId10" Type="http://schemas.openxmlformats.org/officeDocument/2006/relationships/slide" Target="slides/slide5.xml"/><Relationship Id="rId32" Type="http://customschemas.google.com/relationships/presentationmetadata" Target="metadata"/><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p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6" name="Google Shape;86;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p2:notes"/>
          <p:cNvSpPr txBox="1"/>
          <p:nvPr>
            <p:ph idx="1" type="body"/>
          </p:nvPr>
        </p:nvSpPr>
        <p:spPr>
          <a:xfrm>
            <a:off x="685800" y="4400550"/>
            <a:ext cx="5486400" cy="3600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92" name="Google Shape;92;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p3:notes"/>
          <p:cNvSpPr txBox="1"/>
          <p:nvPr>
            <p:ph idx="1" type="body"/>
          </p:nvPr>
        </p:nvSpPr>
        <p:spPr>
          <a:xfrm>
            <a:off x="685800" y="4400550"/>
            <a:ext cx="5486400" cy="3600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99" name="Google Shape;99;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p4:notes"/>
          <p:cNvSpPr txBox="1"/>
          <p:nvPr>
            <p:ph idx="1" type="body"/>
          </p:nvPr>
        </p:nvSpPr>
        <p:spPr>
          <a:xfrm>
            <a:off x="685800" y="4400550"/>
            <a:ext cx="5486400" cy="3600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06" name="Google Shape;106;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p5:notes"/>
          <p:cNvSpPr txBox="1"/>
          <p:nvPr>
            <p:ph idx="1" type="body"/>
          </p:nvPr>
        </p:nvSpPr>
        <p:spPr>
          <a:xfrm>
            <a:off x="685800" y="4400550"/>
            <a:ext cx="5486400" cy="3600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13" name="Google Shape;113;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p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0" name="Google Shape;120;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p7:notes"/>
          <p:cNvSpPr txBox="1"/>
          <p:nvPr>
            <p:ph idx="1" type="body"/>
          </p:nvPr>
        </p:nvSpPr>
        <p:spPr>
          <a:xfrm>
            <a:off x="685800" y="4400550"/>
            <a:ext cx="5486400" cy="3600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54" name="Google Shape;154;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p8:notes"/>
          <p:cNvSpPr txBox="1"/>
          <p:nvPr>
            <p:ph idx="1" type="body"/>
          </p:nvPr>
        </p:nvSpPr>
        <p:spPr>
          <a:xfrm>
            <a:off x="685800" y="4400550"/>
            <a:ext cx="5486400" cy="3600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62" name="Google Shape;162;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p9:notes"/>
          <p:cNvSpPr txBox="1"/>
          <p:nvPr>
            <p:ph idx="1" type="body"/>
          </p:nvPr>
        </p:nvSpPr>
        <p:spPr>
          <a:xfrm>
            <a:off x="685800" y="4400550"/>
            <a:ext cx="5486400" cy="3600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69" name="Google Shape;169;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p10:notes"/>
          <p:cNvSpPr txBox="1"/>
          <p:nvPr>
            <p:ph idx="1" type="body"/>
          </p:nvPr>
        </p:nvSpPr>
        <p:spPr>
          <a:xfrm>
            <a:off x="685800" y="4400550"/>
            <a:ext cx="5486400" cy="3600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76" name="Google Shape;176;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 name="Shape 183"/>
        <p:cNvGrpSpPr/>
        <p:nvPr/>
      </p:nvGrpSpPr>
      <p:grpSpPr>
        <a:xfrm>
          <a:off x="0" y="0"/>
          <a:ext cx="0" cy="0"/>
          <a:chOff x="0" y="0"/>
          <a:chExt cx="0" cy="0"/>
        </a:xfrm>
      </p:grpSpPr>
      <p:sp>
        <p:nvSpPr>
          <p:cNvPr id="184" name="Google Shape;184;p11:notes"/>
          <p:cNvSpPr txBox="1"/>
          <p:nvPr>
            <p:ph idx="1" type="body"/>
          </p:nvPr>
        </p:nvSpPr>
        <p:spPr>
          <a:xfrm>
            <a:off x="685800" y="4400550"/>
            <a:ext cx="5486400" cy="3600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85" name="Google Shape;185;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p12:notes"/>
          <p:cNvSpPr txBox="1"/>
          <p:nvPr>
            <p:ph idx="1" type="body"/>
          </p:nvPr>
        </p:nvSpPr>
        <p:spPr>
          <a:xfrm>
            <a:off x="685800" y="4400550"/>
            <a:ext cx="5486400" cy="3600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94" name="Google Shape;194;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p13:notes"/>
          <p:cNvSpPr txBox="1"/>
          <p:nvPr>
            <p:ph idx="1" type="body"/>
          </p:nvPr>
        </p:nvSpPr>
        <p:spPr>
          <a:xfrm>
            <a:off x="685800" y="4400550"/>
            <a:ext cx="5486400" cy="3600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01" name="Google Shape;201;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 name="Shape 208"/>
        <p:cNvGrpSpPr/>
        <p:nvPr/>
      </p:nvGrpSpPr>
      <p:grpSpPr>
        <a:xfrm>
          <a:off x="0" y="0"/>
          <a:ext cx="0" cy="0"/>
          <a:chOff x="0" y="0"/>
          <a:chExt cx="0" cy="0"/>
        </a:xfrm>
      </p:grpSpPr>
      <p:sp>
        <p:nvSpPr>
          <p:cNvPr id="209" name="Google Shape;209;p14:notes"/>
          <p:cNvSpPr txBox="1"/>
          <p:nvPr>
            <p:ph idx="1" type="body"/>
          </p:nvPr>
        </p:nvSpPr>
        <p:spPr>
          <a:xfrm>
            <a:off x="685800" y="4400550"/>
            <a:ext cx="5486400" cy="3600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10" name="Google Shape;210;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7" name="Shape 217"/>
        <p:cNvGrpSpPr/>
        <p:nvPr/>
      </p:nvGrpSpPr>
      <p:grpSpPr>
        <a:xfrm>
          <a:off x="0" y="0"/>
          <a:ext cx="0" cy="0"/>
          <a:chOff x="0" y="0"/>
          <a:chExt cx="0" cy="0"/>
        </a:xfrm>
      </p:grpSpPr>
      <p:sp>
        <p:nvSpPr>
          <p:cNvPr id="218" name="Google Shape;218;p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19" name="Google Shape;219;p1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2" name="Shape 222"/>
        <p:cNvGrpSpPr/>
        <p:nvPr/>
      </p:nvGrpSpPr>
      <p:grpSpPr>
        <a:xfrm>
          <a:off x="0" y="0"/>
          <a:ext cx="0" cy="0"/>
          <a:chOff x="0" y="0"/>
          <a:chExt cx="0" cy="0"/>
        </a:xfrm>
      </p:grpSpPr>
      <p:sp>
        <p:nvSpPr>
          <p:cNvPr id="223" name="Google Shape;223;p18:notes"/>
          <p:cNvSpPr txBox="1"/>
          <p:nvPr>
            <p:ph idx="1" type="body"/>
          </p:nvPr>
        </p:nvSpPr>
        <p:spPr>
          <a:xfrm>
            <a:off x="685800" y="4343406"/>
            <a:ext cx="5486400" cy="4114800"/>
          </a:xfrm>
          <a:prstGeom prst="rect">
            <a:avLst/>
          </a:prstGeom>
          <a:noFill/>
          <a:ln>
            <a:noFill/>
          </a:ln>
        </p:spPr>
        <p:txBody>
          <a:bodyPr anchorCtr="0" anchor="t" bIns="45650" lIns="91325" spcFirstLastPara="1" rIns="91325" wrap="square" tIns="45650">
            <a:noAutofit/>
          </a:bodyPr>
          <a:lstStyle/>
          <a:p>
            <a:pPr indent="0" lvl="0" marL="0" rtl="0" algn="l">
              <a:lnSpc>
                <a:spcPct val="100000"/>
              </a:lnSpc>
              <a:spcBef>
                <a:spcPts val="0"/>
              </a:spcBef>
              <a:spcAft>
                <a:spcPts val="0"/>
              </a:spcAft>
              <a:buSzPts val="1100"/>
              <a:buNone/>
            </a:pPr>
            <a:r>
              <a:t/>
            </a:r>
            <a:endParaRPr/>
          </a:p>
        </p:txBody>
      </p:sp>
      <p:sp>
        <p:nvSpPr>
          <p:cNvPr id="224" name="Google Shape;224;p18:notes"/>
          <p:cNvSpPr/>
          <p:nvPr>
            <p:ph idx="2" type="sldImg"/>
          </p:nvPr>
        </p:nvSpPr>
        <p:spPr>
          <a:xfrm>
            <a:off x="327025" y="687321"/>
            <a:ext cx="6204000" cy="34272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p19:notes"/>
          <p:cNvSpPr txBox="1"/>
          <p:nvPr>
            <p:ph idx="1" type="body"/>
          </p:nvPr>
        </p:nvSpPr>
        <p:spPr>
          <a:xfrm>
            <a:off x="685800" y="4343406"/>
            <a:ext cx="5486400" cy="4114800"/>
          </a:xfrm>
          <a:prstGeom prst="rect">
            <a:avLst/>
          </a:prstGeom>
          <a:noFill/>
          <a:ln>
            <a:noFill/>
          </a:ln>
        </p:spPr>
        <p:txBody>
          <a:bodyPr anchorCtr="0" anchor="t" bIns="45650" lIns="91325" spcFirstLastPara="1" rIns="91325" wrap="square" tIns="45650">
            <a:noAutofit/>
          </a:bodyPr>
          <a:lstStyle/>
          <a:p>
            <a:pPr indent="0" lvl="0" marL="0" rtl="0" algn="l">
              <a:lnSpc>
                <a:spcPct val="100000"/>
              </a:lnSpc>
              <a:spcBef>
                <a:spcPts val="0"/>
              </a:spcBef>
              <a:spcAft>
                <a:spcPts val="0"/>
              </a:spcAft>
              <a:buSzPts val="1100"/>
              <a:buNone/>
            </a:pPr>
            <a:r>
              <a:t/>
            </a:r>
            <a:endParaRPr/>
          </a:p>
        </p:txBody>
      </p:sp>
      <p:sp>
        <p:nvSpPr>
          <p:cNvPr id="231" name="Google Shape;231;p19:notes"/>
          <p:cNvSpPr/>
          <p:nvPr>
            <p:ph idx="2" type="sldImg"/>
          </p:nvPr>
        </p:nvSpPr>
        <p:spPr>
          <a:xfrm>
            <a:off x="327025" y="687321"/>
            <a:ext cx="6204000" cy="34272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6" name="Shape 236"/>
        <p:cNvGrpSpPr/>
        <p:nvPr/>
      </p:nvGrpSpPr>
      <p:grpSpPr>
        <a:xfrm>
          <a:off x="0" y="0"/>
          <a:ext cx="0" cy="0"/>
          <a:chOff x="0" y="0"/>
          <a:chExt cx="0" cy="0"/>
        </a:xfrm>
      </p:grpSpPr>
      <p:sp>
        <p:nvSpPr>
          <p:cNvPr id="237" name="Google Shape;237;p20:notes"/>
          <p:cNvSpPr txBox="1"/>
          <p:nvPr>
            <p:ph idx="1" type="body"/>
          </p:nvPr>
        </p:nvSpPr>
        <p:spPr>
          <a:xfrm>
            <a:off x="685800" y="4343406"/>
            <a:ext cx="5486400" cy="4114800"/>
          </a:xfrm>
          <a:prstGeom prst="rect">
            <a:avLst/>
          </a:prstGeom>
          <a:noFill/>
          <a:ln>
            <a:noFill/>
          </a:ln>
        </p:spPr>
        <p:txBody>
          <a:bodyPr anchorCtr="0" anchor="t" bIns="45650" lIns="91325" spcFirstLastPara="1" rIns="91325" wrap="square" tIns="45650">
            <a:noAutofit/>
          </a:bodyPr>
          <a:lstStyle/>
          <a:p>
            <a:pPr indent="0" lvl="0" marL="0" rtl="0" algn="l">
              <a:lnSpc>
                <a:spcPct val="100000"/>
              </a:lnSpc>
              <a:spcBef>
                <a:spcPts val="0"/>
              </a:spcBef>
              <a:spcAft>
                <a:spcPts val="0"/>
              </a:spcAft>
              <a:buSzPts val="1100"/>
              <a:buNone/>
            </a:pPr>
            <a:r>
              <a:t/>
            </a:r>
            <a:endParaRPr/>
          </a:p>
        </p:txBody>
      </p:sp>
      <p:sp>
        <p:nvSpPr>
          <p:cNvPr id="238" name="Google Shape;238;p20:notes"/>
          <p:cNvSpPr/>
          <p:nvPr>
            <p:ph idx="2" type="sldImg"/>
          </p:nvPr>
        </p:nvSpPr>
        <p:spPr>
          <a:xfrm>
            <a:off x="327025" y="687321"/>
            <a:ext cx="6204000" cy="34272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2" name="Shape 242"/>
        <p:cNvGrpSpPr/>
        <p:nvPr/>
      </p:nvGrpSpPr>
      <p:grpSpPr>
        <a:xfrm>
          <a:off x="0" y="0"/>
          <a:ext cx="0" cy="0"/>
          <a:chOff x="0" y="0"/>
          <a:chExt cx="0" cy="0"/>
        </a:xfrm>
      </p:grpSpPr>
      <p:sp>
        <p:nvSpPr>
          <p:cNvPr id="243" name="Google Shape;243;p21:notes"/>
          <p:cNvSpPr txBox="1"/>
          <p:nvPr>
            <p:ph idx="1" type="body"/>
          </p:nvPr>
        </p:nvSpPr>
        <p:spPr>
          <a:xfrm>
            <a:off x="685800" y="4343406"/>
            <a:ext cx="5486400" cy="4114800"/>
          </a:xfrm>
          <a:prstGeom prst="rect">
            <a:avLst/>
          </a:prstGeom>
          <a:noFill/>
          <a:ln>
            <a:noFill/>
          </a:ln>
        </p:spPr>
        <p:txBody>
          <a:bodyPr anchorCtr="0" anchor="t" bIns="45650" lIns="91325" spcFirstLastPara="1" rIns="91325" wrap="square" tIns="45650">
            <a:noAutofit/>
          </a:bodyPr>
          <a:lstStyle/>
          <a:p>
            <a:pPr indent="0" lvl="0" marL="0" rtl="0" algn="l">
              <a:lnSpc>
                <a:spcPct val="100000"/>
              </a:lnSpc>
              <a:spcBef>
                <a:spcPts val="0"/>
              </a:spcBef>
              <a:spcAft>
                <a:spcPts val="0"/>
              </a:spcAft>
              <a:buSzPts val="1100"/>
              <a:buNone/>
            </a:pPr>
            <a:r>
              <a:t/>
            </a:r>
            <a:endParaRPr/>
          </a:p>
        </p:txBody>
      </p:sp>
      <p:sp>
        <p:nvSpPr>
          <p:cNvPr id="244" name="Google Shape;244;p21:notes"/>
          <p:cNvSpPr/>
          <p:nvPr>
            <p:ph idx="2" type="sldImg"/>
          </p:nvPr>
        </p:nvSpPr>
        <p:spPr>
          <a:xfrm>
            <a:off x="327025" y="687321"/>
            <a:ext cx="6204000" cy="34272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2" name="Shape 252"/>
        <p:cNvGrpSpPr/>
        <p:nvPr/>
      </p:nvGrpSpPr>
      <p:grpSpPr>
        <a:xfrm>
          <a:off x="0" y="0"/>
          <a:ext cx="0" cy="0"/>
          <a:chOff x="0" y="0"/>
          <a:chExt cx="0" cy="0"/>
        </a:xfrm>
      </p:grpSpPr>
      <p:sp>
        <p:nvSpPr>
          <p:cNvPr id="253" name="Google Shape;253;g3f70151def4_0_0:notes"/>
          <p:cNvSpPr txBox="1"/>
          <p:nvPr>
            <p:ph idx="1" type="body"/>
          </p:nvPr>
        </p:nvSpPr>
        <p:spPr>
          <a:xfrm>
            <a:off x="685800" y="4343406"/>
            <a:ext cx="5486400" cy="4114800"/>
          </a:xfrm>
          <a:prstGeom prst="rect">
            <a:avLst/>
          </a:prstGeom>
          <a:noFill/>
          <a:ln>
            <a:noFill/>
          </a:ln>
        </p:spPr>
        <p:txBody>
          <a:bodyPr anchorCtr="0" anchor="t" bIns="45650" lIns="91325" spcFirstLastPara="1" rIns="91325" wrap="square" tIns="45650">
            <a:noAutofit/>
          </a:bodyPr>
          <a:lstStyle/>
          <a:p>
            <a:pPr indent="0" lvl="0" marL="0" rtl="0" algn="l">
              <a:lnSpc>
                <a:spcPct val="100000"/>
              </a:lnSpc>
              <a:spcBef>
                <a:spcPts val="0"/>
              </a:spcBef>
              <a:spcAft>
                <a:spcPts val="0"/>
              </a:spcAft>
              <a:buSzPts val="1100"/>
              <a:buNone/>
            </a:pPr>
            <a:r>
              <a:t/>
            </a:r>
            <a:endParaRPr/>
          </a:p>
        </p:txBody>
      </p:sp>
      <p:sp>
        <p:nvSpPr>
          <p:cNvPr id="254" name="Google Shape;254;g3f70151def4_0_0:notes"/>
          <p:cNvSpPr/>
          <p:nvPr>
            <p:ph idx="2" type="sldImg"/>
          </p:nvPr>
        </p:nvSpPr>
        <p:spPr>
          <a:xfrm>
            <a:off x="327025" y="687321"/>
            <a:ext cx="6204000" cy="34272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8" name="Shape 258"/>
        <p:cNvGrpSpPr/>
        <p:nvPr/>
      </p:nvGrpSpPr>
      <p:grpSpPr>
        <a:xfrm>
          <a:off x="0" y="0"/>
          <a:ext cx="0" cy="0"/>
          <a:chOff x="0" y="0"/>
          <a:chExt cx="0" cy="0"/>
        </a:xfrm>
      </p:grpSpPr>
      <p:sp>
        <p:nvSpPr>
          <p:cNvPr id="259" name="Google Shape;259;p22:notes"/>
          <p:cNvSpPr txBox="1"/>
          <p:nvPr>
            <p:ph idx="1" type="body"/>
          </p:nvPr>
        </p:nvSpPr>
        <p:spPr>
          <a:xfrm>
            <a:off x="685800" y="4343406"/>
            <a:ext cx="5486400" cy="4114800"/>
          </a:xfrm>
          <a:prstGeom prst="rect">
            <a:avLst/>
          </a:prstGeom>
          <a:noFill/>
          <a:ln>
            <a:noFill/>
          </a:ln>
        </p:spPr>
        <p:txBody>
          <a:bodyPr anchorCtr="0" anchor="t" bIns="45650" lIns="91325" spcFirstLastPara="1" rIns="91325" wrap="square" tIns="45650">
            <a:noAutofit/>
          </a:bodyPr>
          <a:lstStyle/>
          <a:p>
            <a:pPr indent="0" lvl="0" marL="0" rtl="0" algn="l">
              <a:lnSpc>
                <a:spcPct val="100000"/>
              </a:lnSpc>
              <a:spcBef>
                <a:spcPts val="0"/>
              </a:spcBef>
              <a:spcAft>
                <a:spcPts val="0"/>
              </a:spcAft>
              <a:buSzPts val="1100"/>
              <a:buNone/>
            </a:pPr>
            <a:r>
              <a:t/>
            </a:r>
            <a:endParaRPr/>
          </a:p>
        </p:txBody>
      </p:sp>
      <p:sp>
        <p:nvSpPr>
          <p:cNvPr id="260" name="Google Shape;260;p22:notes"/>
          <p:cNvSpPr/>
          <p:nvPr>
            <p:ph idx="2" type="sldImg"/>
          </p:nvPr>
        </p:nvSpPr>
        <p:spPr>
          <a:xfrm>
            <a:off x="327025" y="687321"/>
            <a:ext cx="6204000" cy="34272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
            <a:headEnd len="sm" w="sm" type="none"/>
            <a:tailEnd len="sm" w="sm" type="none"/>
          </a:ln>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5" name="Shape 265"/>
        <p:cNvGrpSpPr/>
        <p:nvPr/>
      </p:nvGrpSpPr>
      <p:grpSpPr>
        <a:xfrm>
          <a:off x="0" y="0"/>
          <a:ext cx="0" cy="0"/>
          <a:chOff x="0" y="0"/>
          <a:chExt cx="0" cy="0"/>
        </a:xfrm>
      </p:grpSpPr>
      <p:sp>
        <p:nvSpPr>
          <p:cNvPr id="266" name="Google Shape;266;g3f6e43a5ba7_0_18:notes"/>
          <p:cNvSpPr txBox="1"/>
          <p:nvPr>
            <p:ph idx="1" type="body"/>
          </p:nvPr>
        </p:nvSpPr>
        <p:spPr>
          <a:xfrm>
            <a:off x="685800" y="4343406"/>
            <a:ext cx="5486400" cy="4114800"/>
          </a:xfrm>
          <a:prstGeom prst="rect">
            <a:avLst/>
          </a:prstGeom>
          <a:noFill/>
          <a:ln>
            <a:noFill/>
          </a:ln>
        </p:spPr>
        <p:txBody>
          <a:bodyPr anchorCtr="0" anchor="t" bIns="45650" lIns="91325" spcFirstLastPara="1" rIns="91325" wrap="square" tIns="45650">
            <a:noAutofit/>
          </a:bodyPr>
          <a:lstStyle/>
          <a:p>
            <a:pPr indent="0" lvl="0" marL="0" rtl="0" algn="l">
              <a:lnSpc>
                <a:spcPct val="100000"/>
              </a:lnSpc>
              <a:spcBef>
                <a:spcPts val="0"/>
              </a:spcBef>
              <a:spcAft>
                <a:spcPts val="0"/>
              </a:spcAft>
              <a:buSzPts val="1100"/>
              <a:buNone/>
            </a:pPr>
            <a:r>
              <a:t/>
            </a:r>
            <a:endParaRPr/>
          </a:p>
        </p:txBody>
      </p:sp>
      <p:sp>
        <p:nvSpPr>
          <p:cNvPr id="267" name="Google Shape;267;g3f6e43a5ba7_0_18:notes"/>
          <p:cNvSpPr/>
          <p:nvPr>
            <p:ph idx="2" type="sldImg"/>
          </p:nvPr>
        </p:nvSpPr>
        <p:spPr>
          <a:xfrm>
            <a:off x="327025" y="687321"/>
            <a:ext cx="6204000" cy="34272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
            <a:headEnd len="sm" w="sm" type="none"/>
            <a:tailEnd len="sm" w="sm" type="none"/>
          </a:ln>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3" name="Shape 273"/>
        <p:cNvGrpSpPr/>
        <p:nvPr/>
      </p:nvGrpSpPr>
      <p:grpSpPr>
        <a:xfrm>
          <a:off x="0" y="0"/>
          <a:ext cx="0" cy="0"/>
          <a:chOff x="0" y="0"/>
          <a:chExt cx="0" cy="0"/>
        </a:xfrm>
      </p:grpSpPr>
      <p:sp>
        <p:nvSpPr>
          <p:cNvPr id="274" name="Google Shape;274;p23:notes"/>
          <p:cNvSpPr txBox="1"/>
          <p:nvPr>
            <p:ph idx="1" type="body"/>
          </p:nvPr>
        </p:nvSpPr>
        <p:spPr>
          <a:xfrm>
            <a:off x="685800" y="4343406"/>
            <a:ext cx="5486400" cy="4114800"/>
          </a:xfrm>
          <a:prstGeom prst="rect">
            <a:avLst/>
          </a:prstGeom>
          <a:noFill/>
          <a:ln>
            <a:noFill/>
          </a:ln>
        </p:spPr>
        <p:txBody>
          <a:bodyPr anchorCtr="0" anchor="t" bIns="45650" lIns="91325" spcFirstLastPara="1" rIns="91325" wrap="square" tIns="45650">
            <a:noAutofit/>
          </a:bodyPr>
          <a:lstStyle/>
          <a:p>
            <a:pPr indent="0" lvl="0" marL="0" rtl="0" algn="l">
              <a:lnSpc>
                <a:spcPct val="100000"/>
              </a:lnSpc>
              <a:spcBef>
                <a:spcPts val="0"/>
              </a:spcBef>
              <a:spcAft>
                <a:spcPts val="0"/>
              </a:spcAft>
              <a:buSzPts val="1100"/>
              <a:buNone/>
            </a:pPr>
            <a:r>
              <a:t/>
            </a:r>
            <a:endParaRPr/>
          </a:p>
        </p:txBody>
      </p:sp>
      <p:sp>
        <p:nvSpPr>
          <p:cNvPr id="275" name="Google Shape;275;p23:notes"/>
          <p:cNvSpPr/>
          <p:nvPr>
            <p:ph idx="2" type="sldImg"/>
          </p:nvPr>
        </p:nvSpPr>
        <p:spPr>
          <a:xfrm>
            <a:off x="327025" y="687321"/>
            <a:ext cx="6204000" cy="34272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
            <a:headEnd len="sm" w="sm" type="none"/>
            <a:tailEnd len="sm" w="sm" type="none"/>
          </a:ln>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9" name="Shape 279"/>
        <p:cNvGrpSpPr/>
        <p:nvPr/>
      </p:nvGrpSpPr>
      <p:grpSpPr>
        <a:xfrm>
          <a:off x="0" y="0"/>
          <a:ext cx="0" cy="0"/>
          <a:chOff x="0" y="0"/>
          <a:chExt cx="0" cy="0"/>
        </a:xfrm>
      </p:grpSpPr>
      <p:sp>
        <p:nvSpPr>
          <p:cNvPr id="280" name="Google Shape;280;g3f56fb7e198_0_0:notes"/>
          <p:cNvSpPr txBox="1"/>
          <p:nvPr>
            <p:ph idx="1" type="body"/>
          </p:nvPr>
        </p:nvSpPr>
        <p:spPr>
          <a:xfrm>
            <a:off x="685800" y="4343406"/>
            <a:ext cx="5486400" cy="4114800"/>
          </a:xfrm>
          <a:prstGeom prst="rect">
            <a:avLst/>
          </a:prstGeom>
          <a:noFill/>
          <a:ln>
            <a:noFill/>
          </a:ln>
        </p:spPr>
        <p:txBody>
          <a:bodyPr anchorCtr="0" anchor="t" bIns="45650" lIns="91325" spcFirstLastPara="1" rIns="91325" wrap="square" tIns="45650">
            <a:noAutofit/>
          </a:bodyPr>
          <a:lstStyle/>
          <a:p>
            <a:pPr indent="0" lvl="0" marL="0" rtl="0" algn="l">
              <a:lnSpc>
                <a:spcPct val="100000"/>
              </a:lnSpc>
              <a:spcBef>
                <a:spcPts val="0"/>
              </a:spcBef>
              <a:spcAft>
                <a:spcPts val="0"/>
              </a:spcAft>
              <a:buSzPts val="1100"/>
              <a:buNone/>
            </a:pPr>
            <a:r>
              <a:t/>
            </a:r>
            <a:endParaRPr/>
          </a:p>
        </p:txBody>
      </p:sp>
      <p:sp>
        <p:nvSpPr>
          <p:cNvPr id="281" name="Google Shape;281;g3f56fb7e198_0_0:notes"/>
          <p:cNvSpPr/>
          <p:nvPr>
            <p:ph idx="2" type="sldImg"/>
          </p:nvPr>
        </p:nvSpPr>
        <p:spPr>
          <a:xfrm>
            <a:off x="327025" y="687321"/>
            <a:ext cx="6204000" cy="34272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
            <a:headEnd len="sm" w="sm" type="none"/>
            <a:tailEnd len="sm" w="sm" type="none"/>
          </a:ln>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1" name="Shape 291"/>
        <p:cNvGrpSpPr/>
        <p:nvPr/>
      </p:nvGrpSpPr>
      <p:grpSpPr>
        <a:xfrm>
          <a:off x="0" y="0"/>
          <a:ext cx="0" cy="0"/>
          <a:chOff x="0" y="0"/>
          <a:chExt cx="0" cy="0"/>
        </a:xfrm>
      </p:grpSpPr>
      <p:sp>
        <p:nvSpPr>
          <p:cNvPr id="292" name="Google Shape;292;p24:notes"/>
          <p:cNvSpPr txBox="1"/>
          <p:nvPr>
            <p:ph idx="1" type="body"/>
          </p:nvPr>
        </p:nvSpPr>
        <p:spPr>
          <a:xfrm>
            <a:off x="685800" y="4343406"/>
            <a:ext cx="5486400" cy="4114800"/>
          </a:xfrm>
          <a:prstGeom prst="rect">
            <a:avLst/>
          </a:prstGeom>
          <a:noFill/>
          <a:ln>
            <a:noFill/>
          </a:ln>
        </p:spPr>
        <p:txBody>
          <a:bodyPr anchorCtr="0" anchor="t" bIns="45650" lIns="91325" spcFirstLastPara="1" rIns="91325" wrap="square" tIns="45650">
            <a:noAutofit/>
          </a:bodyPr>
          <a:lstStyle/>
          <a:p>
            <a:pPr indent="0" lvl="0" marL="0" rtl="0" algn="l">
              <a:lnSpc>
                <a:spcPct val="100000"/>
              </a:lnSpc>
              <a:spcBef>
                <a:spcPts val="0"/>
              </a:spcBef>
              <a:spcAft>
                <a:spcPts val="0"/>
              </a:spcAft>
              <a:buSzPts val="1100"/>
              <a:buNone/>
            </a:pPr>
            <a:r>
              <a:t/>
            </a:r>
            <a:endParaRPr/>
          </a:p>
        </p:txBody>
      </p:sp>
      <p:sp>
        <p:nvSpPr>
          <p:cNvPr id="293" name="Google Shape;293;p24:notes"/>
          <p:cNvSpPr/>
          <p:nvPr>
            <p:ph idx="2" type="sldImg"/>
          </p:nvPr>
        </p:nvSpPr>
        <p:spPr>
          <a:xfrm>
            <a:off x="327025" y="687321"/>
            <a:ext cx="6204000" cy="34272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
            <a:headEnd len="sm" w="sm" type="none"/>
            <a:tailEnd len="sm" w="sm" type="none"/>
          </a:ln>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7" name="Shape 297"/>
        <p:cNvGrpSpPr/>
        <p:nvPr/>
      </p:nvGrpSpPr>
      <p:grpSpPr>
        <a:xfrm>
          <a:off x="0" y="0"/>
          <a:ext cx="0" cy="0"/>
          <a:chOff x="0" y="0"/>
          <a:chExt cx="0" cy="0"/>
        </a:xfrm>
      </p:grpSpPr>
      <p:sp>
        <p:nvSpPr>
          <p:cNvPr id="298" name="Google Shape;298;p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99" name="Google Shape;299;p2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1" name="Shape 11"/>
        <p:cNvGrpSpPr/>
        <p:nvPr/>
      </p:nvGrpSpPr>
      <p:grpSpPr>
        <a:xfrm>
          <a:off x="0" y="0"/>
          <a:ext cx="0" cy="0"/>
          <a:chOff x="0" y="0"/>
          <a:chExt cx="0" cy="0"/>
        </a:xfrm>
      </p:grpSpPr>
      <p:sp>
        <p:nvSpPr>
          <p:cNvPr id="12" name="Google Shape;12;p27"/>
          <p:cNvSpPr txBox="1"/>
          <p:nvPr>
            <p:ph type="title"/>
          </p:nvPr>
        </p:nvSpPr>
        <p:spPr>
          <a:xfrm>
            <a:off x="628650" y="273844"/>
            <a:ext cx="7886700" cy="994200"/>
          </a:xfrm>
          <a:prstGeom prst="rect">
            <a:avLst/>
          </a:prstGeom>
          <a:noFill/>
          <a:ln>
            <a:noFill/>
          </a:ln>
        </p:spPr>
        <p:txBody>
          <a:bodyPr anchorCtr="0" anchor="ctr" bIns="34275" lIns="68575" spcFirstLastPara="1" rIns="68575" wrap="square" tIns="34275">
            <a:noAutofit/>
          </a:bodyPr>
          <a:lstStyle>
            <a:lvl1pPr lvl="0" algn="l">
              <a:lnSpc>
                <a:spcPct val="90000"/>
              </a:lnSpc>
              <a:spcBef>
                <a:spcPts val="0"/>
              </a:spcBef>
              <a:spcAft>
                <a:spcPts val="0"/>
              </a:spcAft>
              <a:buClr>
                <a:schemeClr val="dk1"/>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3" name="Google Shape;13;p27"/>
          <p:cNvSpPr txBox="1"/>
          <p:nvPr>
            <p:ph idx="1" type="body"/>
          </p:nvPr>
        </p:nvSpPr>
        <p:spPr>
          <a:xfrm>
            <a:off x="628650" y="1369219"/>
            <a:ext cx="7886700" cy="3263400"/>
          </a:xfrm>
          <a:prstGeom prst="rect">
            <a:avLst/>
          </a:prstGeom>
          <a:noFill/>
          <a:ln>
            <a:noFill/>
          </a:ln>
        </p:spPr>
        <p:txBody>
          <a:bodyPr anchorCtr="0" anchor="t" bIns="34275" lIns="68575" spcFirstLastPara="1" rIns="68575" wrap="square" tIns="34275">
            <a:no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4" name="Google Shape;14;p27"/>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5" name="Google Shape;15;p27"/>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6" name="Google Shape;16;p27"/>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7" name="Shape 17"/>
        <p:cNvGrpSpPr/>
        <p:nvPr/>
      </p:nvGrpSpPr>
      <p:grpSpPr>
        <a:xfrm>
          <a:off x="0" y="0"/>
          <a:ext cx="0" cy="0"/>
          <a:chOff x="0" y="0"/>
          <a:chExt cx="0" cy="0"/>
        </a:xfrm>
      </p:grpSpPr>
      <p:sp>
        <p:nvSpPr>
          <p:cNvPr id="18" name="Google Shape;18;p28"/>
          <p:cNvSpPr txBox="1"/>
          <p:nvPr>
            <p:ph type="title"/>
          </p:nvPr>
        </p:nvSpPr>
        <p:spPr>
          <a:xfrm>
            <a:off x="628650" y="273844"/>
            <a:ext cx="7886700" cy="994200"/>
          </a:xfrm>
          <a:prstGeom prst="rect">
            <a:avLst/>
          </a:prstGeom>
          <a:noFill/>
          <a:ln>
            <a:noFill/>
          </a:ln>
        </p:spPr>
        <p:txBody>
          <a:bodyPr anchorCtr="0" anchor="ctr" bIns="34275" lIns="68575" spcFirstLastPara="1" rIns="68575" wrap="square" tIns="34275">
            <a:noAutofit/>
          </a:bodyPr>
          <a:lstStyle>
            <a:lvl1pPr lvl="0" algn="l">
              <a:lnSpc>
                <a:spcPct val="90000"/>
              </a:lnSpc>
              <a:spcBef>
                <a:spcPts val="0"/>
              </a:spcBef>
              <a:spcAft>
                <a:spcPts val="0"/>
              </a:spcAft>
              <a:buClr>
                <a:schemeClr val="dk1"/>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9" name="Google Shape;19;p28"/>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20" name="Google Shape;20;p28"/>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21" name="Google Shape;21;p28"/>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2" name="Shape 22"/>
        <p:cNvGrpSpPr/>
        <p:nvPr/>
      </p:nvGrpSpPr>
      <p:grpSpPr>
        <a:xfrm>
          <a:off x="0" y="0"/>
          <a:ext cx="0" cy="0"/>
          <a:chOff x="0" y="0"/>
          <a:chExt cx="0" cy="0"/>
        </a:xfrm>
      </p:grpSpPr>
      <p:sp>
        <p:nvSpPr>
          <p:cNvPr id="23" name="Google Shape;23;p29"/>
          <p:cNvSpPr txBox="1"/>
          <p:nvPr>
            <p:ph type="title"/>
          </p:nvPr>
        </p:nvSpPr>
        <p:spPr>
          <a:xfrm>
            <a:off x="311700" y="445025"/>
            <a:ext cx="8520600" cy="572700"/>
          </a:xfrm>
          <a:prstGeom prst="rect">
            <a:avLst/>
          </a:prstGeom>
          <a:noFill/>
          <a:ln>
            <a:noFill/>
          </a:ln>
        </p:spPr>
        <p:txBody>
          <a:bodyPr anchorCtr="0" anchor="ctr" bIns="34275" lIns="68575" spcFirstLastPara="1" rIns="68575" wrap="square" tIns="34275">
            <a:noAutofit/>
          </a:bodyPr>
          <a:lstStyle>
            <a:lvl1pPr lvl="0" algn="l">
              <a:lnSpc>
                <a:spcPct val="90000"/>
              </a:lnSpc>
              <a:spcBef>
                <a:spcPts val="0"/>
              </a:spcBef>
              <a:spcAft>
                <a:spcPts val="0"/>
              </a:spcAft>
              <a:buSzPts val="33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24" name="Google Shape;24;p29"/>
          <p:cNvSpPr txBox="1"/>
          <p:nvPr>
            <p:ph idx="1" type="body"/>
          </p:nvPr>
        </p:nvSpPr>
        <p:spPr>
          <a:xfrm>
            <a:off x="311700" y="1152475"/>
            <a:ext cx="8520600" cy="3416400"/>
          </a:xfrm>
          <a:prstGeom prst="rect">
            <a:avLst/>
          </a:prstGeom>
          <a:noFill/>
          <a:ln>
            <a:noFill/>
          </a:ln>
        </p:spPr>
        <p:txBody>
          <a:bodyPr anchorCtr="0" anchor="t" bIns="34275" lIns="68575" spcFirstLastPara="1" rIns="68575" wrap="square" tIns="34275">
            <a:noAutofit/>
          </a:bodyPr>
          <a:lstStyle>
            <a:lvl1pPr indent="-361950" lvl="0" marL="457200" algn="l">
              <a:lnSpc>
                <a:spcPct val="90000"/>
              </a:lnSpc>
              <a:spcBef>
                <a:spcPts val="800"/>
              </a:spcBef>
              <a:spcAft>
                <a:spcPts val="0"/>
              </a:spcAft>
              <a:buSzPts val="2100"/>
              <a:buChar char="•"/>
              <a:defRPr/>
            </a:lvl1pPr>
            <a:lvl2pPr indent="-342900" lvl="1" marL="914400" algn="l">
              <a:lnSpc>
                <a:spcPct val="90000"/>
              </a:lnSpc>
              <a:spcBef>
                <a:spcPts val="400"/>
              </a:spcBef>
              <a:spcAft>
                <a:spcPts val="0"/>
              </a:spcAft>
              <a:buSzPts val="1800"/>
              <a:buChar char="•"/>
              <a:defRPr/>
            </a:lvl2pPr>
            <a:lvl3pPr indent="-323850" lvl="2" marL="1371600" algn="l">
              <a:lnSpc>
                <a:spcPct val="90000"/>
              </a:lnSpc>
              <a:spcBef>
                <a:spcPts val="400"/>
              </a:spcBef>
              <a:spcAft>
                <a:spcPts val="0"/>
              </a:spcAft>
              <a:buSzPts val="1500"/>
              <a:buChar char="•"/>
              <a:defRPr/>
            </a:lvl3pPr>
            <a:lvl4pPr indent="-317500" lvl="3" marL="1828800" algn="l">
              <a:lnSpc>
                <a:spcPct val="90000"/>
              </a:lnSpc>
              <a:spcBef>
                <a:spcPts val="400"/>
              </a:spcBef>
              <a:spcAft>
                <a:spcPts val="0"/>
              </a:spcAft>
              <a:buSzPts val="1400"/>
              <a:buChar char="•"/>
              <a:defRPr/>
            </a:lvl4pPr>
            <a:lvl5pPr indent="-317500" lvl="4" marL="2286000" algn="l">
              <a:lnSpc>
                <a:spcPct val="90000"/>
              </a:lnSpc>
              <a:spcBef>
                <a:spcPts val="400"/>
              </a:spcBef>
              <a:spcAft>
                <a:spcPts val="0"/>
              </a:spcAft>
              <a:buSzPts val="1400"/>
              <a:buChar char="•"/>
              <a:defRPr/>
            </a:lvl5pPr>
            <a:lvl6pPr indent="-317500" lvl="5" marL="2743200" algn="l">
              <a:lnSpc>
                <a:spcPct val="90000"/>
              </a:lnSpc>
              <a:spcBef>
                <a:spcPts val="400"/>
              </a:spcBef>
              <a:spcAft>
                <a:spcPts val="0"/>
              </a:spcAft>
              <a:buSzPts val="1400"/>
              <a:buChar char="•"/>
              <a:defRPr/>
            </a:lvl6pPr>
            <a:lvl7pPr indent="-317500" lvl="6" marL="3200400" algn="l">
              <a:lnSpc>
                <a:spcPct val="90000"/>
              </a:lnSpc>
              <a:spcBef>
                <a:spcPts val="400"/>
              </a:spcBef>
              <a:spcAft>
                <a:spcPts val="0"/>
              </a:spcAft>
              <a:buSzPts val="1400"/>
              <a:buChar char="•"/>
              <a:defRPr/>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
        <p:nvSpPr>
          <p:cNvPr id="25" name="Google Shape;25;p29"/>
          <p:cNvSpPr txBox="1"/>
          <p:nvPr>
            <p:ph idx="12" type="sldNum"/>
          </p:nvPr>
        </p:nvSpPr>
        <p:spPr>
          <a:xfrm>
            <a:off x="8472458" y="4663217"/>
            <a:ext cx="548700" cy="393600"/>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26" name="Shape 26"/>
        <p:cNvGrpSpPr/>
        <p:nvPr/>
      </p:nvGrpSpPr>
      <p:grpSpPr>
        <a:xfrm>
          <a:off x="0" y="0"/>
          <a:ext cx="0" cy="0"/>
          <a:chOff x="0" y="0"/>
          <a:chExt cx="0" cy="0"/>
        </a:xfrm>
      </p:grpSpPr>
      <p:sp>
        <p:nvSpPr>
          <p:cNvPr id="27" name="Google Shape;27;p30"/>
          <p:cNvSpPr txBox="1"/>
          <p:nvPr>
            <p:ph type="ctrTitle"/>
          </p:nvPr>
        </p:nvSpPr>
        <p:spPr>
          <a:xfrm>
            <a:off x="1143000" y="841772"/>
            <a:ext cx="6858000" cy="1790700"/>
          </a:xfrm>
          <a:prstGeom prst="rect">
            <a:avLst/>
          </a:prstGeom>
          <a:noFill/>
          <a:ln>
            <a:noFill/>
          </a:ln>
        </p:spPr>
        <p:txBody>
          <a:bodyPr anchorCtr="0" anchor="b" bIns="34275" lIns="68575" spcFirstLastPara="1" rIns="68575" wrap="square" tIns="34275">
            <a:noAutofit/>
          </a:bodyPr>
          <a:lstStyle>
            <a:lvl1pPr lvl="0" algn="ctr">
              <a:lnSpc>
                <a:spcPct val="90000"/>
              </a:lnSpc>
              <a:spcBef>
                <a:spcPts val="0"/>
              </a:spcBef>
              <a:spcAft>
                <a:spcPts val="0"/>
              </a:spcAft>
              <a:buClr>
                <a:schemeClr val="dk1"/>
              </a:buClr>
              <a:buSzPts val="4500"/>
              <a:buFont typeface="Calibri"/>
              <a:buNone/>
              <a:defRPr sz="45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28" name="Google Shape;28;p30"/>
          <p:cNvSpPr txBox="1"/>
          <p:nvPr>
            <p:ph idx="1" type="subTitle"/>
          </p:nvPr>
        </p:nvSpPr>
        <p:spPr>
          <a:xfrm>
            <a:off x="1143000" y="2701528"/>
            <a:ext cx="6858000" cy="1241700"/>
          </a:xfrm>
          <a:prstGeom prst="rect">
            <a:avLst/>
          </a:prstGeom>
          <a:noFill/>
          <a:ln>
            <a:noFill/>
          </a:ln>
        </p:spPr>
        <p:txBody>
          <a:bodyPr anchorCtr="0" anchor="t" bIns="34275" lIns="68575" spcFirstLastPara="1" rIns="68575" wrap="square" tIns="34275">
            <a:no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p:txBody>
      </p:sp>
      <p:sp>
        <p:nvSpPr>
          <p:cNvPr id="29" name="Google Shape;29;p30"/>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30" name="Google Shape;30;p30"/>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31" name="Google Shape;31;p30"/>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2" name="Shape 32"/>
        <p:cNvGrpSpPr/>
        <p:nvPr/>
      </p:nvGrpSpPr>
      <p:grpSpPr>
        <a:xfrm>
          <a:off x="0" y="0"/>
          <a:ext cx="0" cy="0"/>
          <a:chOff x="0" y="0"/>
          <a:chExt cx="0" cy="0"/>
        </a:xfrm>
      </p:grpSpPr>
      <p:sp>
        <p:nvSpPr>
          <p:cNvPr id="33" name="Google Shape;33;p31"/>
          <p:cNvSpPr txBox="1"/>
          <p:nvPr>
            <p:ph type="title"/>
          </p:nvPr>
        </p:nvSpPr>
        <p:spPr>
          <a:xfrm>
            <a:off x="623888" y="1282304"/>
            <a:ext cx="7886700" cy="2139600"/>
          </a:xfrm>
          <a:prstGeom prst="rect">
            <a:avLst/>
          </a:prstGeom>
          <a:noFill/>
          <a:ln>
            <a:noFill/>
          </a:ln>
        </p:spPr>
        <p:txBody>
          <a:bodyPr anchorCtr="0" anchor="b" bIns="34275" lIns="68575" spcFirstLastPara="1" rIns="68575" wrap="square" tIns="34275">
            <a:noAutofit/>
          </a:bodyPr>
          <a:lstStyle>
            <a:lvl1pPr lvl="0" algn="l">
              <a:lnSpc>
                <a:spcPct val="90000"/>
              </a:lnSpc>
              <a:spcBef>
                <a:spcPts val="0"/>
              </a:spcBef>
              <a:spcAft>
                <a:spcPts val="0"/>
              </a:spcAft>
              <a:buClr>
                <a:schemeClr val="dk1"/>
              </a:buClr>
              <a:buSzPts val="4500"/>
              <a:buFont typeface="Calibri"/>
              <a:buNone/>
              <a:defRPr sz="45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34" name="Google Shape;34;p31"/>
          <p:cNvSpPr txBox="1"/>
          <p:nvPr>
            <p:ph idx="1" type="body"/>
          </p:nvPr>
        </p:nvSpPr>
        <p:spPr>
          <a:xfrm>
            <a:off x="623888" y="3442097"/>
            <a:ext cx="7886700" cy="1125000"/>
          </a:xfrm>
          <a:prstGeom prst="rect">
            <a:avLst/>
          </a:prstGeom>
          <a:noFill/>
          <a:ln>
            <a:noFill/>
          </a:ln>
        </p:spPr>
        <p:txBody>
          <a:bodyPr anchorCtr="0" anchor="t" bIns="34275" lIns="68575" spcFirstLastPara="1" rIns="68575" wrap="square" tIns="34275">
            <a:noAutofit/>
          </a:bodyPr>
          <a:lstStyle>
            <a:lvl1pPr indent="-228600" lvl="0" marL="457200" algn="l">
              <a:lnSpc>
                <a:spcPct val="90000"/>
              </a:lnSpc>
              <a:spcBef>
                <a:spcPts val="800"/>
              </a:spcBef>
              <a:spcAft>
                <a:spcPts val="0"/>
              </a:spcAft>
              <a:buClr>
                <a:srgbClr val="888888"/>
              </a:buClr>
              <a:buSzPts val="1800"/>
              <a:buNone/>
              <a:defRPr sz="1800">
                <a:solidFill>
                  <a:srgbClr val="888888"/>
                </a:solidFill>
              </a:defRPr>
            </a:lvl1pPr>
            <a:lvl2pPr indent="-228600" lvl="1" marL="914400" algn="l">
              <a:lnSpc>
                <a:spcPct val="90000"/>
              </a:lnSpc>
              <a:spcBef>
                <a:spcPts val="400"/>
              </a:spcBef>
              <a:spcAft>
                <a:spcPts val="0"/>
              </a:spcAft>
              <a:buClr>
                <a:srgbClr val="888888"/>
              </a:buClr>
              <a:buSzPts val="1500"/>
              <a:buNone/>
              <a:defRPr sz="1500">
                <a:solidFill>
                  <a:srgbClr val="888888"/>
                </a:solidFill>
              </a:defRPr>
            </a:lvl2pPr>
            <a:lvl3pPr indent="-228600" lvl="2" marL="1371600" algn="l">
              <a:lnSpc>
                <a:spcPct val="90000"/>
              </a:lnSpc>
              <a:spcBef>
                <a:spcPts val="400"/>
              </a:spcBef>
              <a:spcAft>
                <a:spcPts val="0"/>
              </a:spcAft>
              <a:buClr>
                <a:srgbClr val="888888"/>
              </a:buClr>
              <a:buSzPts val="1400"/>
              <a:buNone/>
              <a:defRPr sz="1400">
                <a:solidFill>
                  <a:srgbClr val="888888"/>
                </a:solidFill>
              </a:defRPr>
            </a:lvl3pPr>
            <a:lvl4pPr indent="-228600" lvl="3" marL="1828800" algn="l">
              <a:lnSpc>
                <a:spcPct val="90000"/>
              </a:lnSpc>
              <a:spcBef>
                <a:spcPts val="400"/>
              </a:spcBef>
              <a:spcAft>
                <a:spcPts val="0"/>
              </a:spcAft>
              <a:buClr>
                <a:srgbClr val="888888"/>
              </a:buClr>
              <a:buSzPts val="1200"/>
              <a:buNone/>
              <a:defRPr sz="1200">
                <a:solidFill>
                  <a:srgbClr val="888888"/>
                </a:solidFill>
              </a:defRPr>
            </a:lvl4pPr>
            <a:lvl5pPr indent="-228600" lvl="4" marL="2286000" algn="l">
              <a:lnSpc>
                <a:spcPct val="90000"/>
              </a:lnSpc>
              <a:spcBef>
                <a:spcPts val="400"/>
              </a:spcBef>
              <a:spcAft>
                <a:spcPts val="0"/>
              </a:spcAft>
              <a:buClr>
                <a:srgbClr val="888888"/>
              </a:buClr>
              <a:buSzPts val="1200"/>
              <a:buNone/>
              <a:defRPr sz="1200">
                <a:solidFill>
                  <a:srgbClr val="888888"/>
                </a:solidFill>
              </a:defRPr>
            </a:lvl5pPr>
            <a:lvl6pPr indent="-228600" lvl="5" marL="2743200" algn="l">
              <a:lnSpc>
                <a:spcPct val="90000"/>
              </a:lnSpc>
              <a:spcBef>
                <a:spcPts val="400"/>
              </a:spcBef>
              <a:spcAft>
                <a:spcPts val="0"/>
              </a:spcAft>
              <a:buClr>
                <a:srgbClr val="888888"/>
              </a:buClr>
              <a:buSzPts val="1200"/>
              <a:buNone/>
              <a:defRPr sz="1200">
                <a:solidFill>
                  <a:srgbClr val="888888"/>
                </a:solidFill>
              </a:defRPr>
            </a:lvl6pPr>
            <a:lvl7pPr indent="-228600" lvl="6" marL="3200400" algn="l">
              <a:lnSpc>
                <a:spcPct val="90000"/>
              </a:lnSpc>
              <a:spcBef>
                <a:spcPts val="400"/>
              </a:spcBef>
              <a:spcAft>
                <a:spcPts val="0"/>
              </a:spcAft>
              <a:buClr>
                <a:srgbClr val="888888"/>
              </a:buClr>
              <a:buSzPts val="1200"/>
              <a:buNone/>
              <a:defRPr sz="1200">
                <a:solidFill>
                  <a:srgbClr val="888888"/>
                </a:solidFill>
              </a:defRPr>
            </a:lvl7pPr>
            <a:lvl8pPr indent="-228600" lvl="7" marL="3657600" algn="l">
              <a:lnSpc>
                <a:spcPct val="90000"/>
              </a:lnSpc>
              <a:spcBef>
                <a:spcPts val="400"/>
              </a:spcBef>
              <a:spcAft>
                <a:spcPts val="0"/>
              </a:spcAft>
              <a:buClr>
                <a:srgbClr val="888888"/>
              </a:buClr>
              <a:buSzPts val="1200"/>
              <a:buNone/>
              <a:defRPr sz="1200">
                <a:solidFill>
                  <a:srgbClr val="888888"/>
                </a:solidFill>
              </a:defRPr>
            </a:lvl8pPr>
            <a:lvl9pPr indent="-228600" lvl="8" marL="4114800" algn="l">
              <a:lnSpc>
                <a:spcPct val="90000"/>
              </a:lnSpc>
              <a:spcBef>
                <a:spcPts val="400"/>
              </a:spcBef>
              <a:spcAft>
                <a:spcPts val="0"/>
              </a:spcAft>
              <a:buClr>
                <a:srgbClr val="888888"/>
              </a:buClr>
              <a:buSzPts val="1200"/>
              <a:buNone/>
              <a:defRPr sz="1200">
                <a:solidFill>
                  <a:srgbClr val="888888"/>
                </a:solidFill>
              </a:defRPr>
            </a:lvl9pPr>
          </a:lstStyle>
          <a:p/>
        </p:txBody>
      </p:sp>
      <p:sp>
        <p:nvSpPr>
          <p:cNvPr id="35" name="Google Shape;35;p31"/>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36" name="Google Shape;36;p31"/>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37" name="Google Shape;37;p31"/>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8" name="Shape 38"/>
        <p:cNvGrpSpPr/>
        <p:nvPr/>
      </p:nvGrpSpPr>
      <p:grpSpPr>
        <a:xfrm>
          <a:off x="0" y="0"/>
          <a:ext cx="0" cy="0"/>
          <a:chOff x="0" y="0"/>
          <a:chExt cx="0" cy="0"/>
        </a:xfrm>
      </p:grpSpPr>
      <p:sp>
        <p:nvSpPr>
          <p:cNvPr id="39" name="Google Shape;39;p32"/>
          <p:cNvSpPr txBox="1"/>
          <p:nvPr>
            <p:ph type="title"/>
          </p:nvPr>
        </p:nvSpPr>
        <p:spPr>
          <a:xfrm>
            <a:off x="628650" y="273844"/>
            <a:ext cx="7886700" cy="994200"/>
          </a:xfrm>
          <a:prstGeom prst="rect">
            <a:avLst/>
          </a:prstGeom>
          <a:noFill/>
          <a:ln>
            <a:noFill/>
          </a:ln>
        </p:spPr>
        <p:txBody>
          <a:bodyPr anchorCtr="0" anchor="ctr" bIns="34275" lIns="68575" spcFirstLastPara="1" rIns="68575" wrap="square" tIns="34275">
            <a:noAutofit/>
          </a:bodyPr>
          <a:lstStyle>
            <a:lvl1pPr lvl="0" algn="l">
              <a:lnSpc>
                <a:spcPct val="90000"/>
              </a:lnSpc>
              <a:spcBef>
                <a:spcPts val="0"/>
              </a:spcBef>
              <a:spcAft>
                <a:spcPts val="0"/>
              </a:spcAft>
              <a:buClr>
                <a:schemeClr val="dk1"/>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40" name="Google Shape;40;p32"/>
          <p:cNvSpPr txBox="1"/>
          <p:nvPr>
            <p:ph idx="1" type="body"/>
          </p:nvPr>
        </p:nvSpPr>
        <p:spPr>
          <a:xfrm>
            <a:off x="628650" y="1369219"/>
            <a:ext cx="3886200" cy="3263400"/>
          </a:xfrm>
          <a:prstGeom prst="rect">
            <a:avLst/>
          </a:prstGeom>
          <a:noFill/>
          <a:ln>
            <a:noFill/>
          </a:ln>
        </p:spPr>
        <p:txBody>
          <a:bodyPr anchorCtr="0" anchor="t" bIns="34275" lIns="68575" spcFirstLastPara="1" rIns="68575" wrap="square" tIns="34275">
            <a:no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41" name="Google Shape;41;p32"/>
          <p:cNvSpPr txBox="1"/>
          <p:nvPr>
            <p:ph idx="2" type="body"/>
          </p:nvPr>
        </p:nvSpPr>
        <p:spPr>
          <a:xfrm>
            <a:off x="4629150" y="1369219"/>
            <a:ext cx="3886200" cy="3263400"/>
          </a:xfrm>
          <a:prstGeom prst="rect">
            <a:avLst/>
          </a:prstGeom>
          <a:noFill/>
          <a:ln>
            <a:noFill/>
          </a:ln>
        </p:spPr>
        <p:txBody>
          <a:bodyPr anchorCtr="0" anchor="t" bIns="34275" lIns="68575" spcFirstLastPara="1" rIns="68575" wrap="square" tIns="34275">
            <a:no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42" name="Google Shape;42;p32"/>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43" name="Google Shape;43;p32"/>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44" name="Google Shape;44;p32"/>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5" name="Shape 45"/>
        <p:cNvGrpSpPr/>
        <p:nvPr/>
      </p:nvGrpSpPr>
      <p:grpSpPr>
        <a:xfrm>
          <a:off x="0" y="0"/>
          <a:ext cx="0" cy="0"/>
          <a:chOff x="0" y="0"/>
          <a:chExt cx="0" cy="0"/>
        </a:xfrm>
      </p:grpSpPr>
      <p:sp>
        <p:nvSpPr>
          <p:cNvPr id="46" name="Google Shape;46;p33"/>
          <p:cNvSpPr txBox="1"/>
          <p:nvPr>
            <p:ph type="title"/>
          </p:nvPr>
        </p:nvSpPr>
        <p:spPr>
          <a:xfrm>
            <a:off x="629841" y="273844"/>
            <a:ext cx="7886700" cy="994200"/>
          </a:xfrm>
          <a:prstGeom prst="rect">
            <a:avLst/>
          </a:prstGeom>
          <a:noFill/>
          <a:ln>
            <a:noFill/>
          </a:ln>
        </p:spPr>
        <p:txBody>
          <a:bodyPr anchorCtr="0" anchor="ctr" bIns="34275" lIns="68575" spcFirstLastPara="1" rIns="68575" wrap="square" tIns="34275">
            <a:noAutofit/>
          </a:bodyPr>
          <a:lstStyle>
            <a:lvl1pPr lvl="0" algn="l">
              <a:lnSpc>
                <a:spcPct val="90000"/>
              </a:lnSpc>
              <a:spcBef>
                <a:spcPts val="0"/>
              </a:spcBef>
              <a:spcAft>
                <a:spcPts val="0"/>
              </a:spcAft>
              <a:buClr>
                <a:schemeClr val="dk1"/>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47" name="Google Shape;47;p33"/>
          <p:cNvSpPr txBox="1"/>
          <p:nvPr>
            <p:ph idx="1" type="body"/>
          </p:nvPr>
        </p:nvSpPr>
        <p:spPr>
          <a:xfrm>
            <a:off x="629841" y="1260872"/>
            <a:ext cx="3868200" cy="618000"/>
          </a:xfrm>
          <a:prstGeom prst="rect">
            <a:avLst/>
          </a:prstGeom>
          <a:noFill/>
          <a:ln>
            <a:noFill/>
          </a:ln>
        </p:spPr>
        <p:txBody>
          <a:bodyPr anchorCtr="0" anchor="b" bIns="34275" lIns="68575" spcFirstLastPara="1" rIns="68575" wrap="square" tIns="34275">
            <a:noAutofit/>
          </a:bodyPr>
          <a:lstStyle>
            <a:lvl1pPr indent="-228600" lvl="0" marL="457200" algn="l">
              <a:lnSpc>
                <a:spcPct val="90000"/>
              </a:lnSpc>
              <a:spcBef>
                <a:spcPts val="800"/>
              </a:spcBef>
              <a:spcAft>
                <a:spcPts val="0"/>
              </a:spcAft>
              <a:buClr>
                <a:schemeClr val="dk1"/>
              </a:buClr>
              <a:buSzPts val="1800"/>
              <a:buNone/>
              <a:defRPr b="1" sz="1800"/>
            </a:lvl1pPr>
            <a:lvl2pPr indent="-228600" lvl="1" marL="914400" algn="l">
              <a:lnSpc>
                <a:spcPct val="90000"/>
              </a:lnSpc>
              <a:spcBef>
                <a:spcPts val="400"/>
              </a:spcBef>
              <a:spcAft>
                <a:spcPts val="0"/>
              </a:spcAft>
              <a:buClr>
                <a:schemeClr val="dk1"/>
              </a:buClr>
              <a:buSzPts val="1500"/>
              <a:buNone/>
              <a:defRPr b="1" sz="1500"/>
            </a:lvl2pPr>
            <a:lvl3pPr indent="-228600" lvl="2" marL="1371600" algn="l">
              <a:lnSpc>
                <a:spcPct val="90000"/>
              </a:lnSpc>
              <a:spcBef>
                <a:spcPts val="400"/>
              </a:spcBef>
              <a:spcAft>
                <a:spcPts val="0"/>
              </a:spcAft>
              <a:buClr>
                <a:schemeClr val="dk1"/>
              </a:buClr>
              <a:buSzPts val="1400"/>
              <a:buNone/>
              <a:defRPr b="1" sz="1400"/>
            </a:lvl3pPr>
            <a:lvl4pPr indent="-228600" lvl="3" marL="1828800" algn="l">
              <a:lnSpc>
                <a:spcPct val="90000"/>
              </a:lnSpc>
              <a:spcBef>
                <a:spcPts val="400"/>
              </a:spcBef>
              <a:spcAft>
                <a:spcPts val="0"/>
              </a:spcAft>
              <a:buClr>
                <a:schemeClr val="dk1"/>
              </a:buClr>
              <a:buSzPts val="1200"/>
              <a:buNone/>
              <a:defRPr b="1" sz="1200"/>
            </a:lvl4pPr>
            <a:lvl5pPr indent="-228600" lvl="4" marL="2286000" algn="l">
              <a:lnSpc>
                <a:spcPct val="90000"/>
              </a:lnSpc>
              <a:spcBef>
                <a:spcPts val="400"/>
              </a:spcBef>
              <a:spcAft>
                <a:spcPts val="0"/>
              </a:spcAft>
              <a:buClr>
                <a:schemeClr val="dk1"/>
              </a:buClr>
              <a:buSzPts val="1200"/>
              <a:buNone/>
              <a:defRPr b="1" sz="1200"/>
            </a:lvl5pPr>
            <a:lvl6pPr indent="-228600" lvl="5" marL="2743200" algn="l">
              <a:lnSpc>
                <a:spcPct val="90000"/>
              </a:lnSpc>
              <a:spcBef>
                <a:spcPts val="400"/>
              </a:spcBef>
              <a:spcAft>
                <a:spcPts val="0"/>
              </a:spcAft>
              <a:buClr>
                <a:schemeClr val="dk1"/>
              </a:buClr>
              <a:buSzPts val="1200"/>
              <a:buNone/>
              <a:defRPr b="1" sz="1200"/>
            </a:lvl6pPr>
            <a:lvl7pPr indent="-228600" lvl="6" marL="3200400" algn="l">
              <a:lnSpc>
                <a:spcPct val="90000"/>
              </a:lnSpc>
              <a:spcBef>
                <a:spcPts val="400"/>
              </a:spcBef>
              <a:spcAft>
                <a:spcPts val="0"/>
              </a:spcAft>
              <a:buClr>
                <a:schemeClr val="dk1"/>
              </a:buClr>
              <a:buSzPts val="1200"/>
              <a:buNone/>
              <a:defRPr b="1" sz="1200"/>
            </a:lvl7pPr>
            <a:lvl8pPr indent="-228600" lvl="7" marL="3657600" algn="l">
              <a:lnSpc>
                <a:spcPct val="90000"/>
              </a:lnSpc>
              <a:spcBef>
                <a:spcPts val="400"/>
              </a:spcBef>
              <a:spcAft>
                <a:spcPts val="0"/>
              </a:spcAft>
              <a:buClr>
                <a:schemeClr val="dk1"/>
              </a:buClr>
              <a:buSzPts val="1200"/>
              <a:buNone/>
              <a:defRPr b="1" sz="1200"/>
            </a:lvl8pPr>
            <a:lvl9pPr indent="-228600" lvl="8" marL="4114800" algn="l">
              <a:lnSpc>
                <a:spcPct val="90000"/>
              </a:lnSpc>
              <a:spcBef>
                <a:spcPts val="400"/>
              </a:spcBef>
              <a:spcAft>
                <a:spcPts val="0"/>
              </a:spcAft>
              <a:buClr>
                <a:schemeClr val="dk1"/>
              </a:buClr>
              <a:buSzPts val="1200"/>
              <a:buNone/>
              <a:defRPr b="1" sz="1200"/>
            </a:lvl9pPr>
          </a:lstStyle>
          <a:p/>
        </p:txBody>
      </p:sp>
      <p:sp>
        <p:nvSpPr>
          <p:cNvPr id="48" name="Google Shape;48;p33"/>
          <p:cNvSpPr txBox="1"/>
          <p:nvPr>
            <p:ph idx="2" type="body"/>
          </p:nvPr>
        </p:nvSpPr>
        <p:spPr>
          <a:xfrm>
            <a:off x="629841" y="1878806"/>
            <a:ext cx="3868200" cy="2763300"/>
          </a:xfrm>
          <a:prstGeom prst="rect">
            <a:avLst/>
          </a:prstGeom>
          <a:noFill/>
          <a:ln>
            <a:noFill/>
          </a:ln>
        </p:spPr>
        <p:txBody>
          <a:bodyPr anchorCtr="0" anchor="t" bIns="34275" lIns="68575" spcFirstLastPara="1" rIns="68575" wrap="square" tIns="34275">
            <a:no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49" name="Google Shape;49;p33"/>
          <p:cNvSpPr txBox="1"/>
          <p:nvPr>
            <p:ph idx="3" type="body"/>
          </p:nvPr>
        </p:nvSpPr>
        <p:spPr>
          <a:xfrm>
            <a:off x="4629150" y="1260872"/>
            <a:ext cx="3887400" cy="618000"/>
          </a:xfrm>
          <a:prstGeom prst="rect">
            <a:avLst/>
          </a:prstGeom>
          <a:noFill/>
          <a:ln>
            <a:noFill/>
          </a:ln>
        </p:spPr>
        <p:txBody>
          <a:bodyPr anchorCtr="0" anchor="b" bIns="34275" lIns="68575" spcFirstLastPara="1" rIns="68575" wrap="square" tIns="34275">
            <a:noAutofit/>
          </a:bodyPr>
          <a:lstStyle>
            <a:lvl1pPr indent="-228600" lvl="0" marL="457200" algn="l">
              <a:lnSpc>
                <a:spcPct val="90000"/>
              </a:lnSpc>
              <a:spcBef>
                <a:spcPts val="800"/>
              </a:spcBef>
              <a:spcAft>
                <a:spcPts val="0"/>
              </a:spcAft>
              <a:buClr>
                <a:schemeClr val="dk1"/>
              </a:buClr>
              <a:buSzPts val="1800"/>
              <a:buNone/>
              <a:defRPr b="1" sz="1800"/>
            </a:lvl1pPr>
            <a:lvl2pPr indent="-228600" lvl="1" marL="914400" algn="l">
              <a:lnSpc>
                <a:spcPct val="90000"/>
              </a:lnSpc>
              <a:spcBef>
                <a:spcPts val="400"/>
              </a:spcBef>
              <a:spcAft>
                <a:spcPts val="0"/>
              </a:spcAft>
              <a:buClr>
                <a:schemeClr val="dk1"/>
              </a:buClr>
              <a:buSzPts val="1500"/>
              <a:buNone/>
              <a:defRPr b="1" sz="1500"/>
            </a:lvl2pPr>
            <a:lvl3pPr indent="-228600" lvl="2" marL="1371600" algn="l">
              <a:lnSpc>
                <a:spcPct val="90000"/>
              </a:lnSpc>
              <a:spcBef>
                <a:spcPts val="400"/>
              </a:spcBef>
              <a:spcAft>
                <a:spcPts val="0"/>
              </a:spcAft>
              <a:buClr>
                <a:schemeClr val="dk1"/>
              </a:buClr>
              <a:buSzPts val="1400"/>
              <a:buNone/>
              <a:defRPr b="1" sz="1400"/>
            </a:lvl3pPr>
            <a:lvl4pPr indent="-228600" lvl="3" marL="1828800" algn="l">
              <a:lnSpc>
                <a:spcPct val="90000"/>
              </a:lnSpc>
              <a:spcBef>
                <a:spcPts val="400"/>
              </a:spcBef>
              <a:spcAft>
                <a:spcPts val="0"/>
              </a:spcAft>
              <a:buClr>
                <a:schemeClr val="dk1"/>
              </a:buClr>
              <a:buSzPts val="1200"/>
              <a:buNone/>
              <a:defRPr b="1" sz="1200"/>
            </a:lvl4pPr>
            <a:lvl5pPr indent="-228600" lvl="4" marL="2286000" algn="l">
              <a:lnSpc>
                <a:spcPct val="90000"/>
              </a:lnSpc>
              <a:spcBef>
                <a:spcPts val="400"/>
              </a:spcBef>
              <a:spcAft>
                <a:spcPts val="0"/>
              </a:spcAft>
              <a:buClr>
                <a:schemeClr val="dk1"/>
              </a:buClr>
              <a:buSzPts val="1200"/>
              <a:buNone/>
              <a:defRPr b="1" sz="1200"/>
            </a:lvl5pPr>
            <a:lvl6pPr indent="-228600" lvl="5" marL="2743200" algn="l">
              <a:lnSpc>
                <a:spcPct val="90000"/>
              </a:lnSpc>
              <a:spcBef>
                <a:spcPts val="400"/>
              </a:spcBef>
              <a:spcAft>
                <a:spcPts val="0"/>
              </a:spcAft>
              <a:buClr>
                <a:schemeClr val="dk1"/>
              </a:buClr>
              <a:buSzPts val="1200"/>
              <a:buNone/>
              <a:defRPr b="1" sz="1200"/>
            </a:lvl6pPr>
            <a:lvl7pPr indent="-228600" lvl="6" marL="3200400" algn="l">
              <a:lnSpc>
                <a:spcPct val="90000"/>
              </a:lnSpc>
              <a:spcBef>
                <a:spcPts val="400"/>
              </a:spcBef>
              <a:spcAft>
                <a:spcPts val="0"/>
              </a:spcAft>
              <a:buClr>
                <a:schemeClr val="dk1"/>
              </a:buClr>
              <a:buSzPts val="1200"/>
              <a:buNone/>
              <a:defRPr b="1" sz="1200"/>
            </a:lvl7pPr>
            <a:lvl8pPr indent="-228600" lvl="7" marL="3657600" algn="l">
              <a:lnSpc>
                <a:spcPct val="90000"/>
              </a:lnSpc>
              <a:spcBef>
                <a:spcPts val="400"/>
              </a:spcBef>
              <a:spcAft>
                <a:spcPts val="0"/>
              </a:spcAft>
              <a:buClr>
                <a:schemeClr val="dk1"/>
              </a:buClr>
              <a:buSzPts val="1200"/>
              <a:buNone/>
              <a:defRPr b="1" sz="1200"/>
            </a:lvl8pPr>
            <a:lvl9pPr indent="-228600" lvl="8" marL="4114800" algn="l">
              <a:lnSpc>
                <a:spcPct val="90000"/>
              </a:lnSpc>
              <a:spcBef>
                <a:spcPts val="400"/>
              </a:spcBef>
              <a:spcAft>
                <a:spcPts val="0"/>
              </a:spcAft>
              <a:buClr>
                <a:schemeClr val="dk1"/>
              </a:buClr>
              <a:buSzPts val="1200"/>
              <a:buNone/>
              <a:defRPr b="1" sz="1200"/>
            </a:lvl9pPr>
          </a:lstStyle>
          <a:p/>
        </p:txBody>
      </p:sp>
      <p:sp>
        <p:nvSpPr>
          <p:cNvPr id="50" name="Google Shape;50;p33"/>
          <p:cNvSpPr txBox="1"/>
          <p:nvPr>
            <p:ph idx="4" type="body"/>
          </p:nvPr>
        </p:nvSpPr>
        <p:spPr>
          <a:xfrm>
            <a:off x="4629150" y="1878806"/>
            <a:ext cx="3887400" cy="2763300"/>
          </a:xfrm>
          <a:prstGeom prst="rect">
            <a:avLst/>
          </a:prstGeom>
          <a:noFill/>
          <a:ln>
            <a:noFill/>
          </a:ln>
        </p:spPr>
        <p:txBody>
          <a:bodyPr anchorCtr="0" anchor="t" bIns="34275" lIns="68575" spcFirstLastPara="1" rIns="68575" wrap="square" tIns="34275">
            <a:no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51" name="Google Shape;51;p33"/>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52" name="Google Shape;52;p33"/>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53" name="Google Shape;53;p33"/>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4" name="Shape 54"/>
        <p:cNvGrpSpPr/>
        <p:nvPr/>
      </p:nvGrpSpPr>
      <p:grpSpPr>
        <a:xfrm>
          <a:off x="0" y="0"/>
          <a:ext cx="0" cy="0"/>
          <a:chOff x="0" y="0"/>
          <a:chExt cx="0" cy="0"/>
        </a:xfrm>
      </p:grpSpPr>
      <p:sp>
        <p:nvSpPr>
          <p:cNvPr id="55" name="Google Shape;55;p34"/>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56" name="Google Shape;56;p34"/>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57" name="Google Shape;57;p34"/>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8" name="Shape 58"/>
        <p:cNvGrpSpPr/>
        <p:nvPr/>
      </p:nvGrpSpPr>
      <p:grpSpPr>
        <a:xfrm>
          <a:off x="0" y="0"/>
          <a:ext cx="0" cy="0"/>
          <a:chOff x="0" y="0"/>
          <a:chExt cx="0" cy="0"/>
        </a:xfrm>
      </p:grpSpPr>
      <p:sp>
        <p:nvSpPr>
          <p:cNvPr id="59" name="Google Shape;59;p35"/>
          <p:cNvSpPr txBox="1"/>
          <p:nvPr>
            <p:ph type="title"/>
          </p:nvPr>
        </p:nvSpPr>
        <p:spPr>
          <a:xfrm>
            <a:off x="629841" y="342900"/>
            <a:ext cx="2949300" cy="1200000"/>
          </a:xfrm>
          <a:prstGeom prst="rect">
            <a:avLst/>
          </a:prstGeom>
          <a:noFill/>
          <a:ln>
            <a:noFill/>
          </a:ln>
        </p:spPr>
        <p:txBody>
          <a:bodyPr anchorCtr="0" anchor="b" bIns="34275" lIns="68575" spcFirstLastPara="1" rIns="68575" wrap="square" tIns="34275">
            <a:noAutofit/>
          </a:bodyPr>
          <a:lstStyle>
            <a:lvl1pPr lvl="0" algn="l">
              <a:lnSpc>
                <a:spcPct val="90000"/>
              </a:lnSpc>
              <a:spcBef>
                <a:spcPts val="0"/>
              </a:spcBef>
              <a:spcAft>
                <a:spcPts val="0"/>
              </a:spcAft>
              <a:buClr>
                <a:schemeClr val="dk1"/>
              </a:buClr>
              <a:buSzPts val="2400"/>
              <a:buFont typeface="Calibri"/>
              <a:buNone/>
              <a:defRPr sz="24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60" name="Google Shape;60;p35"/>
          <p:cNvSpPr txBox="1"/>
          <p:nvPr>
            <p:ph idx="1" type="body"/>
          </p:nvPr>
        </p:nvSpPr>
        <p:spPr>
          <a:xfrm>
            <a:off x="3887391" y="740569"/>
            <a:ext cx="4629000" cy="3655200"/>
          </a:xfrm>
          <a:prstGeom prst="rect">
            <a:avLst/>
          </a:prstGeom>
          <a:noFill/>
          <a:ln>
            <a:noFill/>
          </a:ln>
        </p:spPr>
        <p:txBody>
          <a:bodyPr anchorCtr="0" anchor="t" bIns="34275" lIns="68575" spcFirstLastPara="1" rIns="68575" wrap="square" tIns="34275">
            <a:noAutofit/>
          </a:bodyPr>
          <a:lstStyle>
            <a:lvl1pPr indent="-381000" lvl="0" marL="457200" algn="l">
              <a:lnSpc>
                <a:spcPct val="90000"/>
              </a:lnSpc>
              <a:spcBef>
                <a:spcPts val="800"/>
              </a:spcBef>
              <a:spcAft>
                <a:spcPts val="0"/>
              </a:spcAft>
              <a:buClr>
                <a:schemeClr val="dk1"/>
              </a:buClr>
              <a:buSzPts val="2400"/>
              <a:buChar char="•"/>
              <a:defRPr sz="2400"/>
            </a:lvl1pPr>
            <a:lvl2pPr indent="-361950" lvl="1" marL="914400" algn="l">
              <a:lnSpc>
                <a:spcPct val="90000"/>
              </a:lnSpc>
              <a:spcBef>
                <a:spcPts val="400"/>
              </a:spcBef>
              <a:spcAft>
                <a:spcPts val="0"/>
              </a:spcAft>
              <a:buClr>
                <a:schemeClr val="dk1"/>
              </a:buClr>
              <a:buSzPts val="2100"/>
              <a:buChar char="•"/>
              <a:defRPr sz="2100"/>
            </a:lvl2pPr>
            <a:lvl3pPr indent="-342900" lvl="2" marL="1371600" algn="l">
              <a:lnSpc>
                <a:spcPct val="90000"/>
              </a:lnSpc>
              <a:spcBef>
                <a:spcPts val="400"/>
              </a:spcBef>
              <a:spcAft>
                <a:spcPts val="0"/>
              </a:spcAft>
              <a:buClr>
                <a:schemeClr val="dk1"/>
              </a:buClr>
              <a:buSzPts val="1800"/>
              <a:buChar char="•"/>
              <a:defRPr sz="1800"/>
            </a:lvl3pPr>
            <a:lvl4pPr indent="-323850" lvl="3" marL="1828800" algn="l">
              <a:lnSpc>
                <a:spcPct val="90000"/>
              </a:lnSpc>
              <a:spcBef>
                <a:spcPts val="400"/>
              </a:spcBef>
              <a:spcAft>
                <a:spcPts val="0"/>
              </a:spcAft>
              <a:buClr>
                <a:schemeClr val="dk1"/>
              </a:buClr>
              <a:buSzPts val="1500"/>
              <a:buChar char="•"/>
              <a:defRPr sz="1500"/>
            </a:lvl4pPr>
            <a:lvl5pPr indent="-323850" lvl="4" marL="2286000" algn="l">
              <a:lnSpc>
                <a:spcPct val="90000"/>
              </a:lnSpc>
              <a:spcBef>
                <a:spcPts val="400"/>
              </a:spcBef>
              <a:spcAft>
                <a:spcPts val="0"/>
              </a:spcAft>
              <a:buClr>
                <a:schemeClr val="dk1"/>
              </a:buClr>
              <a:buSzPts val="1500"/>
              <a:buChar char="•"/>
              <a:defRPr sz="1500"/>
            </a:lvl5pPr>
            <a:lvl6pPr indent="-323850" lvl="5" marL="2743200" algn="l">
              <a:lnSpc>
                <a:spcPct val="90000"/>
              </a:lnSpc>
              <a:spcBef>
                <a:spcPts val="400"/>
              </a:spcBef>
              <a:spcAft>
                <a:spcPts val="0"/>
              </a:spcAft>
              <a:buClr>
                <a:schemeClr val="dk1"/>
              </a:buClr>
              <a:buSzPts val="1500"/>
              <a:buChar char="•"/>
              <a:defRPr sz="1500"/>
            </a:lvl6pPr>
            <a:lvl7pPr indent="-323850" lvl="6" marL="3200400" algn="l">
              <a:lnSpc>
                <a:spcPct val="90000"/>
              </a:lnSpc>
              <a:spcBef>
                <a:spcPts val="400"/>
              </a:spcBef>
              <a:spcAft>
                <a:spcPts val="0"/>
              </a:spcAft>
              <a:buClr>
                <a:schemeClr val="dk1"/>
              </a:buClr>
              <a:buSzPts val="1500"/>
              <a:buChar char="•"/>
              <a:defRPr sz="1500"/>
            </a:lvl7pPr>
            <a:lvl8pPr indent="-323850" lvl="7" marL="3657600" algn="l">
              <a:lnSpc>
                <a:spcPct val="90000"/>
              </a:lnSpc>
              <a:spcBef>
                <a:spcPts val="400"/>
              </a:spcBef>
              <a:spcAft>
                <a:spcPts val="0"/>
              </a:spcAft>
              <a:buClr>
                <a:schemeClr val="dk1"/>
              </a:buClr>
              <a:buSzPts val="1500"/>
              <a:buChar char="•"/>
              <a:defRPr sz="1500"/>
            </a:lvl8pPr>
            <a:lvl9pPr indent="-323850" lvl="8" marL="4114800" algn="l">
              <a:lnSpc>
                <a:spcPct val="90000"/>
              </a:lnSpc>
              <a:spcBef>
                <a:spcPts val="400"/>
              </a:spcBef>
              <a:spcAft>
                <a:spcPts val="0"/>
              </a:spcAft>
              <a:buClr>
                <a:schemeClr val="dk1"/>
              </a:buClr>
              <a:buSzPts val="1500"/>
              <a:buChar char="•"/>
              <a:defRPr sz="1500"/>
            </a:lvl9pPr>
          </a:lstStyle>
          <a:p/>
        </p:txBody>
      </p:sp>
      <p:sp>
        <p:nvSpPr>
          <p:cNvPr id="61" name="Google Shape;61;p35"/>
          <p:cNvSpPr txBox="1"/>
          <p:nvPr>
            <p:ph idx="2" type="body"/>
          </p:nvPr>
        </p:nvSpPr>
        <p:spPr>
          <a:xfrm>
            <a:off x="629841" y="1543050"/>
            <a:ext cx="2949300" cy="2858700"/>
          </a:xfrm>
          <a:prstGeom prst="rect">
            <a:avLst/>
          </a:prstGeom>
          <a:noFill/>
          <a:ln>
            <a:noFill/>
          </a:ln>
        </p:spPr>
        <p:txBody>
          <a:bodyPr anchorCtr="0" anchor="t" bIns="34275" lIns="68575" spcFirstLastPara="1" rIns="68575" wrap="square" tIns="34275">
            <a:noAutofit/>
          </a:bodyPr>
          <a:lstStyle>
            <a:lvl1pPr indent="-228600" lvl="0" marL="457200" algn="l">
              <a:lnSpc>
                <a:spcPct val="90000"/>
              </a:lnSpc>
              <a:spcBef>
                <a:spcPts val="800"/>
              </a:spcBef>
              <a:spcAft>
                <a:spcPts val="0"/>
              </a:spcAft>
              <a:buClr>
                <a:schemeClr val="dk1"/>
              </a:buClr>
              <a:buSzPts val="1200"/>
              <a:buNone/>
              <a:defRPr sz="1200"/>
            </a:lvl1pPr>
            <a:lvl2pPr indent="-228600" lvl="1" marL="914400" algn="l">
              <a:lnSpc>
                <a:spcPct val="90000"/>
              </a:lnSpc>
              <a:spcBef>
                <a:spcPts val="400"/>
              </a:spcBef>
              <a:spcAft>
                <a:spcPts val="0"/>
              </a:spcAft>
              <a:buClr>
                <a:schemeClr val="dk1"/>
              </a:buClr>
              <a:buSzPts val="1100"/>
              <a:buNone/>
              <a:defRPr sz="1100"/>
            </a:lvl2pPr>
            <a:lvl3pPr indent="-228600" lvl="2" marL="1371600" algn="l">
              <a:lnSpc>
                <a:spcPct val="90000"/>
              </a:lnSpc>
              <a:spcBef>
                <a:spcPts val="400"/>
              </a:spcBef>
              <a:spcAft>
                <a:spcPts val="0"/>
              </a:spcAft>
              <a:buClr>
                <a:schemeClr val="dk1"/>
              </a:buClr>
              <a:buSzPts val="900"/>
              <a:buNone/>
              <a:defRPr sz="900"/>
            </a:lvl3pPr>
            <a:lvl4pPr indent="-228600" lvl="3" marL="1828800" algn="l">
              <a:lnSpc>
                <a:spcPct val="90000"/>
              </a:lnSpc>
              <a:spcBef>
                <a:spcPts val="400"/>
              </a:spcBef>
              <a:spcAft>
                <a:spcPts val="0"/>
              </a:spcAft>
              <a:buClr>
                <a:schemeClr val="dk1"/>
              </a:buClr>
              <a:buSzPts val="800"/>
              <a:buNone/>
              <a:defRPr sz="800"/>
            </a:lvl4pPr>
            <a:lvl5pPr indent="-228600" lvl="4" marL="2286000" algn="l">
              <a:lnSpc>
                <a:spcPct val="90000"/>
              </a:lnSpc>
              <a:spcBef>
                <a:spcPts val="400"/>
              </a:spcBef>
              <a:spcAft>
                <a:spcPts val="0"/>
              </a:spcAft>
              <a:buClr>
                <a:schemeClr val="dk1"/>
              </a:buClr>
              <a:buSzPts val="800"/>
              <a:buNone/>
              <a:defRPr sz="800"/>
            </a:lvl5pPr>
            <a:lvl6pPr indent="-228600" lvl="5" marL="2743200" algn="l">
              <a:lnSpc>
                <a:spcPct val="90000"/>
              </a:lnSpc>
              <a:spcBef>
                <a:spcPts val="400"/>
              </a:spcBef>
              <a:spcAft>
                <a:spcPts val="0"/>
              </a:spcAft>
              <a:buClr>
                <a:schemeClr val="dk1"/>
              </a:buClr>
              <a:buSzPts val="800"/>
              <a:buNone/>
              <a:defRPr sz="800"/>
            </a:lvl6pPr>
            <a:lvl7pPr indent="-228600" lvl="6" marL="3200400" algn="l">
              <a:lnSpc>
                <a:spcPct val="90000"/>
              </a:lnSpc>
              <a:spcBef>
                <a:spcPts val="400"/>
              </a:spcBef>
              <a:spcAft>
                <a:spcPts val="0"/>
              </a:spcAft>
              <a:buClr>
                <a:schemeClr val="dk1"/>
              </a:buClr>
              <a:buSzPts val="800"/>
              <a:buNone/>
              <a:defRPr sz="800"/>
            </a:lvl7pPr>
            <a:lvl8pPr indent="-228600" lvl="7" marL="3657600" algn="l">
              <a:lnSpc>
                <a:spcPct val="90000"/>
              </a:lnSpc>
              <a:spcBef>
                <a:spcPts val="400"/>
              </a:spcBef>
              <a:spcAft>
                <a:spcPts val="0"/>
              </a:spcAft>
              <a:buClr>
                <a:schemeClr val="dk1"/>
              </a:buClr>
              <a:buSzPts val="800"/>
              <a:buNone/>
              <a:defRPr sz="800"/>
            </a:lvl8pPr>
            <a:lvl9pPr indent="-228600" lvl="8" marL="4114800" algn="l">
              <a:lnSpc>
                <a:spcPct val="90000"/>
              </a:lnSpc>
              <a:spcBef>
                <a:spcPts val="400"/>
              </a:spcBef>
              <a:spcAft>
                <a:spcPts val="0"/>
              </a:spcAft>
              <a:buClr>
                <a:schemeClr val="dk1"/>
              </a:buClr>
              <a:buSzPts val="800"/>
              <a:buNone/>
              <a:defRPr sz="800"/>
            </a:lvl9pPr>
          </a:lstStyle>
          <a:p/>
        </p:txBody>
      </p:sp>
      <p:sp>
        <p:nvSpPr>
          <p:cNvPr id="62" name="Google Shape;62;p35"/>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63" name="Google Shape;63;p35"/>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64" name="Google Shape;64;p35"/>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5" name="Shape 65"/>
        <p:cNvGrpSpPr/>
        <p:nvPr/>
      </p:nvGrpSpPr>
      <p:grpSpPr>
        <a:xfrm>
          <a:off x="0" y="0"/>
          <a:ext cx="0" cy="0"/>
          <a:chOff x="0" y="0"/>
          <a:chExt cx="0" cy="0"/>
        </a:xfrm>
      </p:grpSpPr>
      <p:sp>
        <p:nvSpPr>
          <p:cNvPr id="66" name="Google Shape;66;p36"/>
          <p:cNvSpPr txBox="1"/>
          <p:nvPr>
            <p:ph type="title"/>
          </p:nvPr>
        </p:nvSpPr>
        <p:spPr>
          <a:xfrm>
            <a:off x="629841" y="342900"/>
            <a:ext cx="2949300" cy="1200000"/>
          </a:xfrm>
          <a:prstGeom prst="rect">
            <a:avLst/>
          </a:prstGeom>
          <a:noFill/>
          <a:ln>
            <a:noFill/>
          </a:ln>
        </p:spPr>
        <p:txBody>
          <a:bodyPr anchorCtr="0" anchor="b" bIns="34275" lIns="68575" spcFirstLastPara="1" rIns="68575" wrap="square" tIns="34275">
            <a:noAutofit/>
          </a:bodyPr>
          <a:lstStyle>
            <a:lvl1pPr lvl="0" algn="l">
              <a:lnSpc>
                <a:spcPct val="90000"/>
              </a:lnSpc>
              <a:spcBef>
                <a:spcPts val="0"/>
              </a:spcBef>
              <a:spcAft>
                <a:spcPts val="0"/>
              </a:spcAft>
              <a:buClr>
                <a:schemeClr val="dk1"/>
              </a:buClr>
              <a:buSzPts val="2400"/>
              <a:buFont typeface="Calibri"/>
              <a:buNone/>
              <a:defRPr sz="24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67" name="Google Shape;67;p36"/>
          <p:cNvSpPr/>
          <p:nvPr>
            <p:ph idx="2" type="pic"/>
          </p:nvPr>
        </p:nvSpPr>
        <p:spPr>
          <a:xfrm>
            <a:off x="3887391" y="740569"/>
            <a:ext cx="4629000" cy="3655200"/>
          </a:xfrm>
          <a:prstGeom prst="rect">
            <a:avLst/>
          </a:prstGeom>
          <a:noFill/>
          <a:ln>
            <a:noFill/>
          </a:ln>
        </p:spPr>
      </p:sp>
      <p:sp>
        <p:nvSpPr>
          <p:cNvPr id="68" name="Google Shape;68;p36"/>
          <p:cNvSpPr txBox="1"/>
          <p:nvPr>
            <p:ph idx="1" type="body"/>
          </p:nvPr>
        </p:nvSpPr>
        <p:spPr>
          <a:xfrm>
            <a:off x="629841" y="1543050"/>
            <a:ext cx="2949300" cy="2858700"/>
          </a:xfrm>
          <a:prstGeom prst="rect">
            <a:avLst/>
          </a:prstGeom>
          <a:noFill/>
          <a:ln>
            <a:noFill/>
          </a:ln>
        </p:spPr>
        <p:txBody>
          <a:bodyPr anchorCtr="0" anchor="t" bIns="34275" lIns="68575" spcFirstLastPara="1" rIns="68575" wrap="square" tIns="34275">
            <a:noAutofit/>
          </a:bodyPr>
          <a:lstStyle>
            <a:lvl1pPr indent="-228600" lvl="0" marL="457200" algn="l">
              <a:lnSpc>
                <a:spcPct val="90000"/>
              </a:lnSpc>
              <a:spcBef>
                <a:spcPts val="800"/>
              </a:spcBef>
              <a:spcAft>
                <a:spcPts val="0"/>
              </a:spcAft>
              <a:buClr>
                <a:schemeClr val="dk1"/>
              </a:buClr>
              <a:buSzPts val="1200"/>
              <a:buNone/>
              <a:defRPr sz="1200"/>
            </a:lvl1pPr>
            <a:lvl2pPr indent="-228600" lvl="1" marL="914400" algn="l">
              <a:lnSpc>
                <a:spcPct val="90000"/>
              </a:lnSpc>
              <a:spcBef>
                <a:spcPts val="400"/>
              </a:spcBef>
              <a:spcAft>
                <a:spcPts val="0"/>
              </a:spcAft>
              <a:buClr>
                <a:schemeClr val="dk1"/>
              </a:buClr>
              <a:buSzPts val="1100"/>
              <a:buNone/>
              <a:defRPr sz="1100"/>
            </a:lvl2pPr>
            <a:lvl3pPr indent="-228600" lvl="2" marL="1371600" algn="l">
              <a:lnSpc>
                <a:spcPct val="90000"/>
              </a:lnSpc>
              <a:spcBef>
                <a:spcPts val="400"/>
              </a:spcBef>
              <a:spcAft>
                <a:spcPts val="0"/>
              </a:spcAft>
              <a:buClr>
                <a:schemeClr val="dk1"/>
              </a:buClr>
              <a:buSzPts val="900"/>
              <a:buNone/>
              <a:defRPr sz="900"/>
            </a:lvl3pPr>
            <a:lvl4pPr indent="-228600" lvl="3" marL="1828800" algn="l">
              <a:lnSpc>
                <a:spcPct val="90000"/>
              </a:lnSpc>
              <a:spcBef>
                <a:spcPts val="400"/>
              </a:spcBef>
              <a:spcAft>
                <a:spcPts val="0"/>
              </a:spcAft>
              <a:buClr>
                <a:schemeClr val="dk1"/>
              </a:buClr>
              <a:buSzPts val="800"/>
              <a:buNone/>
              <a:defRPr sz="800"/>
            </a:lvl4pPr>
            <a:lvl5pPr indent="-228600" lvl="4" marL="2286000" algn="l">
              <a:lnSpc>
                <a:spcPct val="90000"/>
              </a:lnSpc>
              <a:spcBef>
                <a:spcPts val="400"/>
              </a:spcBef>
              <a:spcAft>
                <a:spcPts val="0"/>
              </a:spcAft>
              <a:buClr>
                <a:schemeClr val="dk1"/>
              </a:buClr>
              <a:buSzPts val="800"/>
              <a:buNone/>
              <a:defRPr sz="800"/>
            </a:lvl5pPr>
            <a:lvl6pPr indent="-228600" lvl="5" marL="2743200" algn="l">
              <a:lnSpc>
                <a:spcPct val="90000"/>
              </a:lnSpc>
              <a:spcBef>
                <a:spcPts val="400"/>
              </a:spcBef>
              <a:spcAft>
                <a:spcPts val="0"/>
              </a:spcAft>
              <a:buClr>
                <a:schemeClr val="dk1"/>
              </a:buClr>
              <a:buSzPts val="800"/>
              <a:buNone/>
              <a:defRPr sz="800"/>
            </a:lvl6pPr>
            <a:lvl7pPr indent="-228600" lvl="6" marL="3200400" algn="l">
              <a:lnSpc>
                <a:spcPct val="90000"/>
              </a:lnSpc>
              <a:spcBef>
                <a:spcPts val="400"/>
              </a:spcBef>
              <a:spcAft>
                <a:spcPts val="0"/>
              </a:spcAft>
              <a:buClr>
                <a:schemeClr val="dk1"/>
              </a:buClr>
              <a:buSzPts val="800"/>
              <a:buNone/>
              <a:defRPr sz="800"/>
            </a:lvl7pPr>
            <a:lvl8pPr indent="-228600" lvl="7" marL="3657600" algn="l">
              <a:lnSpc>
                <a:spcPct val="90000"/>
              </a:lnSpc>
              <a:spcBef>
                <a:spcPts val="400"/>
              </a:spcBef>
              <a:spcAft>
                <a:spcPts val="0"/>
              </a:spcAft>
              <a:buClr>
                <a:schemeClr val="dk1"/>
              </a:buClr>
              <a:buSzPts val="800"/>
              <a:buNone/>
              <a:defRPr sz="800"/>
            </a:lvl8pPr>
            <a:lvl9pPr indent="-228600" lvl="8" marL="4114800" algn="l">
              <a:lnSpc>
                <a:spcPct val="90000"/>
              </a:lnSpc>
              <a:spcBef>
                <a:spcPts val="400"/>
              </a:spcBef>
              <a:spcAft>
                <a:spcPts val="0"/>
              </a:spcAft>
              <a:buClr>
                <a:schemeClr val="dk1"/>
              </a:buClr>
              <a:buSzPts val="800"/>
              <a:buNone/>
              <a:defRPr sz="800"/>
            </a:lvl9pPr>
          </a:lstStyle>
          <a:p/>
        </p:txBody>
      </p:sp>
      <p:sp>
        <p:nvSpPr>
          <p:cNvPr id="69" name="Google Shape;69;p36"/>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70" name="Google Shape;70;p36"/>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71" name="Google Shape;71;p36"/>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2" name="Shape 72"/>
        <p:cNvGrpSpPr/>
        <p:nvPr/>
      </p:nvGrpSpPr>
      <p:grpSpPr>
        <a:xfrm>
          <a:off x="0" y="0"/>
          <a:ext cx="0" cy="0"/>
          <a:chOff x="0" y="0"/>
          <a:chExt cx="0" cy="0"/>
        </a:xfrm>
      </p:grpSpPr>
      <p:sp>
        <p:nvSpPr>
          <p:cNvPr id="73" name="Google Shape;73;p37"/>
          <p:cNvSpPr txBox="1"/>
          <p:nvPr>
            <p:ph type="title"/>
          </p:nvPr>
        </p:nvSpPr>
        <p:spPr>
          <a:xfrm>
            <a:off x="628650" y="273844"/>
            <a:ext cx="7886700" cy="994200"/>
          </a:xfrm>
          <a:prstGeom prst="rect">
            <a:avLst/>
          </a:prstGeom>
          <a:noFill/>
          <a:ln>
            <a:noFill/>
          </a:ln>
        </p:spPr>
        <p:txBody>
          <a:bodyPr anchorCtr="0" anchor="ctr" bIns="34275" lIns="68575" spcFirstLastPara="1" rIns="68575" wrap="square" tIns="34275">
            <a:noAutofit/>
          </a:bodyPr>
          <a:lstStyle>
            <a:lvl1pPr lvl="0" algn="l">
              <a:lnSpc>
                <a:spcPct val="90000"/>
              </a:lnSpc>
              <a:spcBef>
                <a:spcPts val="0"/>
              </a:spcBef>
              <a:spcAft>
                <a:spcPts val="0"/>
              </a:spcAft>
              <a:buClr>
                <a:schemeClr val="dk1"/>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74" name="Google Shape;74;p37"/>
          <p:cNvSpPr txBox="1"/>
          <p:nvPr>
            <p:ph idx="1" type="body"/>
          </p:nvPr>
        </p:nvSpPr>
        <p:spPr>
          <a:xfrm rot="5400000">
            <a:off x="2940300" y="-942431"/>
            <a:ext cx="3263400" cy="7886700"/>
          </a:xfrm>
          <a:prstGeom prst="rect">
            <a:avLst/>
          </a:prstGeom>
          <a:noFill/>
          <a:ln>
            <a:noFill/>
          </a:ln>
        </p:spPr>
        <p:txBody>
          <a:bodyPr anchorCtr="0" anchor="t" bIns="34275" lIns="68575" spcFirstLastPara="1" rIns="68575" wrap="square" tIns="34275">
            <a:no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75" name="Google Shape;75;p37"/>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76" name="Google Shape;76;p37"/>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77" name="Google Shape;77;p37"/>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8" name="Shape 78"/>
        <p:cNvGrpSpPr/>
        <p:nvPr/>
      </p:nvGrpSpPr>
      <p:grpSpPr>
        <a:xfrm>
          <a:off x="0" y="0"/>
          <a:ext cx="0" cy="0"/>
          <a:chOff x="0" y="0"/>
          <a:chExt cx="0" cy="0"/>
        </a:xfrm>
      </p:grpSpPr>
      <p:sp>
        <p:nvSpPr>
          <p:cNvPr id="79" name="Google Shape;79;p38"/>
          <p:cNvSpPr txBox="1"/>
          <p:nvPr>
            <p:ph type="title"/>
          </p:nvPr>
        </p:nvSpPr>
        <p:spPr>
          <a:xfrm rot="5400000">
            <a:off x="5350050" y="1467544"/>
            <a:ext cx="4359000" cy="1971600"/>
          </a:xfrm>
          <a:prstGeom prst="rect">
            <a:avLst/>
          </a:prstGeom>
          <a:noFill/>
          <a:ln>
            <a:noFill/>
          </a:ln>
        </p:spPr>
        <p:txBody>
          <a:bodyPr anchorCtr="0" anchor="ctr" bIns="34275" lIns="68575" spcFirstLastPara="1" rIns="68575" wrap="square" tIns="34275">
            <a:noAutofit/>
          </a:bodyPr>
          <a:lstStyle>
            <a:lvl1pPr lvl="0" algn="l">
              <a:lnSpc>
                <a:spcPct val="90000"/>
              </a:lnSpc>
              <a:spcBef>
                <a:spcPts val="0"/>
              </a:spcBef>
              <a:spcAft>
                <a:spcPts val="0"/>
              </a:spcAft>
              <a:buClr>
                <a:schemeClr val="dk1"/>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80" name="Google Shape;80;p38"/>
          <p:cNvSpPr txBox="1"/>
          <p:nvPr>
            <p:ph idx="1" type="body"/>
          </p:nvPr>
        </p:nvSpPr>
        <p:spPr>
          <a:xfrm rot="5400000">
            <a:off x="1349475" y="-447056"/>
            <a:ext cx="4359000" cy="5800800"/>
          </a:xfrm>
          <a:prstGeom prst="rect">
            <a:avLst/>
          </a:prstGeom>
          <a:noFill/>
          <a:ln>
            <a:noFill/>
          </a:ln>
        </p:spPr>
        <p:txBody>
          <a:bodyPr anchorCtr="0" anchor="t" bIns="34275" lIns="68575" spcFirstLastPara="1" rIns="68575" wrap="square" tIns="34275">
            <a:no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81" name="Google Shape;81;p38"/>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82" name="Google Shape;82;p38"/>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83" name="Google Shape;83;p38"/>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slideLayout" Target="../slideLayouts/slideLayout12.xml"/><Relationship Id="rId12" Type="http://schemas.openxmlformats.org/officeDocument/2006/relationships/slideLayout" Target="../slideLayouts/slideLayout11.xml"/><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14" Type="http://schemas.openxmlformats.org/officeDocument/2006/relationships/theme" Target="../theme/theme1.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1">
            <a:alphaModFix amt="44000"/>
          </a:blip>
          <a:stretch>
            <a:fillRect/>
          </a:stretch>
        </a:blipFill>
      </p:bgPr>
    </p:bg>
    <p:spTree>
      <p:nvGrpSpPr>
        <p:cNvPr id="5" name="Shape 5"/>
        <p:cNvGrpSpPr/>
        <p:nvPr/>
      </p:nvGrpSpPr>
      <p:grpSpPr>
        <a:xfrm>
          <a:off x="0" y="0"/>
          <a:ext cx="0" cy="0"/>
          <a:chOff x="0" y="0"/>
          <a:chExt cx="0" cy="0"/>
        </a:xfrm>
      </p:grpSpPr>
      <p:sp>
        <p:nvSpPr>
          <p:cNvPr id="6" name="Google Shape;6;p26"/>
          <p:cNvSpPr txBox="1"/>
          <p:nvPr>
            <p:ph type="title"/>
          </p:nvPr>
        </p:nvSpPr>
        <p:spPr>
          <a:xfrm>
            <a:off x="628650" y="273844"/>
            <a:ext cx="7886700" cy="994200"/>
          </a:xfrm>
          <a:prstGeom prst="rect">
            <a:avLst/>
          </a:prstGeom>
          <a:noFill/>
          <a:ln>
            <a:noFill/>
          </a:ln>
        </p:spPr>
        <p:txBody>
          <a:bodyPr anchorCtr="0" anchor="ctr" bIns="34275" lIns="68575" spcFirstLastPara="1" rIns="68575" wrap="square" tIns="34275">
            <a:noAutofit/>
          </a:bodyPr>
          <a:lstStyle>
            <a:lvl1pPr lvl="0" marR="0" rtl="0" algn="l">
              <a:lnSpc>
                <a:spcPct val="90000"/>
              </a:lnSpc>
              <a:spcBef>
                <a:spcPts val="0"/>
              </a:spcBef>
              <a:spcAft>
                <a:spcPts val="0"/>
              </a:spcAft>
              <a:buClr>
                <a:schemeClr val="dk1"/>
              </a:buClr>
              <a:buSzPts val="3300"/>
              <a:buFont typeface="Calibri"/>
              <a:buNone/>
              <a:defRPr b="0" i="0" sz="33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9pPr>
          </a:lstStyle>
          <a:p/>
        </p:txBody>
      </p:sp>
      <p:sp>
        <p:nvSpPr>
          <p:cNvPr id="7" name="Google Shape;7;p26"/>
          <p:cNvSpPr txBox="1"/>
          <p:nvPr>
            <p:ph idx="1" type="body"/>
          </p:nvPr>
        </p:nvSpPr>
        <p:spPr>
          <a:xfrm>
            <a:off x="628650" y="1369219"/>
            <a:ext cx="7886700" cy="3263400"/>
          </a:xfrm>
          <a:prstGeom prst="rect">
            <a:avLst/>
          </a:prstGeom>
          <a:noFill/>
          <a:ln>
            <a:noFill/>
          </a:ln>
        </p:spPr>
        <p:txBody>
          <a:bodyPr anchorCtr="0" anchor="t" bIns="34275" lIns="68575" spcFirstLastPara="1" rIns="68575" wrap="square" tIns="34275">
            <a:noAutofit/>
          </a:bodyPr>
          <a:lstStyle>
            <a:lvl1pPr indent="-361950" lvl="0" marL="457200" marR="0" rtl="0" algn="l">
              <a:lnSpc>
                <a:spcPct val="90000"/>
              </a:lnSpc>
              <a:spcBef>
                <a:spcPts val="800"/>
              </a:spcBef>
              <a:spcAft>
                <a:spcPts val="0"/>
              </a:spcAft>
              <a:buClr>
                <a:schemeClr val="dk1"/>
              </a:buClr>
              <a:buSzPts val="2100"/>
              <a:buFont typeface="Arial"/>
              <a:buChar char="•"/>
              <a:defRPr b="0" i="0" sz="2100" u="none" cap="none" strike="noStrike">
                <a:solidFill>
                  <a:schemeClr val="dk1"/>
                </a:solidFill>
                <a:latin typeface="Calibri"/>
                <a:ea typeface="Calibri"/>
                <a:cs typeface="Calibri"/>
                <a:sym typeface="Calibri"/>
              </a:defRPr>
            </a:lvl1pPr>
            <a:lvl2pPr indent="-342900" lvl="1" marL="914400" marR="0" rtl="0" algn="l">
              <a:lnSpc>
                <a:spcPct val="90000"/>
              </a:lnSpc>
              <a:spcBef>
                <a:spcPts val="4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4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7500" lvl="3" marL="1828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4pPr>
            <a:lvl5pPr indent="-317500" lvl="4" marL="22860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5pPr>
            <a:lvl6pPr indent="-317500" lvl="5" marL="27432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6pPr>
            <a:lvl7pPr indent="-317500" lvl="6" marL="32004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7pPr>
            <a:lvl8pPr indent="-317500" lvl="7" marL="36576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8pPr>
            <a:lvl9pPr indent="-317500" lvl="8" marL="4114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9pPr>
          </a:lstStyle>
          <a:p/>
        </p:txBody>
      </p:sp>
      <p:sp>
        <p:nvSpPr>
          <p:cNvPr id="8" name="Google Shape;8;p26"/>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marR="0" rtl="0" algn="l">
              <a:lnSpc>
                <a:spcPct val="100000"/>
              </a:lnSpc>
              <a:spcBef>
                <a:spcPts val="0"/>
              </a:spcBef>
              <a:spcAft>
                <a:spcPts val="0"/>
              </a:spcAft>
              <a:buClr>
                <a:srgbClr val="000000"/>
              </a:buClr>
              <a:buSzPts val="1100"/>
              <a:buFont typeface="Arial"/>
              <a:buNone/>
              <a:defRPr b="0" i="0" sz="9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9pPr>
          </a:lstStyle>
          <a:p/>
        </p:txBody>
      </p:sp>
      <p:sp>
        <p:nvSpPr>
          <p:cNvPr id="9" name="Google Shape;9;p26"/>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marR="0" rtl="0" algn="ctr">
              <a:lnSpc>
                <a:spcPct val="100000"/>
              </a:lnSpc>
              <a:spcBef>
                <a:spcPts val="0"/>
              </a:spcBef>
              <a:spcAft>
                <a:spcPts val="0"/>
              </a:spcAft>
              <a:buClr>
                <a:srgbClr val="000000"/>
              </a:buClr>
              <a:buSzPts val="1100"/>
              <a:buFont typeface="Arial"/>
              <a:buNone/>
              <a:defRPr b="0" i="0" sz="9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9pPr>
          </a:lstStyle>
          <a:p/>
        </p:txBody>
      </p:sp>
      <p:sp>
        <p:nvSpPr>
          <p:cNvPr id="10" name="Google Shape;10;p26"/>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hyperlink" Target="https://bit.ly/ipw-aug26-github"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hyperlink" Target="https://git-scm.com/downloads" TargetMode="Externa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12.png"/></Relationships>
</file>

<file path=ppt/slides/_rels/slide6.xml.rels><?xml version="1.0" encoding="UTF-8" standalone="yes"?><Relationships xmlns="http://schemas.openxmlformats.org/package/2006/relationships"><Relationship Id="rId11" Type="http://schemas.openxmlformats.org/officeDocument/2006/relationships/image" Target="../media/image13.png"/><Relationship Id="rId10" Type="http://schemas.openxmlformats.org/officeDocument/2006/relationships/image" Target="../media/image21.png"/><Relationship Id="rId12" Type="http://schemas.openxmlformats.org/officeDocument/2006/relationships/image" Target="../media/image14.png"/><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6.png"/><Relationship Id="rId4" Type="http://schemas.openxmlformats.org/officeDocument/2006/relationships/image" Target="../media/image5.png"/><Relationship Id="rId9" Type="http://schemas.openxmlformats.org/officeDocument/2006/relationships/image" Target="../media/image11.png"/><Relationship Id="rId5" Type="http://schemas.openxmlformats.org/officeDocument/2006/relationships/image" Target="../media/image9.png"/><Relationship Id="rId6" Type="http://schemas.openxmlformats.org/officeDocument/2006/relationships/image" Target="../media/image7.png"/><Relationship Id="rId7" Type="http://schemas.openxmlformats.org/officeDocument/2006/relationships/image" Target="../media/image8.png"/><Relationship Id="rId8" Type="http://schemas.openxmlformats.org/officeDocument/2006/relationships/image" Target="../media/image10.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hyperlink" Target="http://github.com" TargetMode="External"/><Relationship Id="rId4" Type="http://schemas.openxmlformats.org/officeDocument/2006/relationships/hyperlink" Target="http://github.austin.utexas.edu/" TargetMode="External"/><Relationship Id="rId5" Type="http://schemas.openxmlformats.org/officeDocument/2006/relationships/image" Target="../media/image15.png"/><Relationship Id="rId6" Type="http://schemas.openxmlformats.org/officeDocument/2006/relationships/image" Target="../media/image1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17.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18.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20.png"/><Relationship Id="rId4" Type="http://schemas.openxmlformats.org/officeDocument/2006/relationships/image" Target="../media/image19.png"/><Relationship Id="rId5" Type="http://schemas.openxmlformats.org/officeDocument/2006/relationships/image" Target="../media/image2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20.png"/><Relationship Id="rId4" Type="http://schemas.openxmlformats.org/officeDocument/2006/relationships/image" Target="../media/image19.png"/><Relationship Id="rId5" Type="http://schemas.openxmlformats.org/officeDocument/2006/relationships/image" Target="../media/image2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hyperlink" Target="https://github.com/features/copilot" TargetMode="External"/><Relationship Id="rId4" Type="http://schemas.openxmlformats.org/officeDocument/2006/relationships/hyperlink" Target="https://github.com/features/copilot/plans" TargetMode="External"/><Relationship Id="rId5" Type="http://schemas.openxmlformats.org/officeDocument/2006/relationships/hyperlink" Target="https://github.com/education/students" TargetMode="External"/><Relationship Id="rId6" Type="http://schemas.openxmlformats.org/officeDocument/2006/relationships/hyperlink" Target="https://docs.github.com/en/copilot/managing-copilot/managing-copilot-as-an-individual-subscriber/managing-your-copilot-subscription/getting-free-access-to-copilot-as-a-student-teacher-or-maintainer" TargetMode="External"/><Relationship Id="rId7" Type="http://schemas.openxmlformats.org/officeDocument/2006/relationships/image" Target="../media/image30.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hyperlink" Target="https://choosealicense.com/licenses/" TargetMode="External"/><Relationship Id="rId4" Type="http://schemas.openxmlformats.org/officeDocument/2006/relationships/hyperlink" Target="https://opensource.utexas.edu/best-practices#open-source-software-licenses-pdf" TargetMode="External"/><Relationship Id="rId5" Type="http://schemas.openxmlformats.org/officeDocument/2006/relationships/image" Target="../media/image23.png"/><Relationship Id="rId6" Type="http://schemas.openxmlformats.org/officeDocument/2006/relationships/image" Target="../media/image24.png"/><Relationship Id="rId7" Type="http://schemas.openxmlformats.org/officeDocument/2006/relationships/image" Target="../media/image25.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hyperlink" Target="mailto:ospo@utlists.utexas.edu" TargetMode="External"/><Relationship Id="rId4" Type="http://schemas.openxmlformats.org/officeDocument/2006/relationships/hyperlink" Target="http://www.opensource.utexas.edu/" TargetMode="External"/><Relationship Id="rId5" Type="http://schemas.openxmlformats.org/officeDocument/2006/relationships/hyperlink" Target="https://utlists.utexas.edu/sympa/subscribe/ospo.announce" TargetMode="External"/><Relationship Id="rId6" Type="http://schemas.openxmlformats.org/officeDocument/2006/relationships/image" Target="../media/image27.png"/><Relationship Id="rId7" Type="http://schemas.openxmlformats.org/officeDocument/2006/relationships/image" Target="../media/image3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28.png"/><Relationship Id="rId4" Type="http://schemas.openxmlformats.org/officeDocument/2006/relationships/image" Target="../media/image26.jp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hyperlink" Target="https://security.utexas.edu/iso-policies/cloud-services/decision-matrix#cloud-services" TargetMode="External"/><Relationship Id="rId4" Type="http://schemas.openxmlformats.org/officeDocument/2006/relationships/hyperlink" Target="https://compliance.utexas.edu/prohibited-technology-and-covered-applications" TargetMode="Externa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hyperlink" Target="https://taylorandfrancis.com/our-policies/ai-policy/" TargetMode="External"/><Relationship Id="rId4" Type="http://schemas.openxmlformats.org/officeDocument/2006/relationships/image" Target="../media/image29.jpg"/><Relationship Id="rId5" Type="http://schemas.openxmlformats.org/officeDocument/2006/relationships/hyperlink" Target="https://journals.plos.org/plosone/s/ethical-publishing-practice#loc-artificial-intelligence-tools-and-technologies" TargetMode="External"/><Relationship Id="rId6" Type="http://schemas.openxmlformats.org/officeDocument/2006/relationships/image" Target="../media/image32.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33.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34.png"/><Relationship Id="rId4" Type="http://schemas.openxmlformats.org/officeDocument/2006/relationships/hyperlink" Target="https://doi.org/10.48550/arXiv.2406.10279" TargetMode="Externa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34.png"/><Relationship Id="rId4" Type="http://schemas.openxmlformats.org/officeDocument/2006/relationships/hyperlink" Target="https://doi.org/10.48550/arXiv.2605.17062" TargetMode="External"/><Relationship Id="rId5" Type="http://schemas.openxmlformats.org/officeDocument/2006/relationships/image" Target="../media/image36.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hyperlink" Target="https://www.theregister.com/2025/04/12/ai_code_suggestions_sabotage_supply_chain/" TargetMode="Externa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35.png"/><Relationship Id="rId4" Type="http://schemas.openxmlformats.org/officeDocument/2006/relationships/image" Target="../media/image37.png"/><Relationship Id="rId5" Type="http://schemas.openxmlformats.org/officeDocument/2006/relationships/image" Target="../media/image38.png"/><Relationship Id="rId6" Type="http://schemas.openxmlformats.org/officeDocument/2006/relationships/image" Target="../media/image39.png"/><Relationship Id="rId7" Type="http://schemas.openxmlformats.org/officeDocument/2006/relationships/image" Target="../media/image40.png"/><Relationship Id="rId8" Type="http://schemas.openxmlformats.org/officeDocument/2006/relationships/image" Target="../media/image41.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 Id="rId3" Type="http://schemas.openxmlformats.org/officeDocument/2006/relationships/hyperlink" Target="https://bit.ly/ipw-aug26-github" TargetMode="External"/><Relationship Id="rId4" Type="http://schemas.openxmlformats.org/officeDocument/2006/relationships/hyperlink" Target="https://bit.ly/ipw-aug26-day3-survey" TargetMode="External"/><Relationship Id="rId5" Type="http://schemas.openxmlformats.org/officeDocument/2006/relationships/image" Target="../media/image42.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sp>
        <p:nvSpPr>
          <p:cNvPr id="88" name="Google Shape;88;p1"/>
          <p:cNvSpPr txBox="1"/>
          <p:nvPr>
            <p:ph type="title"/>
          </p:nvPr>
        </p:nvSpPr>
        <p:spPr>
          <a:xfrm>
            <a:off x="-390906" y="1784603"/>
            <a:ext cx="9916800" cy="603600"/>
          </a:xfrm>
          <a:prstGeom prst="rect">
            <a:avLst/>
          </a:prstGeom>
          <a:solidFill>
            <a:srgbClr val="B45F06"/>
          </a:solidFill>
          <a:ln cap="flat" cmpd="sng" w="9525">
            <a:solidFill>
              <a:schemeClr val="lt1"/>
            </a:solidFill>
            <a:prstDash val="solid"/>
            <a:round/>
            <a:headEnd len="sm" w="sm" type="none"/>
            <a:tailEnd len="sm" w="sm" type="none"/>
          </a:ln>
          <a:effectLst>
            <a:outerShdw blurRad="57150" rotWithShape="0" algn="bl" dir="5400000" dist="19050">
              <a:srgbClr val="000000">
                <a:alpha val="50196"/>
              </a:srgbClr>
            </a:outerShdw>
          </a:effectLst>
        </p:spPr>
        <p:txBody>
          <a:bodyPr anchorCtr="0" anchor="ctr" bIns="34275" lIns="68575" spcFirstLastPara="1" rIns="68575" wrap="square" tIns="34275">
            <a:noAutofit/>
          </a:bodyPr>
          <a:lstStyle/>
          <a:p>
            <a:pPr indent="0" lvl="0" marL="685800" rtl="0" algn="l">
              <a:lnSpc>
                <a:spcPct val="90000"/>
              </a:lnSpc>
              <a:spcBef>
                <a:spcPts val="0"/>
              </a:spcBef>
              <a:spcAft>
                <a:spcPts val="0"/>
              </a:spcAft>
              <a:buClr>
                <a:schemeClr val="dk1"/>
              </a:buClr>
              <a:buSzPts val="3000"/>
              <a:buFont typeface="Rockwell"/>
              <a:buNone/>
            </a:pPr>
            <a:r>
              <a:rPr b="1" lang="en" sz="3000">
                <a:solidFill>
                  <a:schemeClr val="lt1"/>
                </a:solidFill>
                <a:latin typeface="Twentieth Century"/>
                <a:ea typeface="Twentieth Century"/>
                <a:cs typeface="Twentieth Century"/>
                <a:sym typeface="Twentieth Century"/>
              </a:rPr>
              <a:t>Immersive Python Workshop Day 3  </a:t>
            </a:r>
            <a:r>
              <a:rPr lang="en" sz="3000">
                <a:solidFill>
                  <a:schemeClr val="lt1"/>
                </a:solidFill>
                <a:latin typeface="Twentieth Century"/>
                <a:ea typeface="Twentieth Century"/>
                <a:cs typeface="Twentieth Century"/>
                <a:sym typeface="Twentieth Century"/>
              </a:rPr>
              <a:t>|  Git &amp; GitHub</a:t>
            </a:r>
            <a:endParaRPr sz="3000">
              <a:solidFill>
                <a:schemeClr val="lt1"/>
              </a:solidFill>
              <a:latin typeface="Twentieth Century"/>
              <a:ea typeface="Twentieth Century"/>
              <a:cs typeface="Twentieth Century"/>
              <a:sym typeface="Twentieth Century"/>
            </a:endParaRPr>
          </a:p>
        </p:txBody>
      </p:sp>
      <p:sp>
        <p:nvSpPr>
          <p:cNvPr id="89" name="Google Shape;89;p1"/>
          <p:cNvSpPr txBox="1"/>
          <p:nvPr/>
        </p:nvSpPr>
        <p:spPr>
          <a:xfrm>
            <a:off x="6421500" y="120950"/>
            <a:ext cx="2626800" cy="922200"/>
          </a:xfrm>
          <a:prstGeom prst="rect">
            <a:avLst/>
          </a:prstGeom>
          <a:solidFill>
            <a:srgbClr val="FFFFFF"/>
          </a:solidFill>
          <a:ln>
            <a:noFill/>
          </a:ln>
          <a:effectLst>
            <a:outerShdw blurRad="57150" rotWithShape="0" algn="bl" dir="5400000" dist="19050">
              <a:srgbClr val="000000">
                <a:alpha val="50200"/>
              </a:srgbClr>
            </a:outerShdw>
          </a:effectLst>
        </p:spPr>
        <p:txBody>
          <a:bodyPr anchorCtr="0" anchor="t" bIns="91425" lIns="91425" spcFirstLastPara="1" rIns="91425" wrap="square" tIns="182875">
            <a:noAutofit/>
          </a:bodyPr>
          <a:lstStyle/>
          <a:p>
            <a:pPr indent="0" lvl="0" marL="0" marR="0" rtl="0" algn="ctr">
              <a:lnSpc>
                <a:spcPct val="100000"/>
              </a:lnSpc>
              <a:spcBef>
                <a:spcPts val="0"/>
              </a:spcBef>
              <a:spcAft>
                <a:spcPts val="0"/>
              </a:spcAft>
              <a:buClr>
                <a:srgbClr val="000000"/>
              </a:buClr>
              <a:buSzPts val="2000"/>
              <a:buFont typeface="Arial"/>
              <a:buNone/>
            </a:pPr>
            <a:r>
              <a:rPr b="0" i="0" lang="en" sz="2000" u="none" cap="none" strike="noStrike">
                <a:solidFill>
                  <a:srgbClr val="595959"/>
                </a:solidFill>
                <a:latin typeface="Twentieth Century"/>
                <a:ea typeface="Twentieth Century"/>
                <a:cs typeface="Twentieth Century"/>
                <a:sym typeface="Twentieth Century"/>
              </a:rPr>
              <a:t>Access shared </a:t>
            </a:r>
            <a:r>
              <a:rPr lang="en" sz="2000">
                <a:solidFill>
                  <a:srgbClr val="595959"/>
                </a:solidFill>
                <a:latin typeface="Twentieth Century"/>
                <a:ea typeface="Twentieth Century"/>
                <a:cs typeface="Twentieth Century"/>
                <a:sym typeface="Twentieth Century"/>
              </a:rPr>
              <a:t>links</a:t>
            </a:r>
            <a:endParaRPr b="0" i="0" sz="2000" u="none" cap="none" strike="noStrike">
              <a:solidFill>
                <a:srgbClr val="595959"/>
              </a:solidFill>
              <a:latin typeface="Twentieth Century"/>
              <a:ea typeface="Twentieth Century"/>
              <a:cs typeface="Twentieth Century"/>
              <a:sym typeface="Twentieth Century"/>
            </a:endParaRPr>
          </a:p>
          <a:p>
            <a:pPr indent="0" lvl="0" marL="0" marR="0" rtl="0" algn="ctr">
              <a:lnSpc>
                <a:spcPct val="100000"/>
              </a:lnSpc>
              <a:spcBef>
                <a:spcPts val="0"/>
              </a:spcBef>
              <a:spcAft>
                <a:spcPts val="0"/>
              </a:spcAft>
              <a:buClr>
                <a:srgbClr val="000000"/>
              </a:buClr>
              <a:buSzPts val="1300"/>
              <a:buFont typeface="Arial"/>
              <a:buNone/>
            </a:pPr>
            <a:r>
              <a:rPr lang="en" sz="1300" u="sng">
                <a:solidFill>
                  <a:srgbClr val="0097A7"/>
                </a:solidFill>
                <a:latin typeface="Twentieth Century"/>
                <a:ea typeface="Twentieth Century"/>
                <a:cs typeface="Twentieth Century"/>
                <a:sym typeface="Twentieth Century"/>
                <a:hlinkClick r:id="rId3">
                  <a:extLst>
                    <a:ext uri="{A12FA001-AC4F-418D-AE19-62706E023703}">
                      <ahyp:hlinkClr val="tx"/>
                    </a:ext>
                  </a:extLst>
                </a:hlinkClick>
              </a:rPr>
              <a:t>https://bit.ly/ipw-aug26-github</a:t>
            </a:r>
            <a:r>
              <a:rPr lang="en" sz="1300">
                <a:solidFill>
                  <a:srgbClr val="595959"/>
                </a:solidFill>
                <a:latin typeface="Twentieth Century"/>
                <a:ea typeface="Twentieth Century"/>
                <a:cs typeface="Twentieth Century"/>
                <a:sym typeface="Twentieth Century"/>
              </a:rPr>
              <a:t> </a:t>
            </a:r>
            <a:endParaRPr b="0" i="0" sz="1300" u="none" cap="none" strike="noStrike">
              <a:solidFill>
                <a:srgbClr val="595959"/>
              </a:solidFill>
              <a:latin typeface="Twentieth Century"/>
              <a:ea typeface="Twentieth Century"/>
              <a:cs typeface="Twentieth Century"/>
              <a:sym typeface="Twentieth Century"/>
            </a:endParaRPr>
          </a:p>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595959"/>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 name="Shape 93"/>
        <p:cNvGrpSpPr/>
        <p:nvPr/>
      </p:nvGrpSpPr>
      <p:grpSpPr>
        <a:xfrm>
          <a:off x="0" y="0"/>
          <a:ext cx="0" cy="0"/>
          <a:chOff x="0" y="0"/>
          <a:chExt cx="0" cy="0"/>
        </a:xfrm>
      </p:grpSpPr>
      <p:sp>
        <p:nvSpPr>
          <p:cNvPr id="94" name="Google Shape;94;p2"/>
          <p:cNvSpPr txBox="1"/>
          <p:nvPr>
            <p:ph type="title"/>
          </p:nvPr>
        </p:nvSpPr>
        <p:spPr>
          <a:xfrm>
            <a:off x="-390906" y="260603"/>
            <a:ext cx="9916800" cy="603600"/>
          </a:xfrm>
          <a:prstGeom prst="rect">
            <a:avLst/>
          </a:prstGeom>
          <a:solidFill>
            <a:srgbClr val="B45F06"/>
          </a:solidFill>
          <a:ln cap="flat" cmpd="sng" w="9525">
            <a:solidFill>
              <a:schemeClr val="lt1"/>
            </a:solidFill>
            <a:prstDash val="solid"/>
            <a:round/>
            <a:headEnd len="sm" w="sm" type="none"/>
            <a:tailEnd len="sm" w="sm" type="none"/>
          </a:ln>
          <a:effectLst>
            <a:outerShdw blurRad="57150" rotWithShape="0" algn="bl" dir="5400000" dist="19050">
              <a:srgbClr val="000000">
                <a:alpha val="50196"/>
              </a:srgbClr>
            </a:outerShdw>
          </a:effectLst>
        </p:spPr>
        <p:txBody>
          <a:bodyPr anchorCtr="0" anchor="ctr" bIns="34275" lIns="68575" spcFirstLastPara="1" rIns="68575" wrap="square" tIns="34275">
            <a:noAutofit/>
          </a:bodyPr>
          <a:lstStyle/>
          <a:p>
            <a:pPr indent="0" lvl="0" marL="685800" rtl="0" algn="l">
              <a:lnSpc>
                <a:spcPct val="90000"/>
              </a:lnSpc>
              <a:spcBef>
                <a:spcPts val="0"/>
              </a:spcBef>
              <a:spcAft>
                <a:spcPts val="0"/>
              </a:spcAft>
              <a:buClr>
                <a:schemeClr val="dk1"/>
              </a:buClr>
              <a:buSzPts val="3000"/>
              <a:buFont typeface="Rockwell"/>
              <a:buNone/>
            </a:pPr>
            <a:r>
              <a:rPr b="1" lang="en" sz="3000">
                <a:solidFill>
                  <a:schemeClr val="lt1"/>
                </a:solidFill>
                <a:latin typeface="Twentieth Century"/>
                <a:ea typeface="Twentieth Century"/>
                <a:cs typeface="Twentieth Century"/>
                <a:sym typeface="Twentieth Century"/>
              </a:rPr>
              <a:t>Introduction to Git</a:t>
            </a:r>
            <a:endParaRPr b="1" sz="3000">
              <a:solidFill>
                <a:schemeClr val="lt1"/>
              </a:solidFill>
              <a:latin typeface="Twentieth Century"/>
              <a:ea typeface="Twentieth Century"/>
              <a:cs typeface="Twentieth Century"/>
              <a:sym typeface="Twentieth Century"/>
            </a:endParaRPr>
          </a:p>
        </p:txBody>
      </p:sp>
      <p:sp>
        <p:nvSpPr>
          <p:cNvPr id="95" name="Google Shape;95;p2"/>
          <p:cNvSpPr txBox="1"/>
          <p:nvPr/>
        </p:nvSpPr>
        <p:spPr>
          <a:xfrm>
            <a:off x="455050" y="1322650"/>
            <a:ext cx="4344300" cy="3315300"/>
          </a:xfrm>
          <a:prstGeom prst="rect">
            <a:avLst/>
          </a:prstGeom>
          <a:solidFill>
            <a:srgbClr val="FFFFFF"/>
          </a:solidFill>
          <a:ln cap="flat" cmpd="sng" w="9525">
            <a:solidFill>
              <a:srgbClr val="7F7F7F"/>
            </a:solidFill>
            <a:prstDash val="solid"/>
            <a:round/>
            <a:headEnd len="sm" w="sm" type="none"/>
            <a:tailEnd len="sm" w="sm" type="none"/>
          </a:ln>
          <a:effectLst>
            <a:outerShdw blurRad="101600" rotWithShape="0" algn="tl" dir="2700000" dist="50800">
              <a:srgbClr val="000000">
                <a:alpha val="66667"/>
              </a:srgbClr>
            </a:outerShdw>
          </a:effectLst>
        </p:spPr>
        <p:txBody>
          <a:bodyPr anchorCtr="0" anchor="t" bIns="34275" lIns="205725" spcFirstLastPara="1" rIns="68575" wrap="square" tIns="68575">
            <a:noAutofit/>
          </a:bodyPr>
          <a:lstStyle/>
          <a:p>
            <a:pPr indent="-323850" lvl="0" marL="457200" marR="0" rtl="0" algn="l">
              <a:lnSpc>
                <a:spcPct val="150000"/>
              </a:lnSpc>
              <a:spcBef>
                <a:spcPts val="1000"/>
              </a:spcBef>
              <a:spcAft>
                <a:spcPts val="0"/>
              </a:spcAft>
              <a:buClr>
                <a:srgbClr val="000000"/>
              </a:buClr>
              <a:buSzPts val="1500"/>
              <a:buFont typeface="Twentieth Century"/>
              <a:buChar char="➔"/>
            </a:pPr>
            <a:r>
              <a:rPr b="0" i="0" lang="en" sz="1500" u="sng" cap="none" strike="noStrike">
                <a:solidFill>
                  <a:schemeClr val="hlink"/>
                </a:solidFill>
                <a:latin typeface="Twentieth Century"/>
                <a:ea typeface="Twentieth Century"/>
                <a:cs typeface="Twentieth Century"/>
                <a:sym typeface="Twentieth Century"/>
                <a:hlinkClick r:id="rId3"/>
              </a:rPr>
              <a:t>https://git-scm.com/downloads</a:t>
            </a:r>
            <a:endParaRPr b="0" i="0" sz="1500" u="none" cap="none" strike="noStrike">
              <a:solidFill>
                <a:srgbClr val="000000"/>
              </a:solidFill>
              <a:latin typeface="Twentieth Century"/>
              <a:ea typeface="Twentieth Century"/>
              <a:cs typeface="Twentieth Century"/>
              <a:sym typeface="Twentieth Century"/>
            </a:endParaRPr>
          </a:p>
          <a:p>
            <a:pPr indent="-323850" lvl="0" marL="457200" marR="0" rtl="0" algn="l">
              <a:lnSpc>
                <a:spcPct val="150000"/>
              </a:lnSpc>
              <a:spcBef>
                <a:spcPts val="2400"/>
              </a:spcBef>
              <a:spcAft>
                <a:spcPts val="0"/>
              </a:spcAft>
              <a:buClr>
                <a:srgbClr val="000000"/>
              </a:buClr>
              <a:buSzPts val="1500"/>
              <a:buFont typeface="Twentieth Century"/>
              <a:buChar char="➔"/>
            </a:pPr>
            <a:r>
              <a:rPr b="0" i="0" lang="en" sz="1500" u="none" cap="none" strike="noStrike">
                <a:solidFill>
                  <a:srgbClr val="000000"/>
                </a:solidFill>
                <a:latin typeface="Twentieth Century"/>
                <a:ea typeface="Twentieth Century"/>
                <a:cs typeface="Twentieth Century"/>
                <a:sym typeface="Twentieth Century"/>
              </a:rPr>
              <a:t>Distributed version control system</a:t>
            </a:r>
            <a:endParaRPr b="0" i="0" sz="1500" u="none" cap="none" strike="noStrike">
              <a:solidFill>
                <a:srgbClr val="000000"/>
              </a:solidFill>
              <a:latin typeface="Twentieth Century"/>
              <a:ea typeface="Twentieth Century"/>
              <a:cs typeface="Twentieth Century"/>
              <a:sym typeface="Twentieth Century"/>
            </a:endParaRPr>
          </a:p>
          <a:p>
            <a:pPr indent="-323850" lvl="0" marL="457200" marR="0" rtl="0" algn="l">
              <a:lnSpc>
                <a:spcPct val="150000"/>
              </a:lnSpc>
              <a:spcBef>
                <a:spcPts val="2400"/>
              </a:spcBef>
              <a:spcAft>
                <a:spcPts val="0"/>
              </a:spcAft>
              <a:buClr>
                <a:srgbClr val="000000"/>
              </a:buClr>
              <a:buSzPts val="1500"/>
              <a:buFont typeface="Twentieth Century"/>
              <a:buChar char="➔"/>
            </a:pPr>
            <a:r>
              <a:rPr b="0" i="0" lang="en" sz="1500" u="none" cap="none" strike="noStrike">
                <a:solidFill>
                  <a:srgbClr val="000000"/>
                </a:solidFill>
                <a:latin typeface="Twentieth Century"/>
                <a:ea typeface="Twentieth Century"/>
                <a:cs typeface="Twentieth Century"/>
                <a:sym typeface="Twentieth Century"/>
              </a:rPr>
              <a:t>Free and open source</a:t>
            </a:r>
            <a:endParaRPr b="0" i="0" sz="1500" u="none" cap="none" strike="noStrike">
              <a:solidFill>
                <a:srgbClr val="000000"/>
              </a:solidFill>
              <a:latin typeface="Twentieth Century"/>
              <a:ea typeface="Twentieth Century"/>
              <a:cs typeface="Twentieth Century"/>
              <a:sym typeface="Twentieth Century"/>
            </a:endParaRPr>
          </a:p>
          <a:p>
            <a:pPr indent="-323850" lvl="0" marL="457200" marR="0" rtl="0" algn="l">
              <a:lnSpc>
                <a:spcPct val="150000"/>
              </a:lnSpc>
              <a:spcBef>
                <a:spcPts val="2400"/>
              </a:spcBef>
              <a:spcAft>
                <a:spcPts val="0"/>
              </a:spcAft>
              <a:buClr>
                <a:srgbClr val="000000"/>
              </a:buClr>
              <a:buSzPts val="1500"/>
              <a:buFont typeface="Twentieth Century"/>
              <a:buChar char="➔"/>
            </a:pPr>
            <a:r>
              <a:rPr b="0" i="0" lang="en" sz="1500" u="none" cap="none" strike="noStrike">
                <a:solidFill>
                  <a:srgbClr val="000000"/>
                </a:solidFill>
                <a:latin typeface="Twentieth Century"/>
                <a:ea typeface="Twentieth Century"/>
                <a:cs typeface="Twentieth Century"/>
                <a:sym typeface="Twentieth Century"/>
              </a:rPr>
              <a:t>Cross platform compatible</a:t>
            </a:r>
            <a:endParaRPr b="0" i="0" sz="1500" u="none" cap="none" strike="noStrike">
              <a:solidFill>
                <a:srgbClr val="000000"/>
              </a:solidFill>
              <a:latin typeface="Twentieth Century"/>
              <a:ea typeface="Twentieth Century"/>
              <a:cs typeface="Twentieth Century"/>
              <a:sym typeface="Twentieth Century"/>
            </a:endParaRPr>
          </a:p>
          <a:p>
            <a:pPr indent="-323850" lvl="0" marL="457200" marR="0" rtl="0" algn="l">
              <a:lnSpc>
                <a:spcPct val="150000"/>
              </a:lnSpc>
              <a:spcBef>
                <a:spcPts val="2400"/>
              </a:spcBef>
              <a:spcAft>
                <a:spcPts val="2400"/>
              </a:spcAft>
              <a:buClr>
                <a:srgbClr val="000000"/>
              </a:buClr>
              <a:buSzPts val="1500"/>
              <a:buFont typeface="Twentieth Century"/>
              <a:buChar char="➔"/>
            </a:pPr>
            <a:r>
              <a:rPr b="0" i="0" lang="en" sz="1500" u="none" cap="none" strike="noStrike">
                <a:solidFill>
                  <a:srgbClr val="000000"/>
                </a:solidFill>
                <a:latin typeface="Twentieth Century"/>
                <a:ea typeface="Twentieth Century"/>
                <a:cs typeface="Twentieth Century"/>
                <a:sym typeface="Twentieth Century"/>
              </a:rPr>
              <a:t>Run via Terminal or Command Prompt </a:t>
            </a:r>
            <a:endParaRPr b="0" i="0" sz="1500" u="none" cap="none" strike="noStrike">
              <a:solidFill>
                <a:srgbClr val="000000"/>
              </a:solidFill>
              <a:latin typeface="Twentieth Century"/>
              <a:ea typeface="Twentieth Century"/>
              <a:cs typeface="Twentieth Century"/>
              <a:sym typeface="Twentieth Century"/>
            </a:endParaRPr>
          </a:p>
        </p:txBody>
      </p:sp>
      <p:pic>
        <p:nvPicPr>
          <p:cNvPr descr="Screenshot of a terminal output showing git commands." id="96" name="Google Shape;96;p2"/>
          <p:cNvPicPr preferRelativeResize="0"/>
          <p:nvPr/>
        </p:nvPicPr>
        <p:blipFill rotWithShape="1">
          <a:blip r:embed="rId4">
            <a:alphaModFix/>
          </a:blip>
          <a:srcRect b="0" l="0" r="0" t="0"/>
          <a:stretch/>
        </p:blipFill>
        <p:spPr>
          <a:xfrm>
            <a:off x="5496075" y="993053"/>
            <a:ext cx="3455103" cy="3974498"/>
          </a:xfrm>
          <a:prstGeom prst="rect">
            <a:avLst/>
          </a:prstGeom>
          <a:noFill/>
          <a:ln>
            <a:noFill/>
          </a:ln>
          <a:effectLst>
            <a:outerShdw blurRad="57150" rotWithShape="0" algn="bl" dir="5400000" dist="19050">
              <a:srgbClr val="000000">
                <a:alpha val="50196"/>
              </a:srgbClr>
            </a:outerShdw>
          </a:effectLst>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 name="Shape 100"/>
        <p:cNvGrpSpPr/>
        <p:nvPr/>
      </p:nvGrpSpPr>
      <p:grpSpPr>
        <a:xfrm>
          <a:off x="0" y="0"/>
          <a:ext cx="0" cy="0"/>
          <a:chOff x="0" y="0"/>
          <a:chExt cx="0" cy="0"/>
        </a:xfrm>
      </p:grpSpPr>
      <p:sp>
        <p:nvSpPr>
          <p:cNvPr id="101" name="Google Shape;101;p3"/>
          <p:cNvSpPr txBox="1"/>
          <p:nvPr>
            <p:ph type="title"/>
          </p:nvPr>
        </p:nvSpPr>
        <p:spPr>
          <a:xfrm>
            <a:off x="-390906" y="260603"/>
            <a:ext cx="9916800" cy="603600"/>
          </a:xfrm>
          <a:prstGeom prst="rect">
            <a:avLst/>
          </a:prstGeom>
          <a:solidFill>
            <a:srgbClr val="B45F06"/>
          </a:solidFill>
          <a:ln cap="flat" cmpd="sng" w="9525">
            <a:solidFill>
              <a:schemeClr val="lt1"/>
            </a:solidFill>
            <a:prstDash val="solid"/>
            <a:round/>
            <a:headEnd len="sm" w="sm" type="none"/>
            <a:tailEnd len="sm" w="sm" type="none"/>
          </a:ln>
          <a:effectLst>
            <a:outerShdw blurRad="57150" rotWithShape="0" algn="bl" dir="5400000" dist="19050">
              <a:srgbClr val="000000">
                <a:alpha val="50196"/>
              </a:srgbClr>
            </a:outerShdw>
          </a:effectLst>
        </p:spPr>
        <p:txBody>
          <a:bodyPr anchorCtr="0" anchor="ctr" bIns="34275" lIns="68575" spcFirstLastPara="1" rIns="68575" wrap="square" tIns="34275">
            <a:noAutofit/>
          </a:bodyPr>
          <a:lstStyle/>
          <a:p>
            <a:pPr indent="0" lvl="0" marL="685800" rtl="0" algn="l">
              <a:lnSpc>
                <a:spcPct val="90000"/>
              </a:lnSpc>
              <a:spcBef>
                <a:spcPts val="0"/>
              </a:spcBef>
              <a:spcAft>
                <a:spcPts val="0"/>
              </a:spcAft>
              <a:buClr>
                <a:schemeClr val="dk1"/>
              </a:buClr>
              <a:buSzPts val="3000"/>
              <a:buFont typeface="Rockwell"/>
              <a:buNone/>
            </a:pPr>
            <a:r>
              <a:rPr b="1" lang="en" sz="3000">
                <a:solidFill>
                  <a:schemeClr val="lt1"/>
                </a:solidFill>
                <a:latin typeface="Twentieth Century"/>
                <a:ea typeface="Twentieth Century"/>
                <a:cs typeface="Twentieth Century"/>
                <a:sym typeface="Twentieth Century"/>
              </a:rPr>
              <a:t>Ways to interact with Git</a:t>
            </a:r>
            <a:endParaRPr b="1" sz="3000">
              <a:solidFill>
                <a:schemeClr val="lt1"/>
              </a:solidFill>
              <a:latin typeface="Twentieth Century"/>
              <a:ea typeface="Twentieth Century"/>
              <a:cs typeface="Twentieth Century"/>
              <a:sym typeface="Twentieth Century"/>
            </a:endParaRPr>
          </a:p>
        </p:txBody>
      </p:sp>
      <p:pic>
        <p:nvPicPr>
          <p:cNvPr descr="Screenshot of GitHub's Command Line Interface (CLI) tool." id="102" name="Google Shape;102;p3"/>
          <p:cNvPicPr preferRelativeResize="0"/>
          <p:nvPr/>
        </p:nvPicPr>
        <p:blipFill rotWithShape="1">
          <a:blip r:embed="rId3">
            <a:alphaModFix/>
          </a:blip>
          <a:srcRect b="10596" l="7220" r="7323" t="11198"/>
          <a:stretch/>
        </p:blipFill>
        <p:spPr>
          <a:xfrm>
            <a:off x="348850" y="1818400"/>
            <a:ext cx="4806625" cy="2850101"/>
          </a:xfrm>
          <a:prstGeom prst="rect">
            <a:avLst/>
          </a:prstGeom>
          <a:noFill/>
          <a:ln>
            <a:noFill/>
          </a:ln>
        </p:spPr>
      </p:pic>
      <p:sp>
        <p:nvSpPr>
          <p:cNvPr id="103" name="Google Shape;103;p3"/>
          <p:cNvSpPr txBox="1"/>
          <p:nvPr/>
        </p:nvSpPr>
        <p:spPr>
          <a:xfrm>
            <a:off x="348850" y="1113300"/>
            <a:ext cx="2701500" cy="507900"/>
          </a:xfrm>
          <a:prstGeom prst="rect">
            <a:avLst/>
          </a:prstGeom>
          <a:solidFill>
            <a:schemeClr val="lt2"/>
          </a:solidFill>
          <a:ln cap="flat" cmpd="sng" w="9525">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2100"/>
              <a:buFont typeface="Arial"/>
              <a:buNone/>
            </a:pPr>
            <a:r>
              <a:rPr b="0" i="0" lang="en" sz="2100" u="none" cap="none" strike="noStrike">
                <a:solidFill>
                  <a:schemeClr val="dk1"/>
                </a:solidFill>
                <a:latin typeface="Twentieth Century"/>
                <a:ea typeface="Twentieth Century"/>
                <a:cs typeface="Twentieth Century"/>
                <a:sym typeface="Twentieth Century"/>
              </a:rPr>
              <a:t>Command line (CL/CLI)</a:t>
            </a:r>
            <a:endParaRPr b="0" i="0" sz="2100" u="none" cap="none" strike="noStrike">
              <a:solidFill>
                <a:schemeClr val="dk1"/>
              </a:solidFill>
              <a:latin typeface="Twentieth Century"/>
              <a:ea typeface="Twentieth Century"/>
              <a:cs typeface="Twentieth Century"/>
              <a:sym typeface="Twentieth Century"/>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sp>
        <p:nvSpPr>
          <p:cNvPr id="108" name="Google Shape;108;p4"/>
          <p:cNvSpPr txBox="1"/>
          <p:nvPr>
            <p:ph type="title"/>
          </p:nvPr>
        </p:nvSpPr>
        <p:spPr>
          <a:xfrm>
            <a:off x="-390906" y="260603"/>
            <a:ext cx="9916800" cy="603600"/>
          </a:xfrm>
          <a:prstGeom prst="rect">
            <a:avLst/>
          </a:prstGeom>
          <a:solidFill>
            <a:srgbClr val="B45F06"/>
          </a:solidFill>
          <a:ln cap="flat" cmpd="sng" w="9525">
            <a:solidFill>
              <a:schemeClr val="lt1"/>
            </a:solidFill>
            <a:prstDash val="solid"/>
            <a:round/>
            <a:headEnd len="sm" w="sm" type="none"/>
            <a:tailEnd len="sm" w="sm" type="none"/>
          </a:ln>
          <a:effectLst>
            <a:outerShdw blurRad="57150" rotWithShape="0" algn="bl" dir="5400000" dist="19050">
              <a:srgbClr val="000000">
                <a:alpha val="50196"/>
              </a:srgbClr>
            </a:outerShdw>
          </a:effectLst>
        </p:spPr>
        <p:txBody>
          <a:bodyPr anchorCtr="0" anchor="ctr" bIns="34275" lIns="68575" spcFirstLastPara="1" rIns="68575" wrap="square" tIns="34275">
            <a:noAutofit/>
          </a:bodyPr>
          <a:lstStyle/>
          <a:p>
            <a:pPr indent="0" lvl="0" marL="685800" rtl="0" algn="l">
              <a:lnSpc>
                <a:spcPct val="90000"/>
              </a:lnSpc>
              <a:spcBef>
                <a:spcPts val="0"/>
              </a:spcBef>
              <a:spcAft>
                <a:spcPts val="0"/>
              </a:spcAft>
              <a:buClr>
                <a:schemeClr val="dk1"/>
              </a:buClr>
              <a:buSzPts val="3000"/>
              <a:buFont typeface="Rockwell"/>
              <a:buNone/>
            </a:pPr>
            <a:r>
              <a:rPr b="1" lang="en" sz="3000">
                <a:solidFill>
                  <a:schemeClr val="lt1"/>
                </a:solidFill>
                <a:latin typeface="Twentieth Century"/>
                <a:ea typeface="Twentieth Century"/>
                <a:cs typeface="Twentieth Century"/>
                <a:sym typeface="Twentieth Century"/>
              </a:rPr>
              <a:t>Ways to interact with Git</a:t>
            </a:r>
            <a:endParaRPr b="1" sz="3000">
              <a:solidFill>
                <a:schemeClr val="lt1"/>
              </a:solidFill>
              <a:latin typeface="Twentieth Century"/>
              <a:ea typeface="Twentieth Century"/>
              <a:cs typeface="Twentieth Century"/>
              <a:sym typeface="Twentieth Century"/>
            </a:endParaRPr>
          </a:p>
        </p:txBody>
      </p:sp>
      <p:sp>
        <p:nvSpPr>
          <p:cNvPr id="109" name="Google Shape;109;p4"/>
          <p:cNvSpPr txBox="1"/>
          <p:nvPr/>
        </p:nvSpPr>
        <p:spPr>
          <a:xfrm>
            <a:off x="348850" y="1113300"/>
            <a:ext cx="2724000" cy="507900"/>
          </a:xfrm>
          <a:prstGeom prst="rect">
            <a:avLst/>
          </a:prstGeom>
          <a:solidFill>
            <a:schemeClr val="lt2"/>
          </a:solidFill>
          <a:ln cap="flat" cmpd="sng" w="9525">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2100"/>
              <a:buFont typeface="Arial"/>
              <a:buNone/>
            </a:pPr>
            <a:r>
              <a:rPr b="0" i="0" lang="en" sz="2100" u="none" cap="none" strike="noStrike">
                <a:solidFill>
                  <a:schemeClr val="dk1"/>
                </a:solidFill>
                <a:latin typeface="Twentieth Century"/>
                <a:ea typeface="Twentieth Century"/>
                <a:cs typeface="Twentieth Century"/>
                <a:sym typeface="Twentieth Century"/>
              </a:rPr>
              <a:t>Web interface</a:t>
            </a:r>
            <a:endParaRPr b="0" i="0" sz="2100" u="none" cap="none" strike="noStrike">
              <a:solidFill>
                <a:schemeClr val="dk1"/>
              </a:solidFill>
              <a:latin typeface="Twentieth Century"/>
              <a:ea typeface="Twentieth Century"/>
              <a:cs typeface="Twentieth Century"/>
              <a:sym typeface="Twentieth Century"/>
            </a:endParaRPr>
          </a:p>
        </p:txBody>
      </p:sp>
      <p:pic>
        <p:nvPicPr>
          <p:cNvPr descr="Screenshot of an example repository on GitHub when viewed in a web browser." id="110" name="Google Shape;110;p4"/>
          <p:cNvPicPr preferRelativeResize="0"/>
          <p:nvPr/>
        </p:nvPicPr>
        <p:blipFill>
          <a:blip r:embed="rId3">
            <a:alphaModFix/>
          </a:blip>
          <a:stretch>
            <a:fillRect/>
          </a:stretch>
        </p:blipFill>
        <p:spPr>
          <a:xfrm>
            <a:off x="348850" y="1773600"/>
            <a:ext cx="6448435" cy="321750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 name="Shape 114"/>
        <p:cNvGrpSpPr/>
        <p:nvPr/>
      </p:nvGrpSpPr>
      <p:grpSpPr>
        <a:xfrm>
          <a:off x="0" y="0"/>
          <a:ext cx="0" cy="0"/>
          <a:chOff x="0" y="0"/>
          <a:chExt cx="0" cy="0"/>
        </a:xfrm>
      </p:grpSpPr>
      <p:sp>
        <p:nvSpPr>
          <p:cNvPr id="115" name="Google Shape;115;p5"/>
          <p:cNvSpPr txBox="1"/>
          <p:nvPr>
            <p:ph type="title"/>
          </p:nvPr>
        </p:nvSpPr>
        <p:spPr>
          <a:xfrm>
            <a:off x="-390906" y="260603"/>
            <a:ext cx="9916800" cy="603600"/>
          </a:xfrm>
          <a:prstGeom prst="rect">
            <a:avLst/>
          </a:prstGeom>
          <a:solidFill>
            <a:srgbClr val="B45F06"/>
          </a:solidFill>
          <a:ln cap="flat" cmpd="sng" w="9525">
            <a:solidFill>
              <a:schemeClr val="lt1"/>
            </a:solidFill>
            <a:prstDash val="solid"/>
            <a:round/>
            <a:headEnd len="sm" w="sm" type="none"/>
            <a:tailEnd len="sm" w="sm" type="none"/>
          </a:ln>
          <a:effectLst>
            <a:outerShdw blurRad="57150" rotWithShape="0" algn="bl" dir="5400000" dist="19050">
              <a:srgbClr val="000000">
                <a:alpha val="50196"/>
              </a:srgbClr>
            </a:outerShdw>
          </a:effectLst>
        </p:spPr>
        <p:txBody>
          <a:bodyPr anchorCtr="0" anchor="ctr" bIns="34275" lIns="68575" spcFirstLastPara="1" rIns="68575" wrap="square" tIns="34275">
            <a:noAutofit/>
          </a:bodyPr>
          <a:lstStyle/>
          <a:p>
            <a:pPr indent="0" lvl="0" marL="685800" rtl="0" algn="l">
              <a:lnSpc>
                <a:spcPct val="90000"/>
              </a:lnSpc>
              <a:spcBef>
                <a:spcPts val="0"/>
              </a:spcBef>
              <a:spcAft>
                <a:spcPts val="0"/>
              </a:spcAft>
              <a:buClr>
                <a:schemeClr val="dk1"/>
              </a:buClr>
              <a:buSzPts val="3000"/>
              <a:buFont typeface="Rockwell"/>
              <a:buNone/>
            </a:pPr>
            <a:r>
              <a:rPr b="1" lang="en" sz="3000">
                <a:solidFill>
                  <a:schemeClr val="lt1"/>
                </a:solidFill>
                <a:latin typeface="Twentieth Century"/>
                <a:ea typeface="Twentieth Century"/>
                <a:cs typeface="Twentieth Century"/>
                <a:sym typeface="Twentieth Century"/>
              </a:rPr>
              <a:t>Ways to interact with Git</a:t>
            </a:r>
            <a:endParaRPr b="1" sz="3000">
              <a:solidFill>
                <a:schemeClr val="lt1"/>
              </a:solidFill>
              <a:latin typeface="Twentieth Century"/>
              <a:ea typeface="Twentieth Century"/>
              <a:cs typeface="Twentieth Century"/>
              <a:sym typeface="Twentieth Century"/>
            </a:endParaRPr>
          </a:p>
        </p:txBody>
      </p:sp>
      <p:sp>
        <p:nvSpPr>
          <p:cNvPr id="116" name="Google Shape;116;p5"/>
          <p:cNvSpPr txBox="1"/>
          <p:nvPr/>
        </p:nvSpPr>
        <p:spPr>
          <a:xfrm>
            <a:off x="348850" y="1113300"/>
            <a:ext cx="3436500" cy="507900"/>
          </a:xfrm>
          <a:prstGeom prst="rect">
            <a:avLst/>
          </a:prstGeom>
          <a:solidFill>
            <a:schemeClr val="lt2"/>
          </a:solidFill>
          <a:ln cap="flat" cmpd="sng" w="9525">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2100"/>
              <a:buFont typeface="Arial"/>
              <a:buNone/>
            </a:pPr>
            <a:r>
              <a:rPr b="0" i="0" lang="en" sz="2100" u="none" cap="none" strike="noStrike">
                <a:solidFill>
                  <a:schemeClr val="dk1"/>
                </a:solidFill>
                <a:latin typeface="Twentieth Century"/>
                <a:ea typeface="Twentieth Century"/>
                <a:cs typeface="Twentieth Century"/>
                <a:sym typeface="Twentieth Century"/>
              </a:rPr>
              <a:t>Graphical user interface (GUI)</a:t>
            </a:r>
            <a:endParaRPr b="0" i="0" sz="2100" u="none" cap="none" strike="noStrike">
              <a:solidFill>
                <a:schemeClr val="dk1"/>
              </a:solidFill>
              <a:latin typeface="Twentieth Century"/>
              <a:ea typeface="Twentieth Century"/>
              <a:cs typeface="Twentieth Century"/>
              <a:sym typeface="Twentieth Century"/>
            </a:endParaRPr>
          </a:p>
        </p:txBody>
      </p:sp>
      <p:pic>
        <p:nvPicPr>
          <p:cNvPr descr="Screenshot of the user interface of GitHub Desktop." id="117" name="Google Shape;117;p5"/>
          <p:cNvPicPr preferRelativeResize="0"/>
          <p:nvPr/>
        </p:nvPicPr>
        <p:blipFill rotWithShape="1">
          <a:blip r:embed="rId3">
            <a:alphaModFix/>
          </a:blip>
          <a:srcRect b="0" l="0" r="0" t="0"/>
          <a:stretch/>
        </p:blipFill>
        <p:spPr>
          <a:xfrm>
            <a:off x="348851" y="1773600"/>
            <a:ext cx="4628550" cy="3154649"/>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 name="Shape 121"/>
        <p:cNvGrpSpPr/>
        <p:nvPr/>
      </p:nvGrpSpPr>
      <p:grpSpPr>
        <a:xfrm>
          <a:off x="0" y="0"/>
          <a:ext cx="0" cy="0"/>
          <a:chOff x="0" y="0"/>
          <a:chExt cx="0" cy="0"/>
        </a:xfrm>
      </p:grpSpPr>
      <p:sp>
        <p:nvSpPr>
          <p:cNvPr id="122" name="Google Shape;122;p6"/>
          <p:cNvSpPr/>
          <p:nvPr/>
        </p:nvSpPr>
        <p:spPr>
          <a:xfrm>
            <a:off x="6833425" y="1242525"/>
            <a:ext cx="2255100" cy="3819300"/>
          </a:xfrm>
          <a:prstGeom prst="rect">
            <a:avLst/>
          </a:prstGeom>
          <a:solidFill>
            <a:srgbClr val="CCCC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123" name="Google Shape;123;p6"/>
          <p:cNvSpPr/>
          <p:nvPr/>
        </p:nvSpPr>
        <p:spPr>
          <a:xfrm>
            <a:off x="5319250" y="1242525"/>
            <a:ext cx="1431900" cy="769500"/>
          </a:xfrm>
          <a:prstGeom prst="rect">
            <a:avLst/>
          </a:prstGeom>
          <a:solidFill>
            <a:srgbClr val="E6B8A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124" name="Google Shape;124;p6"/>
          <p:cNvSpPr/>
          <p:nvPr/>
        </p:nvSpPr>
        <p:spPr>
          <a:xfrm>
            <a:off x="52650" y="1242525"/>
            <a:ext cx="3131400" cy="769500"/>
          </a:xfrm>
          <a:prstGeom prst="rect">
            <a:avLst/>
          </a:prstGeom>
          <a:solidFill>
            <a:srgbClr val="D9EAD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grpSp>
        <p:nvGrpSpPr>
          <p:cNvPr id="125" name="Google Shape;125;p6"/>
          <p:cNvGrpSpPr/>
          <p:nvPr/>
        </p:nvGrpSpPr>
        <p:grpSpPr>
          <a:xfrm>
            <a:off x="2695525" y="4408150"/>
            <a:ext cx="1432110" cy="653588"/>
            <a:chOff x="3252009" y="4012235"/>
            <a:chExt cx="1767600" cy="806700"/>
          </a:xfrm>
        </p:grpSpPr>
        <p:sp>
          <p:nvSpPr>
            <p:cNvPr id="126" name="Google Shape;126;p6"/>
            <p:cNvSpPr/>
            <p:nvPr/>
          </p:nvSpPr>
          <p:spPr>
            <a:xfrm>
              <a:off x="3252009" y="4012235"/>
              <a:ext cx="1767600" cy="8067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pic>
          <p:nvPicPr>
            <p:cNvPr descr="Logo for git software version control." id="127" name="Google Shape;127;p6"/>
            <p:cNvPicPr preferRelativeResize="0"/>
            <p:nvPr/>
          </p:nvPicPr>
          <p:blipFill rotWithShape="1">
            <a:blip r:embed="rId3">
              <a:alphaModFix/>
            </a:blip>
            <a:srcRect b="0" l="0" r="0" t="0"/>
            <a:stretch/>
          </p:blipFill>
          <p:spPr>
            <a:xfrm>
              <a:off x="3381254" y="4101508"/>
              <a:ext cx="1435924" cy="600175"/>
            </a:xfrm>
            <a:prstGeom prst="rect">
              <a:avLst/>
            </a:prstGeom>
            <a:noFill/>
            <a:ln>
              <a:noFill/>
            </a:ln>
          </p:spPr>
        </p:pic>
      </p:grpSp>
      <p:grpSp>
        <p:nvGrpSpPr>
          <p:cNvPr id="128" name="Google Shape;128;p6"/>
          <p:cNvGrpSpPr/>
          <p:nvPr/>
        </p:nvGrpSpPr>
        <p:grpSpPr>
          <a:xfrm>
            <a:off x="130974" y="2710638"/>
            <a:ext cx="1432000" cy="908100"/>
            <a:chOff x="-66801" y="2592650"/>
            <a:chExt cx="1432000" cy="908100"/>
          </a:xfrm>
        </p:grpSpPr>
        <p:sp>
          <p:nvSpPr>
            <p:cNvPr id="129" name="Google Shape;129;p6"/>
            <p:cNvSpPr/>
            <p:nvPr/>
          </p:nvSpPr>
          <p:spPr>
            <a:xfrm>
              <a:off x="104598" y="2592650"/>
              <a:ext cx="1127400" cy="908100"/>
            </a:xfrm>
            <a:prstGeom prst="rect">
              <a:avLst/>
            </a:prstGeom>
            <a:solidFill>
              <a:srgbClr val="D9EAD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pic>
          <p:nvPicPr>
            <p:cNvPr descr="Logo for GitHub." id="130" name="Google Shape;130;p6"/>
            <p:cNvPicPr preferRelativeResize="0"/>
            <p:nvPr/>
          </p:nvPicPr>
          <p:blipFill rotWithShape="1">
            <a:blip r:embed="rId4">
              <a:alphaModFix/>
            </a:blip>
            <a:srcRect b="0" l="0" r="0" t="0"/>
            <a:stretch/>
          </p:blipFill>
          <p:spPr>
            <a:xfrm>
              <a:off x="-66801" y="2643925"/>
              <a:ext cx="1432000" cy="805500"/>
            </a:xfrm>
            <a:prstGeom prst="rect">
              <a:avLst/>
            </a:prstGeom>
            <a:noFill/>
            <a:ln>
              <a:noFill/>
            </a:ln>
          </p:spPr>
        </p:pic>
      </p:grpSp>
      <p:grpSp>
        <p:nvGrpSpPr>
          <p:cNvPr id="131" name="Google Shape;131;p6"/>
          <p:cNvGrpSpPr/>
          <p:nvPr/>
        </p:nvGrpSpPr>
        <p:grpSpPr>
          <a:xfrm>
            <a:off x="1493877" y="2710638"/>
            <a:ext cx="1929900" cy="908100"/>
            <a:chOff x="1296102" y="2592650"/>
            <a:chExt cx="1929900" cy="908100"/>
          </a:xfrm>
        </p:grpSpPr>
        <p:sp>
          <p:nvSpPr>
            <p:cNvPr id="132" name="Google Shape;132;p6"/>
            <p:cNvSpPr/>
            <p:nvPr/>
          </p:nvSpPr>
          <p:spPr>
            <a:xfrm>
              <a:off x="1296102" y="2592650"/>
              <a:ext cx="1929900" cy="908100"/>
            </a:xfrm>
            <a:prstGeom prst="rect">
              <a:avLst/>
            </a:prstGeom>
            <a:solidFill>
              <a:srgbClr val="FFF2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pic>
          <p:nvPicPr>
            <p:cNvPr descr="Logo for GitLab." id="133" name="Google Shape;133;p6"/>
            <p:cNvPicPr preferRelativeResize="0"/>
            <p:nvPr/>
          </p:nvPicPr>
          <p:blipFill rotWithShape="1">
            <a:blip r:embed="rId5">
              <a:alphaModFix/>
            </a:blip>
            <a:srcRect b="0" l="0" r="0" t="0"/>
            <a:stretch/>
          </p:blipFill>
          <p:spPr>
            <a:xfrm>
              <a:off x="1403176" y="2815283"/>
              <a:ext cx="1714101" cy="524241"/>
            </a:xfrm>
            <a:prstGeom prst="rect">
              <a:avLst/>
            </a:prstGeom>
            <a:noFill/>
            <a:ln>
              <a:noFill/>
            </a:ln>
          </p:spPr>
        </p:pic>
      </p:grpSp>
      <p:grpSp>
        <p:nvGrpSpPr>
          <p:cNvPr id="134" name="Google Shape;134;p6"/>
          <p:cNvGrpSpPr/>
          <p:nvPr/>
        </p:nvGrpSpPr>
        <p:grpSpPr>
          <a:xfrm>
            <a:off x="3487874" y="2710613"/>
            <a:ext cx="3204300" cy="908100"/>
            <a:chOff x="3290099" y="2592625"/>
            <a:chExt cx="3204300" cy="908100"/>
          </a:xfrm>
        </p:grpSpPr>
        <p:sp>
          <p:nvSpPr>
            <p:cNvPr id="135" name="Google Shape;135;p6"/>
            <p:cNvSpPr/>
            <p:nvPr/>
          </p:nvSpPr>
          <p:spPr>
            <a:xfrm>
              <a:off x="3290099" y="2592625"/>
              <a:ext cx="3204300" cy="908100"/>
            </a:xfrm>
            <a:prstGeom prst="rect">
              <a:avLst/>
            </a:prstGeom>
            <a:solidFill>
              <a:srgbClr val="C9DAF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pic>
          <p:nvPicPr>
            <p:cNvPr descr="Logo for Bitbucket." id="136" name="Google Shape;136;p6"/>
            <p:cNvPicPr preferRelativeResize="0"/>
            <p:nvPr/>
          </p:nvPicPr>
          <p:blipFill rotWithShape="1">
            <a:blip r:embed="rId6">
              <a:alphaModFix/>
            </a:blip>
            <a:srcRect b="0" l="0" r="0" t="0"/>
            <a:stretch/>
          </p:blipFill>
          <p:spPr>
            <a:xfrm>
              <a:off x="3363724" y="2830688"/>
              <a:ext cx="2988876" cy="432000"/>
            </a:xfrm>
            <a:prstGeom prst="rect">
              <a:avLst/>
            </a:prstGeom>
            <a:noFill/>
            <a:ln>
              <a:noFill/>
            </a:ln>
          </p:spPr>
        </p:pic>
      </p:grpSp>
      <p:sp>
        <p:nvSpPr>
          <p:cNvPr id="137" name="Google Shape;137;p6"/>
          <p:cNvSpPr txBox="1"/>
          <p:nvPr/>
        </p:nvSpPr>
        <p:spPr>
          <a:xfrm>
            <a:off x="6803125" y="2779950"/>
            <a:ext cx="2315700" cy="7695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900"/>
              <a:buFont typeface="Arial"/>
              <a:buNone/>
            </a:pPr>
            <a:r>
              <a:rPr b="0" i="0" lang="en" sz="1900" u="none" cap="none" strike="noStrike">
                <a:solidFill>
                  <a:schemeClr val="dk1"/>
                </a:solidFill>
                <a:latin typeface="Twentieth Century"/>
                <a:ea typeface="Twentieth Century"/>
                <a:cs typeface="Twentieth Century"/>
                <a:sym typeface="Twentieth Century"/>
              </a:rPr>
              <a:t>Software development platform</a:t>
            </a:r>
            <a:endParaRPr b="0" i="0" sz="1900" u="none" cap="none" strike="noStrike">
              <a:solidFill>
                <a:schemeClr val="dk1"/>
              </a:solidFill>
              <a:latin typeface="Twentieth Century"/>
              <a:ea typeface="Twentieth Century"/>
              <a:cs typeface="Twentieth Century"/>
              <a:sym typeface="Twentieth Century"/>
            </a:endParaRPr>
          </a:p>
        </p:txBody>
      </p:sp>
      <p:sp>
        <p:nvSpPr>
          <p:cNvPr id="138" name="Google Shape;138;p6"/>
          <p:cNvSpPr txBox="1"/>
          <p:nvPr/>
        </p:nvSpPr>
        <p:spPr>
          <a:xfrm>
            <a:off x="6965775" y="4496438"/>
            <a:ext cx="1929900" cy="4770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900"/>
              <a:buFont typeface="Arial"/>
              <a:buNone/>
            </a:pPr>
            <a:r>
              <a:rPr b="0" i="0" lang="en" sz="1900" u="none" cap="none" strike="noStrike">
                <a:solidFill>
                  <a:schemeClr val="dk1"/>
                </a:solidFill>
                <a:latin typeface="Twentieth Century"/>
                <a:ea typeface="Twentieth Century"/>
                <a:cs typeface="Twentieth Century"/>
                <a:sym typeface="Twentieth Century"/>
              </a:rPr>
              <a:t>Git framework</a:t>
            </a:r>
            <a:endParaRPr b="0" i="0" sz="1900" u="none" cap="none" strike="noStrike">
              <a:solidFill>
                <a:schemeClr val="dk1"/>
              </a:solidFill>
              <a:latin typeface="Twentieth Century"/>
              <a:ea typeface="Twentieth Century"/>
              <a:cs typeface="Twentieth Century"/>
              <a:sym typeface="Twentieth Century"/>
            </a:endParaRPr>
          </a:p>
        </p:txBody>
      </p:sp>
      <p:sp>
        <p:nvSpPr>
          <p:cNvPr id="139" name="Google Shape;139;p6"/>
          <p:cNvSpPr txBox="1"/>
          <p:nvPr/>
        </p:nvSpPr>
        <p:spPr>
          <a:xfrm>
            <a:off x="6845500" y="1166150"/>
            <a:ext cx="2315700" cy="7695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900"/>
              <a:buFont typeface="Arial"/>
              <a:buNone/>
            </a:pPr>
            <a:r>
              <a:rPr b="0" i="0" lang="en" sz="1900" u="none" cap="none" strike="noStrike">
                <a:solidFill>
                  <a:schemeClr val="dk1"/>
                </a:solidFill>
                <a:latin typeface="Twentieth Century"/>
                <a:ea typeface="Twentieth Century"/>
                <a:cs typeface="Twentieth Century"/>
                <a:sym typeface="Twentieth Century"/>
              </a:rPr>
              <a:t>Software development products</a:t>
            </a:r>
            <a:endParaRPr b="0" i="0" sz="1900" u="none" cap="none" strike="noStrike">
              <a:solidFill>
                <a:schemeClr val="dk1"/>
              </a:solidFill>
              <a:latin typeface="Twentieth Century"/>
              <a:ea typeface="Twentieth Century"/>
              <a:cs typeface="Twentieth Century"/>
              <a:sym typeface="Twentieth Century"/>
            </a:endParaRPr>
          </a:p>
        </p:txBody>
      </p:sp>
      <p:pic>
        <p:nvPicPr>
          <p:cNvPr descr="Logo for GitHub Command Line Interface." id="140" name="Google Shape;140;p6"/>
          <p:cNvPicPr preferRelativeResize="0"/>
          <p:nvPr/>
        </p:nvPicPr>
        <p:blipFill rotWithShape="1">
          <a:blip r:embed="rId7">
            <a:alphaModFix/>
          </a:blip>
          <a:srcRect b="0" l="0" r="0" t="0"/>
          <a:stretch/>
        </p:blipFill>
        <p:spPr>
          <a:xfrm>
            <a:off x="141950" y="1332050"/>
            <a:ext cx="1133409" cy="566700"/>
          </a:xfrm>
          <a:prstGeom prst="rect">
            <a:avLst/>
          </a:prstGeom>
          <a:noFill/>
          <a:ln>
            <a:noFill/>
          </a:ln>
        </p:spPr>
      </p:pic>
      <p:pic>
        <p:nvPicPr>
          <p:cNvPr descr="Logo for GitHub Desktop." id="141" name="Google Shape;141;p6"/>
          <p:cNvPicPr preferRelativeResize="0"/>
          <p:nvPr/>
        </p:nvPicPr>
        <p:blipFill rotWithShape="1">
          <a:blip r:embed="rId8">
            <a:alphaModFix/>
          </a:blip>
          <a:srcRect b="0" l="0" r="0" t="0"/>
          <a:stretch/>
        </p:blipFill>
        <p:spPr>
          <a:xfrm>
            <a:off x="1366146" y="1332050"/>
            <a:ext cx="1700114" cy="566700"/>
          </a:xfrm>
          <a:prstGeom prst="rect">
            <a:avLst/>
          </a:prstGeom>
          <a:noFill/>
          <a:ln cap="flat" cmpd="sng" w="9525">
            <a:solidFill>
              <a:schemeClr val="dk1"/>
            </a:solidFill>
            <a:prstDash val="solid"/>
            <a:round/>
            <a:headEnd len="sm" w="sm" type="none"/>
            <a:tailEnd len="sm" w="sm" type="none"/>
          </a:ln>
        </p:spPr>
      </p:pic>
      <p:sp>
        <p:nvSpPr>
          <p:cNvPr id="142" name="Google Shape;142;p6"/>
          <p:cNvSpPr/>
          <p:nvPr/>
        </p:nvSpPr>
        <p:spPr>
          <a:xfrm>
            <a:off x="3295000" y="1242525"/>
            <a:ext cx="1929900" cy="769500"/>
          </a:xfrm>
          <a:prstGeom prst="rect">
            <a:avLst/>
          </a:prstGeom>
          <a:solidFill>
            <a:srgbClr val="FFF2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pic>
        <p:nvPicPr>
          <p:cNvPr descr="Logo for GitDock." id="143" name="Google Shape;143;p6"/>
          <p:cNvPicPr preferRelativeResize="0"/>
          <p:nvPr/>
        </p:nvPicPr>
        <p:blipFill rotWithShape="1">
          <a:blip r:embed="rId9">
            <a:alphaModFix/>
          </a:blip>
          <a:srcRect b="0" l="0" r="0" t="0"/>
          <a:stretch/>
        </p:blipFill>
        <p:spPr>
          <a:xfrm>
            <a:off x="4527823" y="1313600"/>
            <a:ext cx="603601" cy="603601"/>
          </a:xfrm>
          <a:prstGeom prst="rect">
            <a:avLst/>
          </a:prstGeom>
          <a:noFill/>
          <a:ln>
            <a:noFill/>
          </a:ln>
        </p:spPr>
      </p:pic>
      <p:pic>
        <p:nvPicPr>
          <p:cNvPr descr="Logo for GitKraken." id="144" name="Google Shape;144;p6"/>
          <p:cNvPicPr preferRelativeResize="0"/>
          <p:nvPr/>
        </p:nvPicPr>
        <p:blipFill rotWithShape="1">
          <a:blip r:embed="rId10">
            <a:alphaModFix/>
          </a:blip>
          <a:srcRect b="0" l="21422" r="20787" t="0"/>
          <a:stretch/>
        </p:blipFill>
        <p:spPr>
          <a:xfrm>
            <a:off x="5381000" y="1332050"/>
            <a:ext cx="694953" cy="603600"/>
          </a:xfrm>
          <a:prstGeom prst="rect">
            <a:avLst/>
          </a:prstGeom>
          <a:noFill/>
          <a:ln>
            <a:noFill/>
          </a:ln>
        </p:spPr>
      </p:pic>
      <p:sp>
        <p:nvSpPr>
          <p:cNvPr id="145" name="Google Shape;145;p6"/>
          <p:cNvSpPr txBox="1"/>
          <p:nvPr>
            <p:ph type="title"/>
          </p:nvPr>
        </p:nvSpPr>
        <p:spPr>
          <a:xfrm>
            <a:off x="-390906" y="260603"/>
            <a:ext cx="9916800" cy="603600"/>
          </a:xfrm>
          <a:prstGeom prst="rect">
            <a:avLst/>
          </a:prstGeom>
          <a:solidFill>
            <a:srgbClr val="B45F06"/>
          </a:solidFill>
          <a:ln cap="flat" cmpd="sng" w="9525">
            <a:solidFill>
              <a:schemeClr val="lt1"/>
            </a:solidFill>
            <a:prstDash val="solid"/>
            <a:round/>
            <a:headEnd len="sm" w="sm" type="none"/>
            <a:tailEnd len="sm" w="sm" type="none"/>
          </a:ln>
          <a:effectLst>
            <a:outerShdw blurRad="57150" rotWithShape="0" algn="bl" dir="5400000" dist="19050">
              <a:srgbClr val="000000">
                <a:alpha val="50196"/>
              </a:srgbClr>
            </a:outerShdw>
          </a:effectLst>
        </p:spPr>
        <p:txBody>
          <a:bodyPr anchorCtr="0" anchor="ctr" bIns="34275" lIns="68575" spcFirstLastPara="1" rIns="68575" wrap="square" tIns="34275">
            <a:noAutofit/>
          </a:bodyPr>
          <a:lstStyle/>
          <a:p>
            <a:pPr indent="0" lvl="0" marL="685800" rtl="0" algn="l">
              <a:lnSpc>
                <a:spcPct val="90000"/>
              </a:lnSpc>
              <a:spcBef>
                <a:spcPts val="0"/>
              </a:spcBef>
              <a:spcAft>
                <a:spcPts val="0"/>
              </a:spcAft>
              <a:buClr>
                <a:schemeClr val="dk1"/>
              </a:buClr>
              <a:buSzPts val="3000"/>
              <a:buFont typeface="Rockwell"/>
              <a:buNone/>
            </a:pPr>
            <a:r>
              <a:rPr b="1" lang="en" sz="3000">
                <a:solidFill>
                  <a:schemeClr val="lt1"/>
                </a:solidFill>
                <a:latin typeface="Twentieth Century"/>
                <a:ea typeface="Twentieth Century"/>
                <a:cs typeface="Twentieth Century"/>
                <a:sym typeface="Twentieth Century"/>
              </a:rPr>
              <a:t>Ways to interact with Git</a:t>
            </a:r>
            <a:endParaRPr b="1" sz="3000">
              <a:solidFill>
                <a:schemeClr val="lt1"/>
              </a:solidFill>
              <a:latin typeface="Twentieth Century"/>
              <a:ea typeface="Twentieth Century"/>
              <a:cs typeface="Twentieth Century"/>
              <a:sym typeface="Twentieth Century"/>
            </a:endParaRPr>
          </a:p>
        </p:txBody>
      </p:sp>
      <p:sp>
        <p:nvSpPr>
          <p:cNvPr id="146" name="Google Shape;146;p6"/>
          <p:cNvSpPr/>
          <p:nvPr/>
        </p:nvSpPr>
        <p:spPr>
          <a:xfrm>
            <a:off x="7819375" y="3788150"/>
            <a:ext cx="283200" cy="566700"/>
          </a:xfrm>
          <a:prstGeom prst="upArrow">
            <a:avLst>
              <a:gd fmla="val 50000" name="adj1"/>
              <a:gd fmla="val 50000" name="adj2"/>
            </a:avLst>
          </a:prstGeom>
          <a:solidFill>
            <a:srgbClr val="FF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147" name="Google Shape;147;p6"/>
          <p:cNvSpPr/>
          <p:nvPr/>
        </p:nvSpPr>
        <p:spPr>
          <a:xfrm>
            <a:off x="7789125" y="2116150"/>
            <a:ext cx="283200" cy="566700"/>
          </a:xfrm>
          <a:prstGeom prst="upArrow">
            <a:avLst>
              <a:gd fmla="val 50000" name="adj1"/>
              <a:gd fmla="val 50000" name="adj2"/>
            </a:avLst>
          </a:prstGeom>
          <a:solidFill>
            <a:srgbClr val="FF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pic>
        <p:nvPicPr>
          <p:cNvPr descr="Logo for SourceTree." id="148" name="Google Shape;148;p6"/>
          <p:cNvPicPr preferRelativeResize="0"/>
          <p:nvPr/>
        </p:nvPicPr>
        <p:blipFill rotWithShape="1">
          <a:blip r:embed="rId11">
            <a:alphaModFix/>
          </a:blip>
          <a:srcRect b="0" l="0" r="0" t="0"/>
          <a:stretch/>
        </p:blipFill>
        <p:spPr>
          <a:xfrm>
            <a:off x="6122243" y="1346477"/>
            <a:ext cx="574748" cy="574748"/>
          </a:xfrm>
          <a:prstGeom prst="rect">
            <a:avLst/>
          </a:prstGeom>
          <a:noFill/>
          <a:ln>
            <a:noFill/>
          </a:ln>
        </p:spPr>
      </p:pic>
      <p:pic>
        <p:nvPicPr>
          <p:cNvPr descr="Logo for GitLab Command Line Interface." id="149" name="Google Shape;149;p6"/>
          <p:cNvPicPr preferRelativeResize="0"/>
          <p:nvPr/>
        </p:nvPicPr>
        <p:blipFill rotWithShape="1">
          <a:blip r:embed="rId12">
            <a:alphaModFix/>
          </a:blip>
          <a:srcRect b="0" l="0" r="0" t="0"/>
          <a:stretch/>
        </p:blipFill>
        <p:spPr>
          <a:xfrm>
            <a:off x="3332402" y="1409188"/>
            <a:ext cx="1133400" cy="436187"/>
          </a:xfrm>
          <a:prstGeom prst="rect">
            <a:avLst/>
          </a:prstGeom>
          <a:noFill/>
          <a:ln cap="flat" cmpd="sng" w="9525">
            <a:solidFill>
              <a:schemeClr val="dk1"/>
            </a:solidFill>
            <a:prstDash val="solid"/>
            <a:round/>
            <a:headEnd len="sm" w="sm" type="none"/>
            <a:tailEnd len="sm" w="sm" type="none"/>
          </a:ln>
        </p:spPr>
      </p:pic>
      <p:sp>
        <p:nvSpPr>
          <p:cNvPr id="150" name="Google Shape;150;p6"/>
          <p:cNvSpPr/>
          <p:nvPr/>
        </p:nvSpPr>
        <p:spPr>
          <a:xfrm>
            <a:off x="3332400" y="2060875"/>
            <a:ext cx="283200" cy="566700"/>
          </a:xfrm>
          <a:prstGeom prst="upArrow">
            <a:avLst>
              <a:gd fmla="val 50000" name="adj1"/>
              <a:gd fmla="val 50000" name="adj2"/>
            </a:avLst>
          </a:prstGeom>
          <a:solidFill>
            <a:srgbClr val="FF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151" name="Google Shape;151;p6"/>
          <p:cNvSpPr/>
          <p:nvPr/>
        </p:nvSpPr>
        <p:spPr>
          <a:xfrm>
            <a:off x="3332400" y="3788150"/>
            <a:ext cx="283200" cy="566700"/>
          </a:xfrm>
          <a:prstGeom prst="upArrow">
            <a:avLst>
              <a:gd fmla="val 50000" name="adj1"/>
              <a:gd fmla="val 50000" name="adj2"/>
            </a:avLst>
          </a:prstGeom>
          <a:solidFill>
            <a:srgbClr val="FF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sp>
        <p:nvSpPr>
          <p:cNvPr id="156" name="Google Shape;156;p7"/>
          <p:cNvSpPr txBox="1"/>
          <p:nvPr>
            <p:ph type="title"/>
          </p:nvPr>
        </p:nvSpPr>
        <p:spPr>
          <a:xfrm>
            <a:off x="-390906" y="260603"/>
            <a:ext cx="9916800" cy="603600"/>
          </a:xfrm>
          <a:prstGeom prst="rect">
            <a:avLst/>
          </a:prstGeom>
          <a:solidFill>
            <a:srgbClr val="B45F06"/>
          </a:solidFill>
          <a:ln cap="flat" cmpd="sng" w="9525">
            <a:solidFill>
              <a:schemeClr val="lt1"/>
            </a:solidFill>
            <a:prstDash val="solid"/>
            <a:round/>
            <a:headEnd len="sm" w="sm" type="none"/>
            <a:tailEnd len="sm" w="sm" type="none"/>
          </a:ln>
          <a:effectLst>
            <a:outerShdw blurRad="57150" rotWithShape="0" algn="bl" dir="5400000" dist="19050">
              <a:srgbClr val="000000">
                <a:alpha val="50196"/>
              </a:srgbClr>
            </a:outerShdw>
          </a:effectLst>
        </p:spPr>
        <p:txBody>
          <a:bodyPr anchorCtr="0" anchor="ctr" bIns="34275" lIns="68575" spcFirstLastPara="1" rIns="68575" wrap="square" tIns="34275">
            <a:noAutofit/>
          </a:bodyPr>
          <a:lstStyle/>
          <a:p>
            <a:pPr indent="0" lvl="0" marL="685800" rtl="0" algn="l">
              <a:lnSpc>
                <a:spcPct val="90000"/>
              </a:lnSpc>
              <a:spcBef>
                <a:spcPts val="0"/>
              </a:spcBef>
              <a:spcAft>
                <a:spcPts val="0"/>
              </a:spcAft>
              <a:buClr>
                <a:schemeClr val="dk1"/>
              </a:buClr>
              <a:buSzPts val="3000"/>
              <a:buFont typeface="Rockwell"/>
              <a:buNone/>
            </a:pPr>
            <a:r>
              <a:rPr b="1" lang="en" sz="3000">
                <a:solidFill>
                  <a:schemeClr val="lt1"/>
                </a:solidFill>
                <a:latin typeface="Twentieth Century"/>
                <a:ea typeface="Twentieth Century"/>
                <a:cs typeface="Twentieth Century"/>
                <a:sym typeface="Twentieth Century"/>
              </a:rPr>
              <a:t>Introduction to GitHub</a:t>
            </a:r>
            <a:endParaRPr b="1" sz="3000">
              <a:solidFill>
                <a:schemeClr val="lt1"/>
              </a:solidFill>
              <a:latin typeface="Twentieth Century"/>
              <a:ea typeface="Twentieth Century"/>
              <a:cs typeface="Twentieth Century"/>
              <a:sym typeface="Twentieth Century"/>
            </a:endParaRPr>
          </a:p>
        </p:txBody>
      </p:sp>
      <p:sp>
        <p:nvSpPr>
          <p:cNvPr id="157" name="Google Shape;157;p7"/>
          <p:cNvSpPr txBox="1"/>
          <p:nvPr/>
        </p:nvSpPr>
        <p:spPr>
          <a:xfrm>
            <a:off x="227725" y="2089675"/>
            <a:ext cx="8646300" cy="2875200"/>
          </a:xfrm>
          <a:prstGeom prst="rect">
            <a:avLst/>
          </a:prstGeom>
          <a:solidFill>
            <a:srgbClr val="FFFFFF"/>
          </a:solidFill>
          <a:ln cap="flat" cmpd="sng" w="9525">
            <a:solidFill>
              <a:srgbClr val="7F7F7F"/>
            </a:solidFill>
            <a:prstDash val="solid"/>
            <a:round/>
            <a:headEnd len="sm" w="sm" type="none"/>
            <a:tailEnd len="sm" w="sm" type="none"/>
          </a:ln>
          <a:effectLst>
            <a:outerShdw blurRad="101600" rotWithShape="0" algn="tl" dir="2700000" dist="50800">
              <a:srgbClr val="000000">
                <a:alpha val="66667"/>
              </a:srgbClr>
            </a:outerShdw>
          </a:effectLst>
        </p:spPr>
        <p:txBody>
          <a:bodyPr anchorCtr="0" anchor="t" bIns="34275" lIns="205725" spcFirstLastPara="1" rIns="68575" wrap="square" tIns="68575">
            <a:noAutofit/>
          </a:bodyPr>
          <a:lstStyle/>
          <a:p>
            <a:pPr indent="-323850" lvl="0" marL="457200" marR="0" rtl="0" algn="l">
              <a:lnSpc>
                <a:spcPct val="150000"/>
              </a:lnSpc>
              <a:spcBef>
                <a:spcPts val="1000"/>
              </a:spcBef>
              <a:spcAft>
                <a:spcPts val="0"/>
              </a:spcAft>
              <a:buClr>
                <a:srgbClr val="000000"/>
              </a:buClr>
              <a:buSzPts val="1500"/>
              <a:buFont typeface="Twentieth Century"/>
              <a:buChar char="➔"/>
            </a:pPr>
            <a:r>
              <a:rPr b="0" i="0" lang="en" sz="1500" u="none" cap="none" strike="noStrike">
                <a:solidFill>
                  <a:srgbClr val="000000"/>
                </a:solidFill>
                <a:latin typeface="Twentieth Century"/>
                <a:ea typeface="Twentieth Century"/>
                <a:cs typeface="Twentieth Century"/>
                <a:sym typeface="Twentieth Century"/>
              </a:rPr>
              <a:t>GitHub is a great platform for backing up, versioning, collaborating on, and sharing code</a:t>
            </a:r>
            <a:endParaRPr b="0" i="0" sz="1500" u="none" cap="none" strike="noStrike">
              <a:solidFill>
                <a:srgbClr val="000000"/>
              </a:solidFill>
              <a:latin typeface="Twentieth Century"/>
              <a:ea typeface="Twentieth Century"/>
              <a:cs typeface="Twentieth Century"/>
              <a:sym typeface="Twentieth Century"/>
            </a:endParaRPr>
          </a:p>
          <a:p>
            <a:pPr indent="-323850" lvl="0" marL="457200" marR="0" rtl="0" algn="l">
              <a:lnSpc>
                <a:spcPct val="150000"/>
              </a:lnSpc>
              <a:spcBef>
                <a:spcPts val="2400"/>
              </a:spcBef>
              <a:spcAft>
                <a:spcPts val="0"/>
              </a:spcAft>
              <a:buClr>
                <a:srgbClr val="000000"/>
              </a:buClr>
              <a:buSzPts val="1500"/>
              <a:buFont typeface="Twentieth Century"/>
              <a:buChar char="➔"/>
            </a:pPr>
            <a:r>
              <a:rPr b="0" i="0" lang="en" sz="1500" u="none" cap="none" strike="noStrike">
                <a:solidFill>
                  <a:srgbClr val="000000"/>
                </a:solidFill>
                <a:latin typeface="Twentieth Century"/>
                <a:ea typeface="Twentieth Century"/>
                <a:cs typeface="Twentieth Century"/>
                <a:sym typeface="Twentieth Century"/>
              </a:rPr>
              <a:t>It can be a great tool for researchers who want to make their work transparent and replicable</a:t>
            </a:r>
            <a:endParaRPr b="0" i="0" sz="1500" u="none" cap="none" strike="noStrike">
              <a:solidFill>
                <a:srgbClr val="000000"/>
              </a:solidFill>
              <a:latin typeface="Twentieth Century"/>
              <a:ea typeface="Twentieth Century"/>
              <a:cs typeface="Twentieth Century"/>
              <a:sym typeface="Twentieth Century"/>
            </a:endParaRPr>
          </a:p>
          <a:p>
            <a:pPr indent="-323850" lvl="0" marL="457200" marR="0" rtl="0" algn="l">
              <a:lnSpc>
                <a:spcPct val="150000"/>
              </a:lnSpc>
              <a:spcBef>
                <a:spcPts val="2400"/>
              </a:spcBef>
              <a:spcAft>
                <a:spcPts val="0"/>
              </a:spcAft>
              <a:buClr>
                <a:srgbClr val="000000"/>
              </a:buClr>
              <a:buSzPts val="1500"/>
              <a:buFont typeface="Twentieth Century"/>
              <a:buChar char="➔"/>
            </a:pPr>
            <a:r>
              <a:rPr b="1" i="0" lang="en" sz="1500" u="sng" cap="none" strike="noStrike">
                <a:solidFill>
                  <a:schemeClr val="hlink"/>
                </a:solidFill>
                <a:latin typeface="Twentieth Century"/>
                <a:ea typeface="Twentieth Century"/>
                <a:cs typeface="Twentieth Century"/>
                <a:sym typeface="Twentieth Century"/>
                <a:hlinkClick r:id="rId3"/>
              </a:rPr>
              <a:t>http://github.com</a:t>
            </a:r>
            <a:r>
              <a:rPr b="1" i="0" lang="en" sz="1500" u="none" cap="none" strike="noStrike">
                <a:solidFill>
                  <a:srgbClr val="000000"/>
                </a:solidFill>
                <a:latin typeface="Twentieth Century"/>
                <a:ea typeface="Twentieth Century"/>
                <a:cs typeface="Twentieth Century"/>
                <a:sym typeface="Twentieth Century"/>
              </a:rPr>
              <a:t>        </a:t>
            </a:r>
            <a:r>
              <a:rPr b="1" i="0" lang="en" sz="1600" u="none" cap="none" strike="noStrike">
                <a:solidFill>
                  <a:srgbClr val="000000"/>
                </a:solidFill>
                <a:latin typeface="Twentieth Century"/>
                <a:ea typeface="Twentieth Century"/>
                <a:cs typeface="Twentieth Century"/>
                <a:sym typeface="Twentieth Century"/>
              </a:rPr>
              <a:t>vs. </a:t>
            </a:r>
            <a:r>
              <a:rPr b="1" i="0" lang="en" sz="1500" u="none" cap="none" strike="noStrike">
                <a:solidFill>
                  <a:srgbClr val="000000"/>
                </a:solidFill>
                <a:latin typeface="Twentieth Century"/>
                <a:ea typeface="Twentieth Century"/>
                <a:cs typeface="Twentieth Century"/>
                <a:sym typeface="Twentieth Century"/>
              </a:rPr>
              <a:t>      </a:t>
            </a:r>
            <a:r>
              <a:rPr b="1" i="0" lang="en" sz="1500" u="sng" cap="none" strike="noStrike">
                <a:solidFill>
                  <a:schemeClr val="hlink"/>
                </a:solidFill>
                <a:latin typeface="Twentieth Century"/>
                <a:ea typeface="Twentieth Century"/>
                <a:cs typeface="Twentieth Century"/>
                <a:sym typeface="Twentieth Century"/>
                <a:hlinkClick r:id="rId4"/>
              </a:rPr>
              <a:t>http://github.austin.utexas.edu/</a:t>
            </a:r>
            <a:r>
              <a:rPr b="1" i="0" lang="en" sz="1500" u="none" cap="none" strike="noStrike">
                <a:solidFill>
                  <a:srgbClr val="000000"/>
                </a:solidFill>
                <a:latin typeface="Twentieth Century"/>
                <a:ea typeface="Twentieth Century"/>
                <a:cs typeface="Twentieth Century"/>
                <a:sym typeface="Twentieth Century"/>
              </a:rPr>
              <a:t> </a:t>
            </a:r>
            <a:r>
              <a:rPr b="0" i="1" lang="en" sz="1400" u="none" cap="none" strike="noStrike">
                <a:solidFill>
                  <a:srgbClr val="000000"/>
                </a:solidFill>
                <a:latin typeface="Twentieth Century"/>
                <a:ea typeface="Twentieth Century"/>
                <a:cs typeface="Twentieth Century"/>
                <a:sym typeface="Twentieth Century"/>
              </a:rPr>
              <a:t>(for faculty &amp; staff)</a:t>
            </a:r>
            <a:endParaRPr b="0" i="1" sz="1400" u="none" cap="none" strike="noStrike">
              <a:solidFill>
                <a:srgbClr val="000000"/>
              </a:solidFill>
              <a:latin typeface="Twentieth Century"/>
              <a:ea typeface="Twentieth Century"/>
              <a:cs typeface="Twentieth Century"/>
              <a:sym typeface="Twentieth Century"/>
            </a:endParaRPr>
          </a:p>
          <a:p>
            <a:pPr indent="-323850" lvl="0" marL="457200" marR="0" rtl="0" algn="l">
              <a:lnSpc>
                <a:spcPct val="150000"/>
              </a:lnSpc>
              <a:spcBef>
                <a:spcPts val="2400"/>
              </a:spcBef>
              <a:spcAft>
                <a:spcPts val="2400"/>
              </a:spcAft>
              <a:buClr>
                <a:srgbClr val="000000"/>
              </a:buClr>
              <a:buSzPts val="1500"/>
              <a:buFont typeface="Twentieth Century"/>
              <a:buChar char="➔"/>
            </a:pPr>
            <a:r>
              <a:rPr b="0" i="0" lang="en" sz="1500" u="none" cap="none" strike="noStrike">
                <a:solidFill>
                  <a:srgbClr val="000000"/>
                </a:solidFill>
                <a:latin typeface="Twentieth Century"/>
                <a:ea typeface="Twentieth Century"/>
                <a:cs typeface="Twentieth Century"/>
                <a:sym typeface="Twentieth Century"/>
              </a:rPr>
              <a:t>You can use GitHub to release code for your own projects or to contribute to other software projects that have been released as open source</a:t>
            </a:r>
            <a:endParaRPr b="0" i="0" sz="1500" u="none" cap="none" strike="noStrike">
              <a:solidFill>
                <a:srgbClr val="000000"/>
              </a:solidFill>
              <a:latin typeface="Twentieth Century"/>
              <a:ea typeface="Twentieth Century"/>
              <a:cs typeface="Twentieth Century"/>
              <a:sym typeface="Twentieth Century"/>
            </a:endParaRPr>
          </a:p>
        </p:txBody>
      </p:sp>
      <p:pic>
        <p:nvPicPr>
          <p:cNvPr id="158" name="Google Shape;158;p7"/>
          <p:cNvPicPr preferRelativeResize="0"/>
          <p:nvPr/>
        </p:nvPicPr>
        <p:blipFill rotWithShape="1">
          <a:blip r:embed="rId5">
            <a:alphaModFix/>
          </a:blip>
          <a:srcRect b="0" l="0" r="0" t="0"/>
          <a:stretch/>
        </p:blipFill>
        <p:spPr>
          <a:xfrm>
            <a:off x="3101525" y="1092775"/>
            <a:ext cx="2940960" cy="768325"/>
          </a:xfrm>
          <a:prstGeom prst="rect">
            <a:avLst/>
          </a:prstGeom>
          <a:noFill/>
          <a:ln>
            <a:noFill/>
          </a:ln>
        </p:spPr>
      </p:pic>
      <p:pic>
        <p:nvPicPr>
          <p:cNvPr descr="Logo of GitHub (Octocat)." id="159" name="Google Shape;159;p7"/>
          <p:cNvPicPr preferRelativeResize="0"/>
          <p:nvPr/>
        </p:nvPicPr>
        <p:blipFill rotWithShape="1">
          <a:blip r:embed="rId6">
            <a:alphaModFix/>
          </a:blip>
          <a:srcRect b="6611" l="9908" r="7658" t="10955"/>
          <a:stretch/>
        </p:blipFill>
        <p:spPr>
          <a:xfrm>
            <a:off x="7926300" y="1003075"/>
            <a:ext cx="947724" cy="947724"/>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 name="Shape 163"/>
        <p:cNvGrpSpPr/>
        <p:nvPr/>
      </p:nvGrpSpPr>
      <p:grpSpPr>
        <a:xfrm>
          <a:off x="0" y="0"/>
          <a:ext cx="0" cy="0"/>
          <a:chOff x="0" y="0"/>
          <a:chExt cx="0" cy="0"/>
        </a:xfrm>
      </p:grpSpPr>
      <p:sp>
        <p:nvSpPr>
          <p:cNvPr id="164" name="Google Shape;164;p8"/>
          <p:cNvSpPr txBox="1"/>
          <p:nvPr>
            <p:ph type="title"/>
          </p:nvPr>
        </p:nvSpPr>
        <p:spPr>
          <a:xfrm>
            <a:off x="-390906" y="260603"/>
            <a:ext cx="9916800" cy="603600"/>
          </a:xfrm>
          <a:prstGeom prst="rect">
            <a:avLst/>
          </a:prstGeom>
          <a:solidFill>
            <a:srgbClr val="B45F06"/>
          </a:solidFill>
          <a:ln cap="flat" cmpd="sng" w="9525">
            <a:solidFill>
              <a:schemeClr val="lt1"/>
            </a:solidFill>
            <a:prstDash val="solid"/>
            <a:round/>
            <a:headEnd len="sm" w="sm" type="none"/>
            <a:tailEnd len="sm" w="sm" type="none"/>
          </a:ln>
          <a:effectLst>
            <a:outerShdw blurRad="57150" rotWithShape="0" algn="bl" dir="5400000" dist="19050">
              <a:srgbClr val="000000">
                <a:alpha val="50196"/>
              </a:srgbClr>
            </a:outerShdw>
          </a:effectLst>
        </p:spPr>
        <p:txBody>
          <a:bodyPr anchorCtr="0" anchor="ctr" bIns="34275" lIns="68575" spcFirstLastPara="1" rIns="68575" wrap="square" tIns="34275">
            <a:noAutofit/>
          </a:bodyPr>
          <a:lstStyle/>
          <a:p>
            <a:pPr indent="0" lvl="0" marL="685800" rtl="0" algn="l">
              <a:lnSpc>
                <a:spcPct val="90000"/>
              </a:lnSpc>
              <a:spcBef>
                <a:spcPts val="0"/>
              </a:spcBef>
              <a:spcAft>
                <a:spcPts val="0"/>
              </a:spcAft>
              <a:buClr>
                <a:schemeClr val="dk1"/>
              </a:buClr>
              <a:buSzPts val="3000"/>
              <a:buFont typeface="Rockwell"/>
              <a:buNone/>
            </a:pPr>
            <a:r>
              <a:rPr b="1" lang="en" sz="2700">
                <a:solidFill>
                  <a:schemeClr val="lt1"/>
                </a:solidFill>
                <a:latin typeface="Twentieth Century"/>
                <a:ea typeface="Twentieth Century"/>
                <a:cs typeface="Twentieth Century"/>
                <a:sym typeface="Twentieth Century"/>
              </a:rPr>
              <a:t>Why Push Research Code to GitHub</a:t>
            </a:r>
            <a:endParaRPr b="1" sz="2700">
              <a:solidFill>
                <a:schemeClr val="lt1"/>
              </a:solidFill>
              <a:latin typeface="Twentieth Century"/>
              <a:ea typeface="Twentieth Century"/>
              <a:cs typeface="Twentieth Century"/>
              <a:sym typeface="Twentieth Century"/>
            </a:endParaRPr>
          </a:p>
        </p:txBody>
      </p:sp>
      <p:sp>
        <p:nvSpPr>
          <p:cNvPr id="165" name="Google Shape;165;p8"/>
          <p:cNvSpPr txBox="1"/>
          <p:nvPr/>
        </p:nvSpPr>
        <p:spPr>
          <a:xfrm>
            <a:off x="244350" y="1043175"/>
            <a:ext cx="8646300" cy="3893700"/>
          </a:xfrm>
          <a:prstGeom prst="rect">
            <a:avLst/>
          </a:prstGeom>
          <a:solidFill>
            <a:srgbClr val="FFFFFF"/>
          </a:solidFill>
          <a:ln cap="flat" cmpd="sng" w="9525">
            <a:solidFill>
              <a:srgbClr val="7F7F7F"/>
            </a:solidFill>
            <a:prstDash val="solid"/>
            <a:round/>
            <a:headEnd len="sm" w="sm" type="none"/>
            <a:tailEnd len="sm" w="sm" type="none"/>
          </a:ln>
          <a:effectLst>
            <a:outerShdw blurRad="101600" rotWithShape="0" algn="tl" dir="2700000" dist="50800">
              <a:srgbClr val="000000">
                <a:alpha val="66667"/>
              </a:srgbClr>
            </a:outerShdw>
          </a:effectLst>
        </p:spPr>
        <p:txBody>
          <a:bodyPr anchorCtr="0" anchor="t" bIns="34275" lIns="205725" spcFirstLastPara="1" rIns="68575" wrap="square" tIns="68575">
            <a:noAutofit/>
          </a:bodyPr>
          <a:lstStyle/>
          <a:p>
            <a:pPr indent="-323850" lvl="0" marL="457200" marR="0" rtl="0" algn="l">
              <a:lnSpc>
                <a:spcPct val="150000"/>
              </a:lnSpc>
              <a:spcBef>
                <a:spcPts val="1000"/>
              </a:spcBef>
              <a:spcAft>
                <a:spcPts val="0"/>
              </a:spcAft>
              <a:buClr>
                <a:srgbClr val="000000"/>
              </a:buClr>
              <a:buSzPts val="1500"/>
              <a:buFont typeface="Twentieth Century"/>
              <a:buChar char="➔"/>
            </a:pPr>
            <a:r>
              <a:rPr b="0" i="0" lang="en" sz="1500" u="none" cap="none" strike="noStrike">
                <a:solidFill>
                  <a:srgbClr val="000000"/>
                </a:solidFill>
                <a:latin typeface="Twentieth Century"/>
                <a:ea typeface="Twentieth Century"/>
                <a:cs typeface="Twentieth Century"/>
                <a:sym typeface="Twentieth Century"/>
              </a:rPr>
              <a:t>Get recognition for your coding work</a:t>
            </a:r>
            <a:endParaRPr b="0" i="0" sz="1500" u="none" cap="none" strike="noStrike">
              <a:solidFill>
                <a:srgbClr val="000000"/>
              </a:solidFill>
              <a:latin typeface="Twentieth Century"/>
              <a:ea typeface="Twentieth Century"/>
              <a:cs typeface="Twentieth Century"/>
              <a:sym typeface="Twentieth Century"/>
            </a:endParaRPr>
          </a:p>
          <a:p>
            <a:pPr indent="-323850" lvl="0" marL="457200" marR="0" rtl="0" algn="l">
              <a:lnSpc>
                <a:spcPct val="150000"/>
              </a:lnSpc>
              <a:spcBef>
                <a:spcPts val="2400"/>
              </a:spcBef>
              <a:spcAft>
                <a:spcPts val="0"/>
              </a:spcAft>
              <a:buClr>
                <a:srgbClr val="000000"/>
              </a:buClr>
              <a:buSzPts val="1500"/>
              <a:buFont typeface="Twentieth Century"/>
              <a:buChar char="➔"/>
            </a:pPr>
            <a:r>
              <a:rPr b="0" i="0" lang="en" sz="1500" u="none" cap="none" strike="noStrike">
                <a:solidFill>
                  <a:srgbClr val="000000"/>
                </a:solidFill>
                <a:latin typeface="Twentieth Century"/>
                <a:ea typeface="Twentieth Century"/>
                <a:cs typeface="Twentieth Century"/>
                <a:sym typeface="Twentieth Century"/>
              </a:rPr>
              <a:t>Share your work with others so that your code can have a greater impact</a:t>
            </a:r>
            <a:endParaRPr b="0" i="0" sz="1500" u="none" cap="none" strike="noStrike">
              <a:solidFill>
                <a:srgbClr val="000000"/>
              </a:solidFill>
              <a:latin typeface="Twentieth Century"/>
              <a:ea typeface="Twentieth Century"/>
              <a:cs typeface="Twentieth Century"/>
              <a:sym typeface="Twentieth Century"/>
            </a:endParaRPr>
          </a:p>
          <a:p>
            <a:pPr indent="-323850" lvl="0" marL="457200" marR="0" rtl="0" algn="l">
              <a:lnSpc>
                <a:spcPct val="150000"/>
              </a:lnSpc>
              <a:spcBef>
                <a:spcPts val="2400"/>
              </a:spcBef>
              <a:spcAft>
                <a:spcPts val="0"/>
              </a:spcAft>
              <a:buClr>
                <a:srgbClr val="000000"/>
              </a:buClr>
              <a:buSzPts val="1500"/>
              <a:buFont typeface="Twentieth Century"/>
              <a:buChar char="➔"/>
            </a:pPr>
            <a:r>
              <a:rPr b="0" i="0" lang="en" sz="1500" u="none" cap="none" strike="noStrike">
                <a:solidFill>
                  <a:schemeClr val="dk1"/>
                </a:solidFill>
                <a:latin typeface="Twentieth Century"/>
                <a:ea typeface="Twentieth Century"/>
                <a:cs typeface="Twentieth Century"/>
                <a:sym typeface="Twentieth Century"/>
              </a:rPr>
              <a:t>Make code backups, versioning, and publishing relatively easy</a:t>
            </a:r>
            <a:endParaRPr b="0" i="0" sz="1500" u="none" cap="none" strike="noStrike">
              <a:solidFill>
                <a:srgbClr val="000000"/>
              </a:solidFill>
              <a:latin typeface="Twentieth Century"/>
              <a:ea typeface="Twentieth Century"/>
              <a:cs typeface="Twentieth Century"/>
              <a:sym typeface="Twentieth Century"/>
            </a:endParaRPr>
          </a:p>
          <a:p>
            <a:pPr indent="-323850" lvl="0" marL="457200" marR="0" rtl="0" algn="l">
              <a:lnSpc>
                <a:spcPct val="150000"/>
              </a:lnSpc>
              <a:spcBef>
                <a:spcPts val="2400"/>
              </a:spcBef>
              <a:spcAft>
                <a:spcPts val="0"/>
              </a:spcAft>
              <a:buClr>
                <a:srgbClr val="000000"/>
              </a:buClr>
              <a:buSzPts val="1500"/>
              <a:buFont typeface="Twentieth Century"/>
              <a:buChar char="➔"/>
            </a:pPr>
            <a:r>
              <a:rPr b="0" i="0" lang="en" sz="1500" u="none" cap="none" strike="noStrike">
                <a:solidFill>
                  <a:srgbClr val="000000"/>
                </a:solidFill>
                <a:latin typeface="Twentieth Century"/>
                <a:ea typeface="Twentieth Century"/>
                <a:cs typeface="Twentieth Century"/>
                <a:sym typeface="Twentieth Century"/>
              </a:rPr>
              <a:t>Potentially benefit from others finding bugs and submitting pull requests for code improvements</a:t>
            </a:r>
            <a:endParaRPr b="0" i="0" sz="1500" u="none" cap="none" strike="noStrike">
              <a:solidFill>
                <a:srgbClr val="000000"/>
              </a:solidFill>
              <a:latin typeface="Twentieth Century"/>
              <a:ea typeface="Twentieth Century"/>
              <a:cs typeface="Twentieth Century"/>
              <a:sym typeface="Twentieth Century"/>
            </a:endParaRPr>
          </a:p>
          <a:p>
            <a:pPr indent="-323850" lvl="0" marL="457200" marR="0" rtl="0" algn="l">
              <a:lnSpc>
                <a:spcPct val="150000"/>
              </a:lnSpc>
              <a:spcBef>
                <a:spcPts val="2400"/>
              </a:spcBef>
              <a:spcAft>
                <a:spcPts val="0"/>
              </a:spcAft>
              <a:buClr>
                <a:srgbClr val="000000"/>
              </a:buClr>
              <a:buSzPts val="1500"/>
              <a:buFont typeface="Twentieth Century"/>
              <a:buChar char="➔"/>
            </a:pPr>
            <a:r>
              <a:rPr b="0" i="0" lang="en" sz="1500" u="none" cap="none" strike="noStrike">
                <a:solidFill>
                  <a:srgbClr val="000000"/>
                </a:solidFill>
                <a:latin typeface="Twentieth Century"/>
                <a:ea typeface="Twentieth Century"/>
                <a:cs typeface="Twentieth Century"/>
                <a:sym typeface="Twentieth Century"/>
              </a:rPr>
              <a:t>Help make your research workflows reproducible</a:t>
            </a:r>
            <a:endParaRPr b="0" i="0" sz="1500" u="none" cap="none" strike="noStrike">
              <a:solidFill>
                <a:srgbClr val="000000"/>
              </a:solidFill>
              <a:latin typeface="Twentieth Century"/>
              <a:ea typeface="Twentieth Century"/>
              <a:cs typeface="Twentieth Century"/>
              <a:sym typeface="Twentieth Century"/>
            </a:endParaRPr>
          </a:p>
          <a:p>
            <a:pPr indent="-323850" lvl="0" marL="457200" marR="0" rtl="0" algn="l">
              <a:lnSpc>
                <a:spcPct val="150000"/>
              </a:lnSpc>
              <a:spcBef>
                <a:spcPts val="2400"/>
              </a:spcBef>
              <a:spcAft>
                <a:spcPts val="2400"/>
              </a:spcAft>
              <a:buClr>
                <a:srgbClr val="000000"/>
              </a:buClr>
              <a:buSzPts val="1500"/>
              <a:buFont typeface="Twentieth Century"/>
              <a:buChar char="➔"/>
            </a:pPr>
            <a:r>
              <a:rPr b="0" i="0" lang="en" sz="1500" u="none" cap="none" strike="noStrike">
                <a:solidFill>
                  <a:schemeClr val="dk1"/>
                </a:solidFill>
                <a:latin typeface="Twentieth Century"/>
                <a:ea typeface="Twentieth Century"/>
                <a:cs typeface="Twentieth Century"/>
                <a:sym typeface="Twentieth Century"/>
              </a:rPr>
              <a:t>Enterprise GitHub and private repositories allow for secure and controlled code management</a:t>
            </a:r>
            <a:endParaRPr b="0" i="0" sz="1500" u="none" cap="none" strike="noStrike">
              <a:solidFill>
                <a:srgbClr val="000000"/>
              </a:solidFill>
              <a:latin typeface="Twentieth Century"/>
              <a:ea typeface="Twentieth Century"/>
              <a:cs typeface="Twentieth Century"/>
              <a:sym typeface="Twentieth Century"/>
            </a:endParaRPr>
          </a:p>
        </p:txBody>
      </p:sp>
      <p:pic>
        <p:nvPicPr>
          <p:cNvPr descr="More stylized GitHub logo for the GitHub blog showing a colored and more detailed Octocat." id="166" name="Google Shape;166;p8"/>
          <p:cNvPicPr preferRelativeResize="0"/>
          <p:nvPr/>
        </p:nvPicPr>
        <p:blipFill rotWithShape="1">
          <a:blip r:embed="rId3">
            <a:alphaModFix/>
          </a:blip>
          <a:srcRect b="0" l="21982" r="20592" t="0"/>
          <a:stretch/>
        </p:blipFill>
        <p:spPr>
          <a:xfrm>
            <a:off x="7157775" y="1101400"/>
            <a:ext cx="1649899" cy="147035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 name="Shape 170"/>
        <p:cNvGrpSpPr/>
        <p:nvPr/>
      </p:nvGrpSpPr>
      <p:grpSpPr>
        <a:xfrm>
          <a:off x="0" y="0"/>
          <a:ext cx="0" cy="0"/>
          <a:chOff x="0" y="0"/>
          <a:chExt cx="0" cy="0"/>
        </a:xfrm>
      </p:grpSpPr>
      <p:sp>
        <p:nvSpPr>
          <p:cNvPr id="171" name="Google Shape;171;p9"/>
          <p:cNvSpPr txBox="1"/>
          <p:nvPr>
            <p:ph type="title"/>
          </p:nvPr>
        </p:nvSpPr>
        <p:spPr>
          <a:xfrm>
            <a:off x="-390906" y="260603"/>
            <a:ext cx="9916800" cy="603600"/>
          </a:xfrm>
          <a:prstGeom prst="rect">
            <a:avLst/>
          </a:prstGeom>
          <a:solidFill>
            <a:srgbClr val="B45F06"/>
          </a:solidFill>
          <a:ln cap="flat" cmpd="sng" w="9525">
            <a:solidFill>
              <a:schemeClr val="lt1"/>
            </a:solidFill>
            <a:prstDash val="solid"/>
            <a:round/>
            <a:headEnd len="sm" w="sm" type="none"/>
            <a:tailEnd len="sm" w="sm" type="none"/>
          </a:ln>
          <a:effectLst>
            <a:outerShdw blurRad="57150" rotWithShape="0" algn="bl" dir="5400000" dist="19050">
              <a:srgbClr val="000000">
                <a:alpha val="50196"/>
              </a:srgbClr>
            </a:outerShdw>
          </a:effectLst>
        </p:spPr>
        <p:txBody>
          <a:bodyPr anchorCtr="0" anchor="ctr" bIns="34275" lIns="68575" spcFirstLastPara="1" rIns="68575" wrap="square" tIns="34275">
            <a:noAutofit/>
          </a:bodyPr>
          <a:lstStyle/>
          <a:p>
            <a:pPr indent="0" lvl="0" marL="685800" rtl="0" algn="l">
              <a:lnSpc>
                <a:spcPct val="90000"/>
              </a:lnSpc>
              <a:spcBef>
                <a:spcPts val="0"/>
              </a:spcBef>
              <a:spcAft>
                <a:spcPts val="0"/>
              </a:spcAft>
              <a:buClr>
                <a:schemeClr val="dk1"/>
              </a:buClr>
              <a:buSzPts val="3000"/>
              <a:buFont typeface="Rockwell"/>
              <a:buNone/>
            </a:pPr>
            <a:r>
              <a:rPr b="1" lang="en" sz="3000">
                <a:solidFill>
                  <a:schemeClr val="lt1"/>
                </a:solidFill>
                <a:latin typeface="Twentieth Century"/>
                <a:ea typeface="Twentieth Century"/>
                <a:cs typeface="Twentieth Century"/>
                <a:sym typeface="Twentieth Century"/>
              </a:rPr>
              <a:t>GitHub Terminology to Know</a:t>
            </a:r>
            <a:endParaRPr b="1" sz="3000">
              <a:solidFill>
                <a:schemeClr val="lt1"/>
              </a:solidFill>
              <a:latin typeface="Twentieth Century"/>
              <a:ea typeface="Twentieth Century"/>
              <a:cs typeface="Twentieth Century"/>
              <a:sym typeface="Twentieth Century"/>
            </a:endParaRPr>
          </a:p>
        </p:txBody>
      </p:sp>
      <p:sp>
        <p:nvSpPr>
          <p:cNvPr id="172" name="Google Shape;172;p9"/>
          <p:cNvSpPr txBox="1"/>
          <p:nvPr/>
        </p:nvSpPr>
        <p:spPr>
          <a:xfrm>
            <a:off x="190450" y="1023975"/>
            <a:ext cx="8802600" cy="3931500"/>
          </a:xfrm>
          <a:prstGeom prst="rect">
            <a:avLst/>
          </a:prstGeom>
          <a:solidFill>
            <a:srgbClr val="FFFFFF"/>
          </a:solidFill>
          <a:ln cap="flat" cmpd="sng" w="9525">
            <a:solidFill>
              <a:srgbClr val="7F7F7F"/>
            </a:solidFill>
            <a:prstDash val="solid"/>
            <a:round/>
            <a:headEnd len="sm" w="sm" type="none"/>
            <a:tailEnd len="sm" w="sm" type="none"/>
          </a:ln>
          <a:effectLst>
            <a:outerShdw blurRad="101600" rotWithShape="0" algn="tl" dir="2700000" dist="50800">
              <a:srgbClr val="000000">
                <a:alpha val="66667"/>
              </a:srgbClr>
            </a:outerShdw>
          </a:effectLst>
        </p:spPr>
        <p:txBody>
          <a:bodyPr anchorCtr="0" anchor="t" bIns="34275" lIns="205725" spcFirstLastPara="1" rIns="68575" wrap="square" tIns="246875">
            <a:noAutofit/>
          </a:bodyPr>
          <a:lstStyle/>
          <a:p>
            <a:pPr indent="-330200" lvl="0" marL="457200" marR="0" rtl="0" algn="l">
              <a:lnSpc>
                <a:spcPct val="150000"/>
              </a:lnSpc>
              <a:spcBef>
                <a:spcPts val="0"/>
              </a:spcBef>
              <a:spcAft>
                <a:spcPts val="0"/>
              </a:spcAft>
              <a:buClr>
                <a:srgbClr val="000000"/>
              </a:buClr>
              <a:buSzPts val="1600"/>
              <a:buFont typeface="Twentieth Century"/>
              <a:buChar char="➔"/>
            </a:pPr>
            <a:r>
              <a:rPr b="1" i="0" lang="en" sz="1600" u="none" cap="none" strike="noStrike">
                <a:solidFill>
                  <a:schemeClr val="dk1"/>
                </a:solidFill>
                <a:latin typeface="Twentieth Century"/>
                <a:ea typeface="Twentieth Century"/>
                <a:cs typeface="Twentieth Century"/>
                <a:sym typeface="Twentieth Century"/>
              </a:rPr>
              <a:t>Git </a:t>
            </a:r>
            <a:r>
              <a:rPr b="0" i="0" lang="en" sz="1600" u="none" cap="none" strike="noStrike">
                <a:solidFill>
                  <a:schemeClr val="dk1"/>
                </a:solidFill>
                <a:latin typeface="Twentieth Century"/>
                <a:ea typeface="Twentieth Century"/>
                <a:cs typeface="Twentieth Century"/>
                <a:sym typeface="Twentieth Century"/>
              </a:rPr>
              <a:t>	</a:t>
            </a:r>
            <a:r>
              <a:rPr b="0" i="0" lang="en" sz="1400" u="none" cap="none" strike="noStrike">
                <a:solidFill>
                  <a:schemeClr val="dk1"/>
                </a:solidFill>
                <a:latin typeface="Twentieth Century"/>
                <a:ea typeface="Twentieth Century"/>
                <a:cs typeface="Twentieth Century"/>
                <a:sym typeface="Twentieth Century"/>
              </a:rPr>
              <a:t>		Open source software used to track and manage versions of files containing text</a:t>
            </a:r>
            <a:endParaRPr b="0" i="0" sz="1400" u="none" cap="none" strike="noStrike">
              <a:solidFill>
                <a:srgbClr val="000000"/>
              </a:solidFill>
              <a:latin typeface="Twentieth Century"/>
              <a:ea typeface="Twentieth Century"/>
              <a:cs typeface="Twentieth Century"/>
              <a:sym typeface="Twentieth Century"/>
            </a:endParaRPr>
          </a:p>
          <a:p>
            <a:pPr indent="-330200" lvl="0" marL="457200" marR="0" rtl="0" algn="l">
              <a:lnSpc>
                <a:spcPct val="150000"/>
              </a:lnSpc>
              <a:spcBef>
                <a:spcPts val="1300"/>
              </a:spcBef>
              <a:spcAft>
                <a:spcPts val="0"/>
              </a:spcAft>
              <a:buClr>
                <a:srgbClr val="000000"/>
              </a:buClr>
              <a:buSzPts val="1600"/>
              <a:buFont typeface="Twentieth Century"/>
              <a:buChar char="➔"/>
            </a:pPr>
            <a:r>
              <a:rPr b="1" i="0" lang="en" sz="1600" u="none" cap="none" strike="noStrike">
                <a:solidFill>
                  <a:srgbClr val="000000"/>
                </a:solidFill>
                <a:latin typeface="Twentieth Century"/>
                <a:ea typeface="Twentieth Century"/>
                <a:cs typeface="Twentieth Century"/>
                <a:sym typeface="Twentieth Century"/>
              </a:rPr>
              <a:t>Repository	</a:t>
            </a:r>
            <a:r>
              <a:rPr b="0" i="0" lang="en" sz="1400" u="none" cap="none" strike="noStrike">
                <a:solidFill>
                  <a:srgbClr val="000000"/>
                </a:solidFill>
                <a:latin typeface="Twentieth Century"/>
                <a:ea typeface="Twentieth Century"/>
                <a:cs typeface="Twentieth Century"/>
                <a:sym typeface="Twentieth Century"/>
              </a:rPr>
              <a:t>	A container for all of a project’s files, they can be public or private</a:t>
            </a:r>
            <a:endParaRPr b="0" i="0" sz="1400" u="none" cap="none" strike="noStrike">
              <a:solidFill>
                <a:srgbClr val="000000"/>
              </a:solidFill>
              <a:latin typeface="Twentieth Century"/>
              <a:ea typeface="Twentieth Century"/>
              <a:cs typeface="Twentieth Century"/>
              <a:sym typeface="Twentieth Century"/>
            </a:endParaRPr>
          </a:p>
          <a:p>
            <a:pPr indent="-317500" lvl="0" marL="457200" marR="0" rtl="0" algn="l">
              <a:lnSpc>
                <a:spcPct val="150000"/>
              </a:lnSpc>
              <a:spcBef>
                <a:spcPts val="1300"/>
              </a:spcBef>
              <a:spcAft>
                <a:spcPts val="0"/>
              </a:spcAft>
              <a:buClr>
                <a:srgbClr val="000000"/>
              </a:buClr>
              <a:buSzPts val="1400"/>
              <a:buFont typeface="Arial"/>
              <a:buChar char="➔"/>
            </a:pPr>
            <a:r>
              <a:rPr b="1" i="0" lang="en" sz="1600" u="none" cap="none" strike="noStrike">
                <a:solidFill>
                  <a:srgbClr val="000000"/>
                </a:solidFill>
                <a:latin typeface="Twentieth Century"/>
                <a:ea typeface="Twentieth Century"/>
                <a:cs typeface="Twentieth Century"/>
                <a:sym typeface="Twentieth Century"/>
              </a:rPr>
              <a:t>Commit</a:t>
            </a:r>
            <a:r>
              <a:rPr b="0" i="0" lang="en" sz="1600" u="none" cap="none" strike="noStrike">
                <a:solidFill>
                  <a:srgbClr val="000000"/>
                </a:solidFill>
                <a:latin typeface="Twentieth Century"/>
                <a:ea typeface="Twentieth Century"/>
                <a:cs typeface="Twentieth Century"/>
                <a:sym typeface="Twentieth Century"/>
              </a:rPr>
              <a:t>	</a:t>
            </a:r>
            <a:r>
              <a:rPr b="0" i="0" lang="en" sz="1400" u="none" cap="none" strike="noStrike">
                <a:solidFill>
                  <a:srgbClr val="000000"/>
                </a:solidFill>
                <a:latin typeface="Twentieth Century"/>
                <a:ea typeface="Twentieth Century"/>
                <a:cs typeface="Twentieth Century"/>
                <a:sym typeface="Twentieth Century"/>
              </a:rPr>
              <a:t>	An individual change to a set of files in a repository</a:t>
            </a:r>
            <a:endParaRPr b="0" i="0" sz="1400" u="none" cap="none" strike="noStrike">
              <a:solidFill>
                <a:srgbClr val="000000"/>
              </a:solidFill>
              <a:latin typeface="Twentieth Century"/>
              <a:ea typeface="Twentieth Century"/>
              <a:cs typeface="Twentieth Century"/>
              <a:sym typeface="Twentieth Century"/>
            </a:endParaRPr>
          </a:p>
          <a:p>
            <a:pPr indent="-317500" lvl="0" marL="457200" marR="0" rtl="0" algn="l">
              <a:lnSpc>
                <a:spcPct val="150000"/>
              </a:lnSpc>
              <a:spcBef>
                <a:spcPts val="1300"/>
              </a:spcBef>
              <a:spcAft>
                <a:spcPts val="0"/>
              </a:spcAft>
              <a:buClr>
                <a:srgbClr val="000000"/>
              </a:buClr>
              <a:buSzPts val="1400"/>
              <a:buFont typeface="Arial"/>
              <a:buChar char="➔"/>
            </a:pPr>
            <a:r>
              <a:rPr b="1" i="0" lang="en" sz="1600" u="none" cap="none" strike="noStrike">
                <a:solidFill>
                  <a:srgbClr val="000000"/>
                </a:solidFill>
                <a:latin typeface="Twentieth Century"/>
                <a:ea typeface="Twentieth Century"/>
                <a:cs typeface="Twentieth Century"/>
                <a:sym typeface="Twentieth Century"/>
              </a:rPr>
              <a:t>Versioning</a:t>
            </a:r>
            <a:r>
              <a:rPr b="0" i="0" lang="en" sz="1600" u="none" cap="none" strike="noStrike">
                <a:solidFill>
                  <a:srgbClr val="000000"/>
                </a:solidFill>
                <a:latin typeface="Twentieth Century"/>
                <a:ea typeface="Twentieth Century"/>
                <a:cs typeface="Twentieth Century"/>
                <a:sym typeface="Twentieth Century"/>
              </a:rPr>
              <a:t>		</a:t>
            </a:r>
            <a:r>
              <a:rPr b="0" i="0" lang="en" sz="1400" u="none" cap="none" strike="noStrike">
                <a:solidFill>
                  <a:srgbClr val="000000"/>
                </a:solidFill>
                <a:latin typeface="Twentieth Century"/>
                <a:ea typeface="Twentieth Century"/>
                <a:cs typeface="Twentieth Century"/>
                <a:sym typeface="Twentieth Century"/>
              </a:rPr>
              <a:t>Tracking and saving records of changes to files over time</a:t>
            </a:r>
            <a:endParaRPr b="0" i="0" sz="1400" u="none" cap="none" strike="noStrike">
              <a:solidFill>
                <a:srgbClr val="000000"/>
              </a:solidFill>
              <a:latin typeface="Twentieth Century"/>
              <a:ea typeface="Twentieth Century"/>
              <a:cs typeface="Twentieth Century"/>
              <a:sym typeface="Twentieth Century"/>
            </a:endParaRPr>
          </a:p>
          <a:p>
            <a:pPr indent="-317500" lvl="0" marL="457200" marR="0" rtl="0" algn="l">
              <a:lnSpc>
                <a:spcPct val="150000"/>
              </a:lnSpc>
              <a:spcBef>
                <a:spcPts val="1300"/>
              </a:spcBef>
              <a:spcAft>
                <a:spcPts val="0"/>
              </a:spcAft>
              <a:buClr>
                <a:srgbClr val="000000"/>
              </a:buClr>
              <a:buSzPts val="1400"/>
              <a:buFont typeface="Arial"/>
              <a:buChar char="➔"/>
            </a:pPr>
            <a:r>
              <a:rPr b="1" i="0" lang="en" sz="1600" u="none" cap="none" strike="noStrike">
                <a:solidFill>
                  <a:srgbClr val="000000"/>
                </a:solidFill>
                <a:latin typeface="Twentieth Century"/>
                <a:ea typeface="Twentieth Century"/>
                <a:cs typeface="Twentieth Century"/>
                <a:sym typeface="Twentieth Century"/>
              </a:rPr>
              <a:t>Pull Request</a:t>
            </a:r>
            <a:r>
              <a:rPr b="0" i="0" lang="en" sz="1600" u="none" cap="none" strike="noStrike">
                <a:solidFill>
                  <a:srgbClr val="000000"/>
                </a:solidFill>
                <a:latin typeface="Twentieth Century"/>
                <a:ea typeface="Twentieth Century"/>
                <a:cs typeface="Twentieth Century"/>
                <a:sym typeface="Twentieth Century"/>
              </a:rPr>
              <a:t> </a:t>
            </a:r>
            <a:r>
              <a:rPr b="0" i="0" lang="en" sz="1400" u="none" cap="none" strike="noStrike">
                <a:solidFill>
                  <a:srgbClr val="000000"/>
                </a:solidFill>
                <a:latin typeface="Twentieth Century"/>
                <a:ea typeface="Twentieth Century"/>
                <a:cs typeface="Twentieth Century"/>
                <a:sym typeface="Twentieth Century"/>
              </a:rPr>
              <a:t>	Proposed changes to a files in a repository that can be accepted or rejected</a:t>
            </a:r>
            <a:endParaRPr b="0" i="0" sz="1400" u="none" cap="none" strike="noStrike">
              <a:solidFill>
                <a:srgbClr val="000000"/>
              </a:solidFill>
              <a:latin typeface="Twentieth Century"/>
              <a:ea typeface="Twentieth Century"/>
              <a:cs typeface="Twentieth Century"/>
              <a:sym typeface="Twentieth Century"/>
            </a:endParaRPr>
          </a:p>
          <a:p>
            <a:pPr indent="-317500" lvl="0" marL="457200" marR="0" rtl="0" algn="l">
              <a:lnSpc>
                <a:spcPct val="150000"/>
              </a:lnSpc>
              <a:spcBef>
                <a:spcPts val="1300"/>
              </a:spcBef>
              <a:spcAft>
                <a:spcPts val="0"/>
              </a:spcAft>
              <a:buClr>
                <a:srgbClr val="000000"/>
              </a:buClr>
              <a:buSzPts val="1400"/>
              <a:buFont typeface="Twentieth Century"/>
              <a:buChar char="➔"/>
            </a:pPr>
            <a:r>
              <a:rPr b="1" i="0" lang="en" sz="1600" u="none" cap="none" strike="noStrike">
                <a:solidFill>
                  <a:srgbClr val="000000"/>
                </a:solidFill>
                <a:latin typeface="Twentieth Century"/>
                <a:ea typeface="Twentieth Century"/>
                <a:cs typeface="Twentieth Century"/>
                <a:sym typeface="Twentieth Century"/>
              </a:rPr>
              <a:t>ReadMe file	</a:t>
            </a:r>
            <a:r>
              <a:rPr b="0" i="0" lang="en" sz="1400" u="none" cap="none" strike="noStrike">
                <a:solidFill>
                  <a:srgbClr val="000000"/>
                </a:solidFill>
                <a:latin typeface="Twentieth Century"/>
                <a:ea typeface="Twentieth Century"/>
                <a:cs typeface="Twentieth Century"/>
                <a:sym typeface="Twentieth Century"/>
              </a:rPr>
              <a:t>A file that defines the content on the repo landing page and provides essential project info</a:t>
            </a:r>
            <a:endParaRPr b="0" i="0" sz="1400" u="none" cap="none" strike="noStrike">
              <a:solidFill>
                <a:srgbClr val="000000"/>
              </a:solidFill>
              <a:latin typeface="Twentieth Century"/>
              <a:ea typeface="Twentieth Century"/>
              <a:cs typeface="Twentieth Century"/>
              <a:sym typeface="Twentieth Century"/>
            </a:endParaRPr>
          </a:p>
          <a:p>
            <a:pPr indent="-330200" lvl="0" marL="457200" marR="0" rtl="0" algn="l">
              <a:lnSpc>
                <a:spcPct val="150000"/>
              </a:lnSpc>
              <a:spcBef>
                <a:spcPts val="1300"/>
              </a:spcBef>
              <a:spcAft>
                <a:spcPts val="1300"/>
              </a:spcAft>
              <a:buClr>
                <a:srgbClr val="000000"/>
              </a:buClr>
              <a:buSzPts val="1600"/>
              <a:buFont typeface="Twentieth Century"/>
              <a:buChar char="➔"/>
            </a:pPr>
            <a:r>
              <a:rPr b="1" i="0" lang="en" sz="1600" u="none" cap="none" strike="noStrike">
                <a:solidFill>
                  <a:srgbClr val="000000"/>
                </a:solidFill>
                <a:latin typeface="Twentieth Century"/>
                <a:ea typeface="Twentieth Century"/>
                <a:cs typeface="Twentieth Century"/>
                <a:sym typeface="Twentieth Century"/>
              </a:rPr>
              <a:t>Git Ignore file	</a:t>
            </a:r>
            <a:r>
              <a:rPr b="0" i="0" lang="en" sz="1400" u="none" cap="none" strike="noStrike">
                <a:solidFill>
                  <a:srgbClr val="000000"/>
                </a:solidFill>
                <a:latin typeface="Twentieth Century"/>
                <a:ea typeface="Twentieth Century"/>
                <a:cs typeface="Twentieth Century"/>
                <a:sym typeface="Twentieth Century"/>
              </a:rPr>
              <a:t>A file in a git repository that describes files which should </a:t>
            </a:r>
            <a:r>
              <a:rPr b="1" i="0" lang="en" sz="1400" u="none" cap="none" strike="noStrike">
                <a:solidFill>
                  <a:srgbClr val="000000"/>
                </a:solidFill>
                <a:latin typeface="Twentieth Century"/>
                <a:ea typeface="Twentieth Century"/>
                <a:cs typeface="Twentieth Century"/>
                <a:sym typeface="Twentieth Century"/>
              </a:rPr>
              <a:t>not</a:t>
            </a:r>
            <a:r>
              <a:rPr b="0" i="0" lang="en" sz="1400" u="none" cap="none" strike="noStrike">
                <a:solidFill>
                  <a:srgbClr val="000000"/>
                </a:solidFill>
                <a:latin typeface="Twentieth Century"/>
                <a:ea typeface="Twentieth Century"/>
                <a:cs typeface="Twentieth Century"/>
                <a:sym typeface="Twentieth Century"/>
              </a:rPr>
              <a:t> be shared publicly</a:t>
            </a:r>
            <a:endParaRPr b="0" i="0" sz="1400" u="none" cap="none" strike="noStrike">
              <a:solidFill>
                <a:srgbClr val="000000"/>
              </a:solidFill>
              <a:latin typeface="Twentieth Century"/>
              <a:ea typeface="Twentieth Century"/>
              <a:cs typeface="Twentieth Century"/>
              <a:sym typeface="Twentieth Century"/>
            </a:endParaRPr>
          </a:p>
        </p:txBody>
      </p:sp>
      <p:pic>
        <p:nvPicPr>
          <p:cNvPr descr="Logo for git software version control." id="173" name="Google Shape;173;p9"/>
          <p:cNvPicPr preferRelativeResize="0"/>
          <p:nvPr/>
        </p:nvPicPr>
        <p:blipFill rotWithShape="1">
          <a:blip r:embed="rId3">
            <a:alphaModFix/>
          </a:blip>
          <a:srcRect b="0" l="0" r="0" t="0"/>
          <a:stretch/>
        </p:blipFill>
        <p:spPr>
          <a:xfrm>
            <a:off x="8198475" y="1295775"/>
            <a:ext cx="683423" cy="285324"/>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 name="Shape 177"/>
        <p:cNvGrpSpPr/>
        <p:nvPr/>
      </p:nvGrpSpPr>
      <p:grpSpPr>
        <a:xfrm>
          <a:off x="0" y="0"/>
          <a:ext cx="0" cy="0"/>
          <a:chOff x="0" y="0"/>
          <a:chExt cx="0" cy="0"/>
        </a:xfrm>
      </p:grpSpPr>
      <p:sp>
        <p:nvSpPr>
          <p:cNvPr id="178" name="Google Shape;178;p10"/>
          <p:cNvSpPr txBox="1"/>
          <p:nvPr>
            <p:ph type="title"/>
          </p:nvPr>
        </p:nvSpPr>
        <p:spPr>
          <a:xfrm>
            <a:off x="-390906" y="260603"/>
            <a:ext cx="9916800" cy="603600"/>
          </a:xfrm>
          <a:prstGeom prst="rect">
            <a:avLst/>
          </a:prstGeom>
          <a:solidFill>
            <a:srgbClr val="B45F06"/>
          </a:solidFill>
          <a:ln cap="flat" cmpd="sng" w="9525">
            <a:solidFill>
              <a:schemeClr val="lt1"/>
            </a:solidFill>
            <a:prstDash val="solid"/>
            <a:round/>
            <a:headEnd len="sm" w="sm" type="none"/>
            <a:tailEnd len="sm" w="sm" type="none"/>
          </a:ln>
          <a:effectLst>
            <a:outerShdw blurRad="57150" rotWithShape="0" algn="bl" dir="5400000" dist="19050">
              <a:srgbClr val="000000">
                <a:alpha val="50196"/>
              </a:srgbClr>
            </a:outerShdw>
          </a:effectLst>
        </p:spPr>
        <p:txBody>
          <a:bodyPr anchorCtr="0" anchor="ctr" bIns="34275" lIns="68575" spcFirstLastPara="1" rIns="68575" wrap="square" tIns="34275">
            <a:noAutofit/>
          </a:bodyPr>
          <a:lstStyle/>
          <a:p>
            <a:pPr indent="0" lvl="0" marL="685800" rtl="0" algn="l">
              <a:lnSpc>
                <a:spcPct val="90000"/>
              </a:lnSpc>
              <a:spcBef>
                <a:spcPts val="0"/>
              </a:spcBef>
              <a:spcAft>
                <a:spcPts val="0"/>
              </a:spcAft>
              <a:buClr>
                <a:schemeClr val="dk1"/>
              </a:buClr>
              <a:buSzPts val="3000"/>
              <a:buFont typeface="Rockwell"/>
              <a:buNone/>
            </a:pPr>
            <a:r>
              <a:rPr b="1" lang="en" sz="3000">
                <a:solidFill>
                  <a:schemeClr val="lt1"/>
                </a:solidFill>
                <a:latin typeface="Twentieth Century"/>
                <a:ea typeface="Twentieth Century"/>
                <a:cs typeface="Twentieth Century"/>
                <a:sym typeface="Twentieth Century"/>
              </a:rPr>
              <a:t>Getting Started with GitHub</a:t>
            </a:r>
            <a:endParaRPr b="1" sz="3000">
              <a:solidFill>
                <a:schemeClr val="lt1"/>
              </a:solidFill>
              <a:latin typeface="Twentieth Century"/>
              <a:ea typeface="Twentieth Century"/>
              <a:cs typeface="Twentieth Century"/>
              <a:sym typeface="Twentieth Century"/>
            </a:endParaRPr>
          </a:p>
        </p:txBody>
      </p:sp>
      <p:sp>
        <p:nvSpPr>
          <p:cNvPr id="179" name="Google Shape;179;p10"/>
          <p:cNvSpPr txBox="1"/>
          <p:nvPr/>
        </p:nvSpPr>
        <p:spPr>
          <a:xfrm>
            <a:off x="256200" y="979350"/>
            <a:ext cx="6065100" cy="4060800"/>
          </a:xfrm>
          <a:prstGeom prst="rect">
            <a:avLst/>
          </a:prstGeom>
          <a:solidFill>
            <a:srgbClr val="FFFFFF"/>
          </a:solidFill>
          <a:ln cap="flat" cmpd="sng" w="9525">
            <a:solidFill>
              <a:srgbClr val="7F7F7F"/>
            </a:solidFill>
            <a:prstDash val="solid"/>
            <a:round/>
            <a:headEnd len="sm" w="sm" type="none"/>
            <a:tailEnd len="sm" w="sm" type="none"/>
          </a:ln>
          <a:effectLst>
            <a:outerShdw blurRad="101600" rotWithShape="0" algn="tl" dir="2700000" dist="50800">
              <a:srgbClr val="000000">
                <a:alpha val="66667"/>
              </a:srgbClr>
            </a:outerShdw>
          </a:effectLst>
        </p:spPr>
        <p:txBody>
          <a:bodyPr anchorCtr="0" anchor="t" bIns="34275" lIns="205725" spcFirstLastPara="1" rIns="68575" wrap="square" tIns="246875">
            <a:noAutofit/>
          </a:bodyPr>
          <a:lstStyle/>
          <a:p>
            <a:pPr indent="-317500" lvl="0" marL="457200" marR="0" rtl="0" algn="l">
              <a:lnSpc>
                <a:spcPct val="115000"/>
              </a:lnSpc>
              <a:spcBef>
                <a:spcPts val="0"/>
              </a:spcBef>
              <a:spcAft>
                <a:spcPts val="0"/>
              </a:spcAft>
              <a:buClr>
                <a:srgbClr val="000000"/>
              </a:buClr>
              <a:buSzPts val="1400"/>
              <a:buFont typeface="Twentieth Century"/>
              <a:buAutoNum type="arabicPeriod"/>
            </a:pPr>
            <a:r>
              <a:rPr b="0" i="0" lang="en" sz="1400" u="none" cap="none" strike="noStrike">
                <a:solidFill>
                  <a:schemeClr val="dk1"/>
                </a:solidFill>
                <a:latin typeface="Twentieth Century"/>
                <a:ea typeface="Twentieth Century"/>
                <a:cs typeface="Twentieth Century"/>
                <a:sym typeface="Twentieth Century"/>
              </a:rPr>
              <a:t>Create a GitHub account</a:t>
            </a:r>
            <a:endParaRPr b="0" i="0" sz="1400" u="none" cap="none" strike="noStrike">
              <a:solidFill>
                <a:schemeClr val="dk1"/>
              </a:solidFill>
              <a:latin typeface="Twentieth Century"/>
              <a:ea typeface="Twentieth Century"/>
              <a:cs typeface="Twentieth Century"/>
              <a:sym typeface="Twentieth Century"/>
            </a:endParaRPr>
          </a:p>
          <a:p>
            <a:pPr indent="-317500" lvl="0" marL="457200" marR="0" rtl="0" algn="l">
              <a:lnSpc>
                <a:spcPct val="115000"/>
              </a:lnSpc>
              <a:spcBef>
                <a:spcPts val="2000"/>
              </a:spcBef>
              <a:spcAft>
                <a:spcPts val="0"/>
              </a:spcAft>
              <a:buClr>
                <a:srgbClr val="000000"/>
              </a:buClr>
              <a:buSzPts val="1400"/>
              <a:buFont typeface="Twentieth Century"/>
              <a:buAutoNum type="arabicPeriod"/>
            </a:pPr>
            <a:r>
              <a:rPr b="0" i="0" lang="en" sz="1400" u="none" cap="none" strike="noStrike">
                <a:solidFill>
                  <a:schemeClr val="dk1"/>
                </a:solidFill>
                <a:latin typeface="Twentieth Century"/>
                <a:ea typeface="Twentieth Century"/>
                <a:cs typeface="Twentieth Century"/>
                <a:sym typeface="Twentieth Century"/>
              </a:rPr>
              <a:t>Download and install GitHub Desktop</a:t>
            </a:r>
            <a:endParaRPr b="0" i="0" sz="1400" u="none" cap="none" strike="noStrike">
              <a:solidFill>
                <a:schemeClr val="dk1"/>
              </a:solidFill>
              <a:latin typeface="Twentieth Century"/>
              <a:ea typeface="Twentieth Century"/>
              <a:cs typeface="Twentieth Century"/>
              <a:sym typeface="Twentieth Century"/>
            </a:endParaRPr>
          </a:p>
          <a:p>
            <a:pPr indent="-317500" lvl="0" marL="457200" marR="0" rtl="0" algn="l">
              <a:lnSpc>
                <a:spcPct val="115000"/>
              </a:lnSpc>
              <a:spcBef>
                <a:spcPts val="2000"/>
              </a:spcBef>
              <a:spcAft>
                <a:spcPts val="0"/>
              </a:spcAft>
              <a:buClr>
                <a:schemeClr val="dk1"/>
              </a:buClr>
              <a:buSzPts val="1400"/>
              <a:buFont typeface="Twentieth Century"/>
              <a:buAutoNum type="arabicPeriod"/>
            </a:pPr>
            <a:r>
              <a:rPr b="0" i="0" lang="en" sz="1400" u="none" cap="none" strike="noStrike">
                <a:solidFill>
                  <a:schemeClr val="dk1"/>
                </a:solidFill>
                <a:latin typeface="Twentieth Century"/>
                <a:ea typeface="Twentieth Century"/>
                <a:cs typeface="Twentieth Century"/>
                <a:sym typeface="Twentieth Century"/>
              </a:rPr>
              <a:t>Create a new repository in GitHub</a:t>
            </a:r>
            <a:endParaRPr b="0" i="0" sz="1400" u="none" cap="none" strike="noStrike">
              <a:solidFill>
                <a:schemeClr val="dk1"/>
              </a:solidFill>
              <a:latin typeface="Twentieth Century"/>
              <a:ea typeface="Twentieth Century"/>
              <a:cs typeface="Twentieth Century"/>
              <a:sym typeface="Twentieth Century"/>
            </a:endParaRPr>
          </a:p>
          <a:p>
            <a:pPr indent="-317500" lvl="0" marL="457200" marR="0" rtl="0" algn="l">
              <a:lnSpc>
                <a:spcPct val="115000"/>
              </a:lnSpc>
              <a:spcBef>
                <a:spcPts val="2000"/>
              </a:spcBef>
              <a:spcAft>
                <a:spcPts val="0"/>
              </a:spcAft>
              <a:buClr>
                <a:schemeClr val="dk1"/>
              </a:buClr>
              <a:buSzPts val="1400"/>
              <a:buFont typeface="Twentieth Century"/>
              <a:buAutoNum type="arabicPeriod"/>
            </a:pPr>
            <a:r>
              <a:rPr b="0" i="0" lang="en" sz="1400" u="none" cap="none" strike="noStrike">
                <a:solidFill>
                  <a:schemeClr val="dk1"/>
                </a:solidFill>
                <a:latin typeface="Twentieth Century"/>
                <a:ea typeface="Twentieth Century"/>
                <a:cs typeface="Twentieth Century"/>
                <a:sym typeface="Twentieth Century"/>
              </a:rPr>
              <a:t>Connect GitHub Desktop to your personal GitHub and clone the new repository created in step 3 down to your computer</a:t>
            </a:r>
            <a:endParaRPr b="0" i="0" sz="1400" u="none" cap="none" strike="noStrike">
              <a:solidFill>
                <a:schemeClr val="dk1"/>
              </a:solidFill>
              <a:latin typeface="Twentieth Century"/>
              <a:ea typeface="Twentieth Century"/>
              <a:cs typeface="Twentieth Century"/>
              <a:sym typeface="Twentieth Century"/>
            </a:endParaRPr>
          </a:p>
          <a:p>
            <a:pPr indent="-317500" lvl="0" marL="457200" marR="0" rtl="0" algn="l">
              <a:lnSpc>
                <a:spcPct val="115000"/>
              </a:lnSpc>
              <a:spcBef>
                <a:spcPts val="2000"/>
              </a:spcBef>
              <a:spcAft>
                <a:spcPts val="0"/>
              </a:spcAft>
              <a:buClr>
                <a:schemeClr val="dk1"/>
              </a:buClr>
              <a:buSzPts val="1400"/>
              <a:buFont typeface="Twentieth Century"/>
              <a:buAutoNum type="arabicPeriod"/>
            </a:pPr>
            <a:r>
              <a:rPr b="0" i="0" lang="en" sz="1400" u="none" cap="none" strike="noStrike">
                <a:solidFill>
                  <a:schemeClr val="dk1"/>
                </a:solidFill>
                <a:latin typeface="Twentieth Century"/>
                <a:ea typeface="Twentieth Century"/>
                <a:cs typeface="Twentieth Century"/>
                <a:sym typeface="Twentieth Century"/>
              </a:rPr>
              <a:t>Copy your Python script file that you created earlier today and past it into the repository on your computer</a:t>
            </a:r>
            <a:endParaRPr b="0" i="0" sz="1400" u="none" cap="none" strike="noStrike">
              <a:solidFill>
                <a:schemeClr val="dk1"/>
              </a:solidFill>
              <a:latin typeface="Twentieth Century"/>
              <a:ea typeface="Twentieth Century"/>
              <a:cs typeface="Twentieth Century"/>
              <a:sym typeface="Twentieth Century"/>
            </a:endParaRPr>
          </a:p>
          <a:p>
            <a:pPr indent="-317500" lvl="0" marL="457200" marR="0" rtl="0" algn="l">
              <a:lnSpc>
                <a:spcPct val="115000"/>
              </a:lnSpc>
              <a:spcBef>
                <a:spcPts val="2000"/>
              </a:spcBef>
              <a:spcAft>
                <a:spcPts val="0"/>
              </a:spcAft>
              <a:buClr>
                <a:schemeClr val="dk1"/>
              </a:buClr>
              <a:buSzPts val="1400"/>
              <a:buFont typeface="Twentieth Century"/>
              <a:buAutoNum type="arabicPeriod"/>
            </a:pPr>
            <a:r>
              <a:rPr b="0" i="0" lang="en" sz="1400" u="none" cap="none" strike="noStrike">
                <a:solidFill>
                  <a:schemeClr val="dk1"/>
                </a:solidFill>
                <a:latin typeface="Twentieth Century"/>
                <a:ea typeface="Twentieth Century"/>
                <a:cs typeface="Twentieth Century"/>
                <a:sym typeface="Twentieth Century"/>
              </a:rPr>
              <a:t>Make an initial commit using GitHub Desktop</a:t>
            </a:r>
            <a:endParaRPr b="0" i="0" sz="1400" u="none" cap="none" strike="noStrike">
              <a:solidFill>
                <a:schemeClr val="dk1"/>
              </a:solidFill>
              <a:latin typeface="Twentieth Century"/>
              <a:ea typeface="Twentieth Century"/>
              <a:cs typeface="Twentieth Century"/>
              <a:sym typeface="Twentieth Century"/>
            </a:endParaRPr>
          </a:p>
          <a:p>
            <a:pPr indent="-317500" lvl="0" marL="457200" marR="0" rtl="0" algn="l">
              <a:lnSpc>
                <a:spcPct val="115000"/>
              </a:lnSpc>
              <a:spcBef>
                <a:spcPts val="2000"/>
              </a:spcBef>
              <a:spcAft>
                <a:spcPts val="2000"/>
              </a:spcAft>
              <a:buClr>
                <a:schemeClr val="dk1"/>
              </a:buClr>
              <a:buSzPts val="1400"/>
              <a:buFont typeface="Twentieth Century"/>
              <a:buAutoNum type="arabicPeriod"/>
            </a:pPr>
            <a:r>
              <a:rPr b="0" i="0" lang="en" sz="1400" u="none" cap="none" strike="noStrike">
                <a:solidFill>
                  <a:schemeClr val="dk1"/>
                </a:solidFill>
                <a:latin typeface="Twentieth Century"/>
                <a:ea typeface="Twentieth Century"/>
                <a:cs typeface="Twentieth Century"/>
                <a:sym typeface="Twentieth Century"/>
              </a:rPr>
              <a:t>Push the code from your local repository to your GitHub account</a:t>
            </a:r>
            <a:endParaRPr b="0" i="0" sz="1400" u="none" cap="none" strike="noStrike">
              <a:solidFill>
                <a:schemeClr val="dk1"/>
              </a:solidFill>
              <a:latin typeface="Twentieth Century"/>
              <a:ea typeface="Twentieth Century"/>
              <a:cs typeface="Twentieth Century"/>
              <a:sym typeface="Twentieth Century"/>
            </a:endParaRPr>
          </a:p>
        </p:txBody>
      </p:sp>
      <p:pic>
        <p:nvPicPr>
          <p:cNvPr descr="Screenshot of GitHub Desktop working interface." id="180" name="Google Shape;180;p10"/>
          <p:cNvPicPr preferRelativeResize="0"/>
          <p:nvPr/>
        </p:nvPicPr>
        <p:blipFill rotWithShape="1">
          <a:blip r:embed="rId3">
            <a:alphaModFix/>
          </a:blip>
          <a:srcRect b="0" l="0" r="0" t="0"/>
          <a:stretch/>
        </p:blipFill>
        <p:spPr>
          <a:xfrm>
            <a:off x="6488052" y="2498225"/>
            <a:ext cx="2342774" cy="1640399"/>
          </a:xfrm>
          <a:prstGeom prst="rect">
            <a:avLst/>
          </a:prstGeom>
          <a:noFill/>
          <a:ln>
            <a:noFill/>
          </a:ln>
          <a:effectLst>
            <a:outerShdw blurRad="57150" rotWithShape="0" algn="bl" dir="5400000" dist="19050">
              <a:srgbClr val="000000">
                <a:alpha val="50196"/>
              </a:srgbClr>
            </a:outerShdw>
          </a:effectLst>
        </p:spPr>
      </p:pic>
      <p:pic>
        <p:nvPicPr>
          <p:cNvPr descr="Screenshot of browser window with download link for GitHub Desktop." id="181" name="Google Shape;181;p10"/>
          <p:cNvPicPr preferRelativeResize="0"/>
          <p:nvPr/>
        </p:nvPicPr>
        <p:blipFill rotWithShape="1">
          <a:blip r:embed="rId4">
            <a:alphaModFix/>
          </a:blip>
          <a:srcRect b="0" l="0" r="0" t="0"/>
          <a:stretch/>
        </p:blipFill>
        <p:spPr>
          <a:xfrm>
            <a:off x="7037625" y="1330474"/>
            <a:ext cx="2054601" cy="1403726"/>
          </a:xfrm>
          <a:prstGeom prst="rect">
            <a:avLst/>
          </a:prstGeom>
          <a:noFill/>
          <a:ln>
            <a:noFill/>
          </a:ln>
          <a:effectLst>
            <a:outerShdw blurRad="57150" rotWithShape="0" algn="bl" dir="5400000" dist="19050">
              <a:srgbClr val="000000">
                <a:alpha val="50196"/>
              </a:srgbClr>
            </a:outerShdw>
          </a:effectLst>
        </p:spPr>
      </p:pic>
      <p:pic>
        <p:nvPicPr>
          <p:cNvPr descr="Screenshot of pop-up window in GitHub Desktop to create a new repository." id="182" name="Google Shape;182;p10"/>
          <p:cNvPicPr preferRelativeResize="0"/>
          <p:nvPr/>
        </p:nvPicPr>
        <p:blipFill rotWithShape="1">
          <a:blip r:embed="rId5">
            <a:alphaModFix/>
          </a:blip>
          <a:srcRect b="3204" l="4329" r="3944" t="3101"/>
          <a:stretch/>
        </p:blipFill>
        <p:spPr>
          <a:xfrm>
            <a:off x="7887025" y="3636500"/>
            <a:ext cx="1205200" cy="1403725"/>
          </a:xfrm>
          <a:prstGeom prst="rect">
            <a:avLst/>
          </a:prstGeom>
          <a:noFill/>
          <a:ln>
            <a:noFill/>
          </a:ln>
          <a:effectLst>
            <a:outerShdw blurRad="57150" rotWithShape="0" algn="bl" dir="5400000" dist="19050">
              <a:srgbClr val="000000">
                <a:alpha val="50196"/>
              </a:srgbClr>
            </a:outerShdw>
          </a:effectLst>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6" name="Shape 186"/>
        <p:cNvGrpSpPr/>
        <p:nvPr/>
      </p:nvGrpSpPr>
      <p:grpSpPr>
        <a:xfrm>
          <a:off x="0" y="0"/>
          <a:ext cx="0" cy="0"/>
          <a:chOff x="0" y="0"/>
          <a:chExt cx="0" cy="0"/>
        </a:xfrm>
      </p:grpSpPr>
      <p:sp>
        <p:nvSpPr>
          <p:cNvPr id="187" name="Google Shape;187;p11"/>
          <p:cNvSpPr txBox="1"/>
          <p:nvPr>
            <p:ph type="title"/>
          </p:nvPr>
        </p:nvSpPr>
        <p:spPr>
          <a:xfrm>
            <a:off x="-390906" y="260603"/>
            <a:ext cx="9916800" cy="603600"/>
          </a:xfrm>
          <a:prstGeom prst="rect">
            <a:avLst/>
          </a:prstGeom>
          <a:solidFill>
            <a:srgbClr val="B45F06"/>
          </a:solidFill>
          <a:ln cap="flat" cmpd="sng" w="9525">
            <a:solidFill>
              <a:schemeClr val="lt1"/>
            </a:solidFill>
            <a:prstDash val="solid"/>
            <a:round/>
            <a:headEnd len="sm" w="sm" type="none"/>
            <a:tailEnd len="sm" w="sm" type="none"/>
          </a:ln>
          <a:effectLst>
            <a:outerShdw blurRad="57150" rotWithShape="0" algn="bl" dir="5400000" dist="19050">
              <a:srgbClr val="000000">
                <a:alpha val="50196"/>
              </a:srgbClr>
            </a:outerShdw>
          </a:effectLst>
        </p:spPr>
        <p:txBody>
          <a:bodyPr anchorCtr="0" anchor="ctr" bIns="34275" lIns="68575" spcFirstLastPara="1" rIns="68575" wrap="square" tIns="34275">
            <a:noAutofit/>
          </a:bodyPr>
          <a:lstStyle/>
          <a:p>
            <a:pPr indent="0" lvl="0" marL="685800" rtl="0" algn="l">
              <a:lnSpc>
                <a:spcPct val="90000"/>
              </a:lnSpc>
              <a:spcBef>
                <a:spcPts val="0"/>
              </a:spcBef>
              <a:spcAft>
                <a:spcPts val="0"/>
              </a:spcAft>
              <a:buClr>
                <a:schemeClr val="dk1"/>
              </a:buClr>
              <a:buSzPts val="3000"/>
              <a:buFont typeface="Rockwell"/>
              <a:buNone/>
            </a:pPr>
            <a:r>
              <a:rPr b="1" lang="en" sz="3000">
                <a:solidFill>
                  <a:schemeClr val="lt1"/>
                </a:solidFill>
                <a:latin typeface="Twentieth Century"/>
                <a:ea typeface="Twentieth Century"/>
                <a:cs typeface="Twentieth Century"/>
                <a:sym typeface="Twentieth Century"/>
              </a:rPr>
              <a:t>Other GitHub Skills to Practice</a:t>
            </a:r>
            <a:endParaRPr b="1" sz="3000">
              <a:solidFill>
                <a:schemeClr val="lt1"/>
              </a:solidFill>
              <a:latin typeface="Twentieth Century"/>
              <a:ea typeface="Twentieth Century"/>
              <a:cs typeface="Twentieth Century"/>
              <a:sym typeface="Twentieth Century"/>
            </a:endParaRPr>
          </a:p>
        </p:txBody>
      </p:sp>
      <p:sp>
        <p:nvSpPr>
          <p:cNvPr id="188" name="Google Shape;188;p11"/>
          <p:cNvSpPr txBox="1"/>
          <p:nvPr/>
        </p:nvSpPr>
        <p:spPr>
          <a:xfrm>
            <a:off x="541525" y="1510100"/>
            <a:ext cx="4953300" cy="2915400"/>
          </a:xfrm>
          <a:prstGeom prst="rect">
            <a:avLst/>
          </a:prstGeom>
          <a:solidFill>
            <a:srgbClr val="FFFFFF"/>
          </a:solidFill>
          <a:ln cap="flat" cmpd="sng" w="9525">
            <a:solidFill>
              <a:srgbClr val="7F7F7F"/>
            </a:solidFill>
            <a:prstDash val="solid"/>
            <a:round/>
            <a:headEnd len="sm" w="sm" type="none"/>
            <a:tailEnd len="sm" w="sm" type="none"/>
          </a:ln>
          <a:effectLst>
            <a:outerShdw blurRad="101600" rotWithShape="0" algn="tl" dir="2700000" dist="50800">
              <a:srgbClr val="000000">
                <a:alpha val="66667"/>
              </a:srgbClr>
            </a:outerShdw>
          </a:effectLst>
        </p:spPr>
        <p:txBody>
          <a:bodyPr anchorCtr="0" anchor="t" bIns="34275" lIns="205725" spcFirstLastPara="1" rIns="68575" wrap="square" tIns="246875">
            <a:noAutofit/>
          </a:bodyPr>
          <a:lstStyle/>
          <a:p>
            <a:pPr indent="-342900" lvl="0" marL="457200" marR="0" rtl="0" algn="l">
              <a:lnSpc>
                <a:spcPct val="150000"/>
              </a:lnSpc>
              <a:spcBef>
                <a:spcPts val="0"/>
              </a:spcBef>
              <a:spcAft>
                <a:spcPts val="0"/>
              </a:spcAft>
              <a:buClr>
                <a:schemeClr val="dk1"/>
              </a:buClr>
              <a:buSzPts val="1800"/>
              <a:buFont typeface="Twentieth Century"/>
              <a:buChar char="●"/>
            </a:pPr>
            <a:r>
              <a:rPr b="0" i="0" lang="en" sz="1800" u="none" cap="none" strike="noStrike">
                <a:solidFill>
                  <a:schemeClr val="dk1"/>
                </a:solidFill>
                <a:latin typeface="Twentieth Century"/>
                <a:ea typeface="Twentieth Century"/>
                <a:cs typeface="Twentieth Century"/>
                <a:sym typeface="Twentieth Century"/>
              </a:rPr>
              <a:t>Edit .gitignore file</a:t>
            </a:r>
            <a:endParaRPr b="0" i="0" sz="1800" u="none" cap="none" strike="noStrike">
              <a:solidFill>
                <a:schemeClr val="dk1"/>
              </a:solidFill>
              <a:latin typeface="Twentieth Century"/>
              <a:ea typeface="Twentieth Century"/>
              <a:cs typeface="Twentieth Century"/>
              <a:sym typeface="Twentieth Century"/>
            </a:endParaRPr>
          </a:p>
          <a:p>
            <a:pPr indent="-342900" lvl="0" marL="457200" marR="0" rtl="0" algn="l">
              <a:lnSpc>
                <a:spcPct val="150000"/>
              </a:lnSpc>
              <a:spcBef>
                <a:spcPts val="2000"/>
              </a:spcBef>
              <a:spcAft>
                <a:spcPts val="0"/>
              </a:spcAft>
              <a:buClr>
                <a:schemeClr val="dk1"/>
              </a:buClr>
              <a:buSzPts val="1800"/>
              <a:buFont typeface="Twentieth Century"/>
              <a:buChar char="●"/>
            </a:pPr>
            <a:r>
              <a:rPr b="0" i="0" lang="en" sz="1800" u="none" cap="none" strike="noStrike">
                <a:solidFill>
                  <a:schemeClr val="dk1"/>
                </a:solidFill>
                <a:latin typeface="Twentieth Century"/>
                <a:ea typeface="Twentieth Century"/>
                <a:cs typeface="Twentieth Century"/>
                <a:sym typeface="Twentieth Century"/>
              </a:rPr>
              <a:t>Fill out README file</a:t>
            </a:r>
            <a:endParaRPr b="0" i="0" sz="1800" u="none" cap="none" strike="noStrike">
              <a:solidFill>
                <a:schemeClr val="dk1"/>
              </a:solidFill>
              <a:latin typeface="Twentieth Century"/>
              <a:ea typeface="Twentieth Century"/>
              <a:cs typeface="Twentieth Century"/>
              <a:sym typeface="Twentieth Century"/>
            </a:endParaRPr>
          </a:p>
          <a:p>
            <a:pPr indent="-342900" lvl="0" marL="457200" marR="0" rtl="0" algn="l">
              <a:lnSpc>
                <a:spcPct val="150000"/>
              </a:lnSpc>
              <a:spcBef>
                <a:spcPts val="2000"/>
              </a:spcBef>
              <a:spcAft>
                <a:spcPts val="0"/>
              </a:spcAft>
              <a:buClr>
                <a:schemeClr val="dk1"/>
              </a:buClr>
              <a:buSzPts val="1800"/>
              <a:buFont typeface="Twentieth Century"/>
              <a:buChar char="●"/>
            </a:pPr>
            <a:r>
              <a:rPr b="0" i="0" lang="en" sz="1800" u="none" cap="none" strike="noStrike">
                <a:solidFill>
                  <a:schemeClr val="dk1"/>
                </a:solidFill>
                <a:latin typeface="Twentieth Century"/>
                <a:ea typeface="Twentieth Century"/>
                <a:cs typeface="Twentieth Century"/>
                <a:sym typeface="Twentieth Century"/>
              </a:rPr>
              <a:t>Fork an existing open source repository</a:t>
            </a:r>
            <a:endParaRPr b="0" i="0" sz="1800" u="none" cap="none" strike="noStrike">
              <a:solidFill>
                <a:schemeClr val="dk1"/>
              </a:solidFill>
              <a:latin typeface="Twentieth Century"/>
              <a:ea typeface="Twentieth Century"/>
              <a:cs typeface="Twentieth Century"/>
              <a:sym typeface="Twentieth Century"/>
            </a:endParaRPr>
          </a:p>
          <a:p>
            <a:pPr indent="-342900" lvl="0" marL="457200" marR="0" rtl="0" algn="l">
              <a:lnSpc>
                <a:spcPct val="150000"/>
              </a:lnSpc>
              <a:spcBef>
                <a:spcPts val="2000"/>
              </a:spcBef>
              <a:spcAft>
                <a:spcPts val="2000"/>
              </a:spcAft>
              <a:buClr>
                <a:schemeClr val="dk1"/>
              </a:buClr>
              <a:buSzPts val="1800"/>
              <a:buFont typeface="Twentieth Century"/>
              <a:buChar char="●"/>
            </a:pPr>
            <a:r>
              <a:rPr b="0" i="0" lang="en" sz="1800" u="none" cap="none" strike="noStrike">
                <a:solidFill>
                  <a:schemeClr val="dk1"/>
                </a:solidFill>
                <a:latin typeface="Twentieth Century"/>
                <a:ea typeface="Twentieth Century"/>
                <a:cs typeface="Twentieth Century"/>
                <a:sym typeface="Twentieth Century"/>
              </a:rPr>
              <a:t>Submit a pull request</a:t>
            </a:r>
            <a:endParaRPr b="0" i="0" sz="1800" u="none" cap="none" strike="noStrike">
              <a:solidFill>
                <a:schemeClr val="dk1"/>
              </a:solidFill>
              <a:latin typeface="Twentieth Century"/>
              <a:ea typeface="Twentieth Century"/>
              <a:cs typeface="Twentieth Century"/>
              <a:sym typeface="Twentieth Century"/>
            </a:endParaRPr>
          </a:p>
        </p:txBody>
      </p:sp>
      <p:pic>
        <p:nvPicPr>
          <p:cNvPr descr="Screenshot of GitHub Desktop working interface." id="189" name="Google Shape;189;p11"/>
          <p:cNvPicPr preferRelativeResize="0"/>
          <p:nvPr/>
        </p:nvPicPr>
        <p:blipFill rotWithShape="1">
          <a:blip r:embed="rId3">
            <a:alphaModFix/>
          </a:blip>
          <a:srcRect b="0" l="0" r="0" t="0"/>
          <a:stretch/>
        </p:blipFill>
        <p:spPr>
          <a:xfrm>
            <a:off x="6488052" y="2498225"/>
            <a:ext cx="2342774" cy="1640399"/>
          </a:xfrm>
          <a:prstGeom prst="rect">
            <a:avLst/>
          </a:prstGeom>
          <a:noFill/>
          <a:ln>
            <a:noFill/>
          </a:ln>
          <a:effectLst>
            <a:outerShdw blurRad="57150" rotWithShape="0" algn="bl" dir="5400000" dist="19050">
              <a:srgbClr val="000000">
                <a:alpha val="50196"/>
              </a:srgbClr>
            </a:outerShdw>
          </a:effectLst>
        </p:spPr>
      </p:pic>
      <p:pic>
        <p:nvPicPr>
          <p:cNvPr descr="Screenshot of browser window with download link for GitHub Desktop." id="190" name="Google Shape;190;p11"/>
          <p:cNvPicPr preferRelativeResize="0"/>
          <p:nvPr/>
        </p:nvPicPr>
        <p:blipFill rotWithShape="1">
          <a:blip r:embed="rId4">
            <a:alphaModFix/>
          </a:blip>
          <a:srcRect b="0" l="0" r="0" t="0"/>
          <a:stretch/>
        </p:blipFill>
        <p:spPr>
          <a:xfrm>
            <a:off x="7037625" y="1330474"/>
            <a:ext cx="2054601" cy="1403726"/>
          </a:xfrm>
          <a:prstGeom prst="rect">
            <a:avLst/>
          </a:prstGeom>
          <a:noFill/>
          <a:ln>
            <a:noFill/>
          </a:ln>
          <a:effectLst>
            <a:outerShdw blurRad="57150" rotWithShape="0" algn="bl" dir="5400000" dist="19050">
              <a:srgbClr val="000000">
                <a:alpha val="50196"/>
              </a:srgbClr>
            </a:outerShdw>
          </a:effectLst>
        </p:spPr>
      </p:pic>
      <p:pic>
        <p:nvPicPr>
          <p:cNvPr descr="Screenshot of pop-up window in GitHub Desktop to create a new repository." id="191" name="Google Shape;191;p11"/>
          <p:cNvPicPr preferRelativeResize="0"/>
          <p:nvPr/>
        </p:nvPicPr>
        <p:blipFill rotWithShape="1">
          <a:blip r:embed="rId5">
            <a:alphaModFix/>
          </a:blip>
          <a:srcRect b="3204" l="4329" r="3944" t="3101"/>
          <a:stretch/>
        </p:blipFill>
        <p:spPr>
          <a:xfrm>
            <a:off x="7887025" y="3636500"/>
            <a:ext cx="1205200" cy="1403725"/>
          </a:xfrm>
          <a:prstGeom prst="rect">
            <a:avLst/>
          </a:prstGeom>
          <a:noFill/>
          <a:ln>
            <a:noFill/>
          </a:ln>
          <a:effectLst>
            <a:outerShdw blurRad="57150" rotWithShape="0" algn="bl" dir="5400000" dist="19050">
              <a:srgbClr val="000000">
                <a:alpha val="50196"/>
              </a:srgbClr>
            </a:outerShdw>
          </a:effectLst>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5" name="Shape 195"/>
        <p:cNvGrpSpPr/>
        <p:nvPr/>
      </p:nvGrpSpPr>
      <p:grpSpPr>
        <a:xfrm>
          <a:off x="0" y="0"/>
          <a:ext cx="0" cy="0"/>
          <a:chOff x="0" y="0"/>
          <a:chExt cx="0" cy="0"/>
        </a:xfrm>
      </p:grpSpPr>
      <p:sp>
        <p:nvSpPr>
          <p:cNvPr id="196" name="Google Shape;196;p12"/>
          <p:cNvSpPr txBox="1"/>
          <p:nvPr>
            <p:ph type="title"/>
          </p:nvPr>
        </p:nvSpPr>
        <p:spPr>
          <a:xfrm>
            <a:off x="-390906" y="260603"/>
            <a:ext cx="9916800" cy="603600"/>
          </a:xfrm>
          <a:prstGeom prst="rect">
            <a:avLst/>
          </a:prstGeom>
          <a:solidFill>
            <a:srgbClr val="B45F06"/>
          </a:solidFill>
          <a:ln cap="flat" cmpd="sng" w="9525">
            <a:solidFill>
              <a:schemeClr val="lt1"/>
            </a:solidFill>
            <a:prstDash val="solid"/>
            <a:round/>
            <a:headEnd len="sm" w="sm" type="none"/>
            <a:tailEnd len="sm" w="sm" type="none"/>
          </a:ln>
          <a:effectLst>
            <a:outerShdw blurRad="57150" rotWithShape="0" algn="bl" dir="5400000" dist="19050">
              <a:srgbClr val="000000">
                <a:alpha val="50196"/>
              </a:srgbClr>
            </a:outerShdw>
          </a:effectLst>
        </p:spPr>
        <p:txBody>
          <a:bodyPr anchorCtr="0" anchor="ctr" bIns="34275" lIns="68575" spcFirstLastPara="1" rIns="68575" wrap="square" tIns="34275">
            <a:noAutofit/>
          </a:bodyPr>
          <a:lstStyle/>
          <a:p>
            <a:pPr indent="0" lvl="0" marL="685800" rtl="0" algn="l">
              <a:lnSpc>
                <a:spcPct val="90000"/>
              </a:lnSpc>
              <a:spcBef>
                <a:spcPts val="0"/>
              </a:spcBef>
              <a:spcAft>
                <a:spcPts val="0"/>
              </a:spcAft>
              <a:buClr>
                <a:schemeClr val="dk1"/>
              </a:buClr>
              <a:buSzPts val="3000"/>
              <a:buFont typeface="Rockwell"/>
              <a:buNone/>
            </a:pPr>
            <a:r>
              <a:rPr b="1" lang="en" sz="3000">
                <a:solidFill>
                  <a:schemeClr val="lt1"/>
                </a:solidFill>
                <a:latin typeface="Twentieth Century"/>
                <a:ea typeface="Twentieth Century"/>
                <a:cs typeface="Twentieth Century"/>
                <a:sym typeface="Twentieth Century"/>
              </a:rPr>
              <a:t>GitHub Copilot</a:t>
            </a:r>
            <a:endParaRPr b="1" sz="3000">
              <a:solidFill>
                <a:schemeClr val="lt1"/>
              </a:solidFill>
              <a:latin typeface="Twentieth Century"/>
              <a:ea typeface="Twentieth Century"/>
              <a:cs typeface="Twentieth Century"/>
              <a:sym typeface="Twentieth Century"/>
            </a:endParaRPr>
          </a:p>
        </p:txBody>
      </p:sp>
      <p:sp>
        <p:nvSpPr>
          <p:cNvPr id="197" name="Google Shape;197;p12"/>
          <p:cNvSpPr txBox="1"/>
          <p:nvPr/>
        </p:nvSpPr>
        <p:spPr>
          <a:xfrm>
            <a:off x="227725" y="1175800"/>
            <a:ext cx="8639400" cy="3789000"/>
          </a:xfrm>
          <a:prstGeom prst="rect">
            <a:avLst/>
          </a:prstGeom>
          <a:solidFill>
            <a:srgbClr val="FFFFFF"/>
          </a:solidFill>
          <a:ln cap="flat" cmpd="sng" w="9525">
            <a:solidFill>
              <a:srgbClr val="7F7F7F"/>
            </a:solidFill>
            <a:prstDash val="solid"/>
            <a:round/>
            <a:headEnd len="sm" w="sm" type="none"/>
            <a:tailEnd len="sm" w="sm" type="none"/>
          </a:ln>
          <a:effectLst>
            <a:outerShdw blurRad="101600" rotWithShape="0" algn="tl" dir="2700000" dist="50800">
              <a:srgbClr val="000000">
                <a:alpha val="66667"/>
              </a:srgbClr>
            </a:outerShdw>
          </a:effectLst>
        </p:spPr>
        <p:txBody>
          <a:bodyPr anchorCtr="0" anchor="t" bIns="34275" lIns="205725" spcFirstLastPara="1" rIns="68575" wrap="square" tIns="338325">
            <a:noAutofit/>
          </a:bodyPr>
          <a:lstStyle/>
          <a:p>
            <a:pPr indent="-330200" lvl="0" marL="457200" marR="0" rtl="0" algn="l">
              <a:lnSpc>
                <a:spcPct val="150000"/>
              </a:lnSpc>
              <a:spcBef>
                <a:spcPts val="0"/>
              </a:spcBef>
              <a:spcAft>
                <a:spcPts val="0"/>
              </a:spcAft>
              <a:buClr>
                <a:srgbClr val="000000"/>
              </a:buClr>
              <a:buSzPts val="1600"/>
              <a:buFont typeface="Twentieth Century"/>
              <a:buChar char="➔"/>
            </a:pPr>
            <a:r>
              <a:rPr b="0" i="0" lang="en" sz="1600" u="sng" cap="none" strike="noStrike">
                <a:solidFill>
                  <a:schemeClr val="hlink"/>
                </a:solidFill>
                <a:latin typeface="Twentieth Century"/>
                <a:ea typeface="Twentieth Century"/>
                <a:cs typeface="Twentieth Century"/>
                <a:sym typeface="Twentieth Century"/>
                <a:hlinkClick r:id="rId3"/>
              </a:rPr>
              <a:t>https://github.com/features/copilot</a:t>
            </a:r>
            <a:r>
              <a:rPr b="0" i="0" lang="en" sz="1600" u="none" cap="none" strike="noStrike">
                <a:solidFill>
                  <a:srgbClr val="000000"/>
                </a:solidFill>
                <a:latin typeface="Twentieth Century"/>
                <a:ea typeface="Twentieth Century"/>
                <a:cs typeface="Twentieth Century"/>
                <a:sym typeface="Twentieth Century"/>
              </a:rPr>
              <a:t> </a:t>
            </a:r>
            <a:endParaRPr b="0" i="0" sz="1600" u="none" cap="none" strike="noStrike">
              <a:solidFill>
                <a:srgbClr val="000000"/>
              </a:solidFill>
              <a:latin typeface="Twentieth Century"/>
              <a:ea typeface="Twentieth Century"/>
              <a:cs typeface="Twentieth Century"/>
              <a:sym typeface="Twentieth Century"/>
            </a:endParaRPr>
          </a:p>
          <a:p>
            <a:pPr indent="-330200" lvl="0" marL="457200" marR="0" rtl="0" algn="l">
              <a:lnSpc>
                <a:spcPct val="150000"/>
              </a:lnSpc>
              <a:spcBef>
                <a:spcPts val="1000"/>
              </a:spcBef>
              <a:spcAft>
                <a:spcPts val="0"/>
              </a:spcAft>
              <a:buClr>
                <a:srgbClr val="000000"/>
              </a:buClr>
              <a:buSzPts val="1600"/>
              <a:buFont typeface="Twentieth Century"/>
              <a:buChar char="➔"/>
            </a:pPr>
            <a:r>
              <a:rPr lang="en" sz="1600">
                <a:latin typeface="Twentieth Century"/>
                <a:ea typeface="Twentieth Century"/>
                <a:cs typeface="Twentieth Century"/>
                <a:sym typeface="Twentieth Century"/>
              </a:rPr>
              <a:t>F</a:t>
            </a:r>
            <a:r>
              <a:rPr b="0" i="0" lang="en" sz="1600" u="none" cap="none" strike="noStrike">
                <a:solidFill>
                  <a:srgbClr val="000000"/>
                </a:solidFill>
                <a:latin typeface="Twentieth Century"/>
                <a:ea typeface="Twentieth Century"/>
                <a:cs typeface="Twentieth Century"/>
                <a:sym typeface="Twentieth Century"/>
              </a:rPr>
              <a:t>ree tier with </a:t>
            </a:r>
            <a:r>
              <a:rPr lang="en" sz="1600">
                <a:latin typeface="Twentieth Century"/>
                <a:ea typeface="Twentieth Century"/>
                <a:cs typeface="Twentieth Century"/>
                <a:sym typeface="Twentieth Century"/>
              </a:rPr>
              <a:t>2,000 </a:t>
            </a:r>
            <a:r>
              <a:rPr b="0" i="0" lang="en" sz="1600" u="none" cap="none" strike="noStrike">
                <a:solidFill>
                  <a:srgbClr val="000000"/>
                </a:solidFill>
                <a:latin typeface="Twentieth Century"/>
                <a:ea typeface="Twentieth Century"/>
                <a:cs typeface="Twentieth Century"/>
                <a:sym typeface="Twentieth Century"/>
              </a:rPr>
              <a:t>completions per month (</a:t>
            </a:r>
            <a:r>
              <a:rPr b="0" i="0" lang="en" sz="1600" u="sng" cap="none" strike="noStrike">
                <a:solidFill>
                  <a:schemeClr val="hlink"/>
                </a:solidFill>
                <a:latin typeface="Twentieth Century"/>
                <a:ea typeface="Twentieth Century"/>
                <a:cs typeface="Twentieth Century"/>
                <a:sym typeface="Twentieth Century"/>
                <a:hlinkClick r:id="rId4"/>
              </a:rPr>
              <a:t>link</a:t>
            </a:r>
            <a:r>
              <a:rPr b="0" i="0" lang="en" sz="1600" u="none" cap="none" strike="noStrike">
                <a:solidFill>
                  <a:srgbClr val="000000"/>
                </a:solidFill>
                <a:latin typeface="Twentieth Century"/>
                <a:ea typeface="Twentieth Century"/>
                <a:cs typeface="Twentieth Century"/>
                <a:sym typeface="Twentieth Century"/>
              </a:rPr>
              <a:t>)</a:t>
            </a:r>
            <a:endParaRPr b="0" i="0" sz="1600" u="none" cap="none" strike="noStrike">
              <a:solidFill>
                <a:srgbClr val="000000"/>
              </a:solidFill>
              <a:latin typeface="Twentieth Century"/>
              <a:ea typeface="Twentieth Century"/>
              <a:cs typeface="Twentieth Century"/>
              <a:sym typeface="Twentieth Century"/>
            </a:endParaRPr>
          </a:p>
          <a:p>
            <a:pPr indent="-330200" lvl="1" marL="914400" marR="0" rtl="0" algn="l">
              <a:lnSpc>
                <a:spcPct val="150000"/>
              </a:lnSpc>
              <a:spcBef>
                <a:spcPts val="1000"/>
              </a:spcBef>
              <a:spcAft>
                <a:spcPts val="0"/>
              </a:spcAft>
              <a:buSzPts val="1600"/>
              <a:buFont typeface="Twentieth Century"/>
              <a:buChar char="◆"/>
            </a:pPr>
            <a:r>
              <a:rPr lang="en" sz="1600">
                <a:latin typeface="Twentieth Century"/>
                <a:ea typeface="Twentieth Century"/>
                <a:cs typeface="Twentieth Century"/>
                <a:sym typeface="Twentieth Century"/>
              </a:rPr>
              <a:t>For students: </a:t>
            </a:r>
            <a:r>
              <a:rPr lang="en" sz="1600" u="sng">
                <a:solidFill>
                  <a:schemeClr val="hlink"/>
                </a:solidFill>
                <a:latin typeface="Twentieth Century"/>
                <a:ea typeface="Twentieth Century"/>
                <a:cs typeface="Twentieth Century"/>
                <a:sym typeface="Twentieth Century"/>
                <a:hlinkClick r:id="rId5"/>
              </a:rPr>
              <a:t>https://github.com/education/students</a:t>
            </a:r>
            <a:r>
              <a:rPr lang="en" sz="1600">
                <a:latin typeface="Twentieth Century"/>
                <a:ea typeface="Twentieth Century"/>
                <a:cs typeface="Twentieth Century"/>
                <a:sym typeface="Twentieth Century"/>
              </a:rPr>
              <a:t> </a:t>
            </a:r>
            <a:endParaRPr sz="1600">
              <a:latin typeface="Twentieth Century"/>
              <a:ea typeface="Twentieth Century"/>
              <a:cs typeface="Twentieth Century"/>
              <a:sym typeface="Twentieth Century"/>
            </a:endParaRPr>
          </a:p>
          <a:p>
            <a:pPr indent="-330200" lvl="0" marL="457200" marR="0" rtl="0" algn="l">
              <a:lnSpc>
                <a:spcPct val="150000"/>
              </a:lnSpc>
              <a:spcBef>
                <a:spcPts val="1000"/>
              </a:spcBef>
              <a:spcAft>
                <a:spcPts val="0"/>
              </a:spcAft>
              <a:buClr>
                <a:srgbClr val="000000"/>
              </a:buClr>
              <a:buSzPts val="1600"/>
              <a:buFont typeface="Twentieth Century"/>
              <a:buChar char="➔"/>
            </a:pPr>
            <a:r>
              <a:rPr b="0" i="0" lang="en" sz="1600" u="none" cap="none" strike="noStrike">
                <a:solidFill>
                  <a:srgbClr val="000000"/>
                </a:solidFill>
                <a:latin typeface="Twentieth Century"/>
                <a:ea typeface="Twentieth Century"/>
                <a:cs typeface="Twentieth Century"/>
                <a:sym typeface="Twentieth Century"/>
              </a:rPr>
              <a:t>Good for help with adding new code snippets within a project</a:t>
            </a:r>
            <a:endParaRPr b="0" i="0" sz="1600" u="none" cap="none" strike="noStrike">
              <a:solidFill>
                <a:srgbClr val="000000"/>
              </a:solidFill>
              <a:latin typeface="Twentieth Century"/>
              <a:ea typeface="Twentieth Century"/>
              <a:cs typeface="Twentieth Century"/>
              <a:sym typeface="Twentieth Century"/>
            </a:endParaRPr>
          </a:p>
          <a:p>
            <a:pPr indent="-330200" lvl="0" marL="457200" marR="0" rtl="0" algn="l">
              <a:lnSpc>
                <a:spcPct val="150000"/>
              </a:lnSpc>
              <a:spcBef>
                <a:spcPts val="1000"/>
              </a:spcBef>
              <a:spcAft>
                <a:spcPts val="0"/>
              </a:spcAft>
              <a:buClr>
                <a:srgbClr val="000000"/>
              </a:buClr>
              <a:buSzPts val="1600"/>
              <a:buFont typeface="Twentieth Century"/>
              <a:buChar char="➔"/>
            </a:pPr>
            <a:r>
              <a:rPr b="0" i="0" lang="en" sz="1600" u="none" cap="none" strike="noStrike">
                <a:solidFill>
                  <a:srgbClr val="000000"/>
                </a:solidFill>
                <a:latin typeface="Twentieth Century"/>
                <a:ea typeface="Twentieth Century"/>
                <a:cs typeface="Twentieth Century"/>
                <a:sym typeface="Twentieth Century"/>
              </a:rPr>
              <a:t>Extension in VS Code can be used for free by students, faculty, &amp; open source project maintainers</a:t>
            </a:r>
            <a:endParaRPr b="0" i="0" sz="1600" u="none" cap="none" strike="noStrike">
              <a:solidFill>
                <a:srgbClr val="000000"/>
              </a:solidFill>
              <a:latin typeface="Twentieth Century"/>
              <a:ea typeface="Twentieth Century"/>
              <a:cs typeface="Twentieth Century"/>
              <a:sym typeface="Twentieth Century"/>
            </a:endParaRPr>
          </a:p>
          <a:p>
            <a:pPr indent="-317500" lvl="1" marL="914400" marR="0" rtl="0" algn="l">
              <a:lnSpc>
                <a:spcPct val="150000"/>
              </a:lnSpc>
              <a:spcBef>
                <a:spcPts val="1000"/>
              </a:spcBef>
              <a:spcAft>
                <a:spcPts val="1000"/>
              </a:spcAft>
              <a:buClr>
                <a:srgbClr val="000000"/>
              </a:buClr>
              <a:buSzPts val="1400"/>
              <a:buFont typeface="Twentieth Century"/>
              <a:buChar char="◆"/>
            </a:pPr>
            <a:r>
              <a:rPr b="0" i="0" lang="en" sz="1400" u="sng" cap="none" strike="noStrike">
                <a:solidFill>
                  <a:schemeClr val="hlink"/>
                </a:solidFill>
                <a:latin typeface="Twentieth Century"/>
                <a:ea typeface="Twentieth Century"/>
                <a:cs typeface="Twentieth Century"/>
                <a:sym typeface="Twentieth Century"/>
                <a:hlinkClick r:id="rId6"/>
              </a:rPr>
              <a:t>https://docs.github.com/en/copilot/managing-copilot/managing-copilot-as-an-individual-subscriber/managing-your-copilot-subscription/getting-free-access-to-copilot-as-a-student-teacher-or-maintainer</a:t>
            </a:r>
            <a:r>
              <a:rPr b="0" i="0" lang="en" sz="1400" u="none" cap="none" strike="noStrike">
                <a:solidFill>
                  <a:srgbClr val="000000"/>
                </a:solidFill>
                <a:latin typeface="Twentieth Century"/>
                <a:ea typeface="Twentieth Century"/>
                <a:cs typeface="Twentieth Century"/>
                <a:sym typeface="Twentieth Century"/>
              </a:rPr>
              <a:t> </a:t>
            </a:r>
            <a:endParaRPr b="0" i="0" sz="1400" u="none" cap="none" strike="noStrike">
              <a:solidFill>
                <a:srgbClr val="000000"/>
              </a:solidFill>
              <a:latin typeface="Twentieth Century"/>
              <a:ea typeface="Twentieth Century"/>
              <a:cs typeface="Twentieth Century"/>
              <a:sym typeface="Twentieth Century"/>
            </a:endParaRPr>
          </a:p>
        </p:txBody>
      </p:sp>
      <p:pic>
        <p:nvPicPr>
          <p:cNvPr descr="Screenshot of Microsoft VSCode with GitHub Copilot enabled on a script." id="198" name="Google Shape;198;p12"/>
          <p:cNvPicPr preferRelativeResize="0"/>
          <p:nvPr/>
        </p:nvPicPr>
        <p:blipFill rotWithShape="1">
          <a:blip r:embed="rId7">
            <a:alphaModFix/>
          </a:blip>
          <a:srcRect b="0" l="0" r="0" t="0"/>
          <a:stretch/>
        </p:blipFill>
        <p:spPr>
          <a:xfrm>
            <a:off x="6518725" y="1014100"/>
            <a:ext cx="2534574" cy="1715275"/>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 name="Shape 202"/>
        <p:cNvGrpSpPr/>
        <p:nvPr/>
      </p:nvGrpSpPr>
      <p:grpSpPr>
        <a:xfrm>
          <a:off x="0" y="0"/>
          <a:ext cx="0" cy="0"/>
          <a:chOff x="0" y="0"/>
          <a:chExt cx="0" cy="0"/>
        </a:xfrm>
      </p:grpSpPr>
      <p:sp>
        <p:nvSpPr>
          <p:cNvPr id="203" name="Google Shape;203;p13"/>
          <p:cNvSpPr txBox="1"/>
          <p:nvPr>
            <p:ph type="title"/>
          </p:nvPr>
        </p:nvSpPr>
        <p:spPr>
          <a:xfrm>
            <a:off x="-390906" y="260603"/>
            <a:ext cx="9916800" cy="603600"/>
          </a:xfrm>
          <a:prstGeom prst="rect">
            <a:avLst/>
          </a:prstGeom>
          <a:solidFill>
            <a:srgbClr val="B45F06"/>
          </a:solidFill>
          <a:ln cap="flat" cmpd="sng" w="9525">
            <a:solidFill>
              <a:schemeClr val="lt1"/>
            </a:solidFill>
            <a:prstDash val="solid"/>
            <a:round/>
            <a:headEnd len="sm" w="sm" type="none"/>
            <a:tailEnd len="sm" w="sm" type="none"/>
          </a:ln>
          <a:effectLst>
            <a:outerShdw blurRad="57150" rotWithShape="0" algn="bl" dir="5400000" dist="19050">
              <a:srgbClr val="000000">
                <a:alpha val="50196"/>
              </a:srgbClr>
            </a:outerShdw>
          </a:effectLst>
        </p:spPr>
        <p:txBody>
          <a:bodyPr anchorCtr="0" anchor="ctr" bIns="34275" lIns="68575" spcFirstLastPara="1" rIns="68575" wrap="square" tIns="34275">
            <a:noAutofit/>
          </a:bodyPr>
          <a:lstStyle/>
          <a:p>
            <a:pPr indent="0" lvl="0" marL="685800" rtl="0" algn="l">
              <a:lnSpc>
                <a:spcPct val="90000"/>
              </a:lnSpc>
              <a:spcBef>
                <a:spcPts val="0"/>
              </a:spcBef>
              <a:spcAft>
                <a:spcPts val="0"/>
              </a:spcAft>
              <a:buClr>
                <a:schemeClr val="dk1"/>
              </a:buClr>
              <a:buSzPts val="3000"/>
              <a:buFont typeface="Rockwell"/>
              <a:buNone/>
            </a:pPr>
            <a:r>
              <a:rPr b="1" lang="en" sz="3000">
                <a:solidFill>
                  <a:schemeClr val="lt1"/>
                </a:solidFill>
                <a:latin typeface="Twentieth Century"/>
                <a:ea typeface="Twentieth Century"/>
                <a:cs typeface="Twentieth Century"/>
                <a:sym typeface="Twentieth Century"/>
              </a:rPr>
              <a:t>Selecting a Software License</a:t>
            </a:r>
            <a:endParaRPr b="1" sz="3000">
              <a:solidFill>
                <a:schemeClr val="lt1"/>
              </a:solidFill>
              <a:latin typeface="Twentieth Century"/>
              <a:ea typeface="Twentieth Century"/>
              <a:cs typeface="Twentieth Century"/>
              <a:sym typeface="Twentieth Century"/>
            </a:endParaRPr>
          </a:p>
        </p:txBody>
      </p:sp>
      <p:sp>
        <p:nvSpPr>
          <p:cNvPr id="204" name="Google Shape;204;p13"/>
          <p:cNvSpPr txBox="1"/>
          <p:nvPr/>
        </p:nvSpPr>
        <p:spPr>
          <a:xfrm>
            <a:off x="227725" y="1023400"/>
            <a:ext cx="8688000" cy="4029600"/>
          </a:xfrm>
          <a:prstGeom prst="rect">
            <a:avLst/>
          </a:prstGeom>
          <a:solidFill>
            <a:srgbClr val="FFFFFF"/>
          </a:solidFill>
          <a:ln cap="flat" cmpd="sng" w="9525">
            <a:solidFill>
              <a:srgbClr val="7F7F7F"/>
            </a:solidFill>
            <a:prstDash val="solid"/>
            <a:round/>
            <a:headEnd len="sm" w="sm" type="none"/>
            <a:tailEnd len="sm" w="sm" type="none"/>
          </a:ln>
          <a:effectLst>
            <a:outerShdw blurRad="101600" rotWithShape="0" algn="tl" dir="2700000" dist="50800">
              <a:srgbClr val="000000">
                <a:alpha val="66667"/>
              </a:srgbClr>
            </a:outerShdw>
          </a:effectLst>
        </p:spPr>
        <p:txBody>
          <a:bodyPr anchorCtr="0" anchor="t" bIns="34275" lIns="205725" spcFirstLastPara="1" rIns="68575" wrap="square" tIns="155425">
            <a:noAutofit/>
          </a:bodyPr>
          <a:lstStyle/>
          <a:p>
            <a:pPr indent="-336550" lvl="0" marL="457200" marR="0" rtl="0" algn="l">
              <a:lnSpc>
                <a:spcPct val="115000"/>
              </a:lnSpc>
              <a:spcBef>
                <a:spcPts val="0"/>
              </a:spcBef>
              <a:spcAft>
                <a:spcPts val="0"/>
              </a:spcAft>
              <a:buClr>
                <a:srgbClr val="000000"/>
              </a:buClr>
              <a:buSzPts val="1700"/>
              <a:buFont typeface="Twentieth Century"/>
              <a:buChar char="➔"/>
            </a:pPr>
            <a:r>
              <a:rPr b="0" i="0" lang="en" sz="1700" u="none" cap="none" strike="noStrike">
                <a:solidFill>
                  <a:srgbClr val="000000"/>
                </a:solidFill>
                <a:latin typeface="Twentieth Century"/>
                <a:ea typeface="Twentieth Century"/>
                <a:cs typeface="Twentieth Century"/>
                <a:sym typeface="Twentieth Century"/>
              </a:rPr>
              <a:t>If you want others to know how they are permitted to use the code you share on GitHub, you should select a license that clearly defines associated restrictions and obligations</a:t>
            </a:r>
            <a:endParaRPr b="0" i="0" sz="1700" u="none" cap="none" strike="noStrike">
              <a:solidFill>
                <a:srgbClr val="000000"/>
              </a:solidFill>
              <a:latin typeface="Twentieth Century"/>
              <a:ea typeface="Twentieth Century"/>
              <a:cs typeface="Twentieth Century"/>
              <a:sym typeface="Twentieth Century"/>
            </a:endParaRPr>
          </a:p>
          <a:p>
            <a:pPr indent="-336550" lvl="0" marL="457200" marR="0" rtl="0" algn="l">
              <a:lnSpc>
                <a:spcPct val="115000"/>
              </a:lnSpc>
              <a:spcBef>
                <a:spcPts val="2400"/>
              </a:spcBef>
              <a:spcAft>
                <a:spcPts val="0"/>
              </a:spcAft>
              <a:buClr>
                <a:srgbClr val="000000"/>
              </a:buClr>
              <a:buSzPts val="1700"/>
              <a:buFont typeface="Twentieth Century"/>
              <a:buChar char="➔"/>
            </a:pPr>
            <a:r>
              <a:rPr b="0" i="0" lang="en" sz="1700" u="none" cap="none" strike="noStrike">
                <a:solidFill>
                  <a:srgbClr val="000000"/>
                </a:solidFill>
                <a:latin typeface="Twentieth Century"/>
                <a:ea typeface="Twentieth Century"/>
                <a:cs typeface="Twentieth Century"/>
                <a:sym typeface="Twentieth Century"/>
              </a:rPr>
              <a:t>There are many options to choose from, but some like these below are frequently chosen</a:t>
            </a:r>
            <a:endParaRPr b="0" i="0" sz="1700" u="none" cap="none" strike="noStrike">
              <a:solidFill>
                <a:srgbClr val="000000"/>
              </a:solidFill>
              <a:latin typeface="Twentieth Century"/>
              <a:ea typeface="Twentieth Century"/>
              <a:cs typeface="Twentieth Century"/>
              <a:sym typeface="Twentieth Century"/>
            </a:endParaRPr>
          </a:p>
          <a:p>
            <a:pPr indent="-330200" lvl="1" marL="914400" marR="0" rtl="0" algn="l">
              <a:lnSpc>
                <a:spcPct val="115000"/>
              </a:lnSpc>
              <a:spcBef>
                <a:spcPts val="0"/>
              </a:spcBef>
              <a:spcAft>
                <a:spcPts val="0"/>
              </a:spcAft>
              <a:buClr>
                <a:srgbClr val="000000"/>
              </a:buClr>
              <a:buSzPts val="1600"/>
              <a:buFont typeface="Twentieth Century"/>
              <a:buChar char="◆"/>
            </a:pPr>
            <a:r>
              <a:rPr b="1" i="0" lang="en" sz="1600" u="none" cap="none" strike="noStrike">
                <a:solidFill>
                  <a:srgbClr val="000000"/>
                </a:solidFill>
                <a:latin typeface="Twentieth Century"/>
                <a:ea typeface="Twentieth Century"/>
                <a:cs typeface="Twentieth Century"/>
                <a:sym typeface="Twentieth Century"/>
              </a:rPr>
              <a:t>MIT</a:t>
            </a:r>
            <a:endParaRPr b="1" i="0" sz="1600" u="none" cap="none" strike="noStrike">
              <a:solidFill>
                <a:srgbClr val="000000"/>
              </a:solidFill>
              <a:latin typeface="Twentieth Century"/>
              <a:ea typeface="Twentieth Century"/>
              <a:cs typeface="Twentieth Century"/>
              <a:sym typeface="Twentieth Century"/>
            </a:endParaRPr>
          </a:p>
          <a:p>
            <a:pPr indent="-330200" lvl="1" marL="914400" marR="0" rtl="0" algn="l">
              <a:lnSpc>
                <a:spcPct val="115000"/>
              </a:lnSpc>
              <a:spcBef>
                <a:spcPts val="1000"/>
              </a:spcBef>
              <a:spcAft>
                <a:spcPts val="0"/>
              </a:spcAft>
              <a:buClr>
                <a:srgbClr val="000000"/>
              </a:buClr>
              <a:buSzPts val="1600"/>
              <a:buFont typeface="Twentieth Century"/>
              <a:buChar char="◆"/>
            </a:pPr>
            <a:r>
              <a:rPr b="1" i="0" lang="en" sz="1600" u="none" cap="none" strike="noStrike">
                <a:solidFill>
                  <a:srgbClr val="000000"/>
                </a:solidFill>
                <a:latin typeface="Twentieth Century"/>
                <a:ea typeface="Twentieth Century"/>
                <a:cs typeface="Twentieth Century"/>
                <a:sym typeface="Twentieth Century"/>
              </a:rPr>
              <a:t>BSD 3-Clause</a:t>
            </a:r>
            <a:endParaRPr b="1" i="0" sz="1600" u="none" cap="none" strike="noStrike">
              <a:solidFill>
                <a:srgbClr val="000000"/>
              </a:solidFill>
              <a:latin typeface="Twentieth Century"/>
              <a:ea typeface="Twentieth Century"/>
              <a:cs typeface="Twentieth Century"/>
              <a:sym typeface="Twentieth Century"/>
            </a:endParaRPr>
          </a:p>
          <a:p>
            <a:pPr indent="-330200" lvl="1" marL="914400" marR="0" rtl="0" algn="l">
              <a:lnSpc>
                <a:spcPct val="115000"/>
              </a:lnSpc>
              <a:spcBef>
                <a:spcPts val="1000"/>
              </a:spcBef>
              <a:spcAft>
                <a:spcPts val="0"/>
              </a:spcAft>
              <a:buClr>
                <a:srgbClr val="000000"/>
              </a:buClr>
              <a:buSzPts val="1600"/>
              <a:buFont typeface="Twentieth Century"/>
              <a:buChar char="◆"/>
            </a:pPr>
            <a:r>
              <a:rPr b="1" i="0" lang="en" sz="1600" u="none" cap="none" strike="noStrike">
                <a:solidFill>
                  <a:srgbClr val="000000"/>
                </a:solidFill>
                <a:latin typeface="Twentieth Century"/>
                <a:ea typeface="Twentieth Century"/>
                <a:cs typeface="Twentieth Century"/>
                <a:sym typeface="Twentieth Century"/>
              </a:rPr>
              <a:t>GPL</a:t>
            </a:r>
            <a:endParaRPr b="1" i="0" sz="1600" u="none" cap="none" strike="noStrike">
              <a:solidFill>
                <a:srgbClr val="000000"/>
              </a:solidFill>
              <a:latin typeface="Twentieth Century"/>
              <a:ea typeface="Twentieth Century"/>
              <a:cs typeface="Twentieth Century"/>
              <a:sym typeface="Twentieth Century"/>
            </a:endParaRPr>
          </a:p>
          <a:p>
            <a:pPr indent="-330200" lvl="1" marL="914400" marR="0" rtl="0" algn="l">
              <a:lnSpc>
                <a:spcPct val="115000"/>
              </a:lnSpc>
              <a:spcBef>
                <a:spcPts val="1000"/>
              </a:spcBef>
              <a:spcAft>
                <a:spcPts val="0"/>
              </a:spcAft>
              <a:buClr>
                <a:srgbClr val="000000"/>
              </a:buClr>
              <a:buSzPts val="1600"/>
              <a:buFont typeface="Twentieth Century"/>
              <a:buChar char="◆"/>
            </a:pPr>
            <a:r>
              <a:rPr b="1" i="0" lang="en" sz="1600" u="none" cap="none" strike="noStrike">
                <a:solidFill>
                  <a:srgbClr val="000000"/>
                </a:solidFill>
                <a:latin typeface="Twentieth Century"/>
                <a:ea typeface="Twentieth Century"/>
                <a:cs typeface="Twentieth Century"/>
                <a:sym typeface="Twentieth Century"/>
              </a:rPr>
              <a:t>Apache</a:t>
            </a:r>
            <a:endParaRPr b="1" i="0" sz="1600" u="none" cap="none" strike="noStrike">
              <a:solidFill>
                <a:srgbClr val="000000"/>
              </a:solidFill>
              <a:latin typeface="Twentieth Century"/>
              <a:ea typeface="Twentieth Century"/>
              <a:cs typeface="Twentieth Century"/>
              <a:sym typeface="Twentieth Century"/>
            </a:endParaRPr>
          </a:p>
          <a:p>
            <a:pPr indent="-330200" lvl="0" marL="457200" marR="0" rtl="0" algn="l">
              <a:lnSpc>
                <a:spcPct val="100000"/>
              </a:lnSpc>
              <a:spcBef>
                <a:spcPts val="1600"/>
              </a:spcBef>
              <a:spcAft>
                <a:spcPts val="0"/>
              </a:spcAft>
              <a:buClr>
                <a:srgbClr val="000000"/>
              </a:buClr>
              <a:buSzPts val="1600"/>
              <a:buFont typeface="Twentieth Century"/>
              <a:buChar char="➔"/>
            </a:pPr>
            <a:r>
              <a:rPr b="0" i="0" lang="en" sz="1600" u="none" cap="none" strike="noStrike">
                <a:solidFill>
                  <a:srgbClr val="000000"/>
                </a:solidFill>
                <a:latin typeface="Twentieth Century"/>
                <a:ea typeface="Twentieth Century"/>
                <a:cs typeface="Twentieth Century"/>
                <a:sym typeface="Twentieth Century"/>
              </a:rPr>
              <a:t>Visit </a:t>
            </a:r>
            <a:r>
              <a:rPr b="0" i="0" lang="en" sz="1600" u="sng" cap="none" strike="noStrike">
                <a:solidFill>
                  <a:schemeClr val="hlink"/>
                </a:solidFill>
                <a:latin typeface="Twentieth Century"/>
                <a:ea typeface="Twentieth Century"/>
                <a:cs typeface="Twentieth Century"/>
                <a:sym typeface="Twentieth Century"/>
                <a:hlinkClick r:id="rId3"/>
              </a:rPr>
              <a:t>https://choosealicense.com/licenses/</a:t>
            </a:r>
            <a:r>
              <a:rPr b="0" i="0" lang="en" sz="1600" u="none" cap="none" strike="noStrike">
                <a:solidFill>
                  <a:srgbClr val="000000"/>
                </a:solidFill>
                <a:latin typeface="Twentieth Century"/>
                <a:ea typeface="Twentieth Century"/>
                <a:cs typeface="Twentieth Century"/>
                <a:sym typeface="Twentieth Century"/>
              </a:rPr>
              <a:t> for a detailed list of license options</a:t>
            </a:r>
            <a:endParaRPr b="0" i="0" sz="1600" u="none" cap="none" strike="noStrike">
              <a:solidFill>
                <a:srgbClr val="000000"/>
              </a:solidFill>
              <a:latin typeface="Twentieth Century"/>
              <a:ea typeface="Twentieth Century"/>
              <a:cs typeface="Twentieth Century"/>
              <a:sym typeface="Twentieth Century"/>
            </a:endParaRPr>
          </a:p>
          <a:p>
            <a:pPr indent="-330200" lvl="0" marL="457200" marR="0" rtl="0" algn="l">
              <a:lnSpc>
                <a:spcPct val="100000"/>
              </a:lnSpc>
              <a:spcBef>
                <a:spcPts val="1600"/>
              </a:spcBef>
              <a:spcAft>
                <a:spcPts val="1000"/>
              </a:spcAft>
              <a:buClr>
                <a:srgbClr val="000000"/>
              </a:buClr>
              <a:buSzPts val="1600"/>
              <a:buFont typeface="Twentieth Century"/>
              <a:buChar char="➔"/>
            </a:pPr>
            <a:r>
              <a:rPr b="0" i="0" lang="en" sz="1600" u="none" cap="none" strike="noStrike">
                <a:solidFill>
                  <a:srgbClr val="000000"/>
                </a:solidFill>
                <a:latin typeface="Twentieth Century"/>
                <a:ea typeface="Twentieth Century"/>
                <a:cs typeface="Twentieth Century"/>
                <a:sym typeface="Twentieth Century"/>
              </a:rPr>
              <a:t>The </a:t>
            </a:r>
            <a:r>
              <a:rPr b="0" i="0" lang="en" sz="1600" u="sng" cap="none" strike="noStrike">
                <a:solidFill>
                  <a:schemeClr val="hlink"/>
                </a:solidFill>
                <a:latin typeface="Twentieth Century"/>
                <a:ea typeface="Twentieth Century"/>
                <a:cs typeface="Twentieth Century"/>
                <a:sym typeface="Twentieth Century"/>
                <a:hlinkClick r:id="rId4"/>
              </a:rPr>
              <a:t>open source license best practices document </a:t>
            </a:r>
            <a:r>
              <a:rPr b="0" i="0" lang="en" sz="1600" u="none" cap="none" strike="noStrike">
                <a:solidFill>
                  <a:srgbClr val="000000"/>
                </a:solidFill>
                <a:latin typeface="Twentieth Century"/>
                <a:ea typeface="Twentieth Century"/>
                <a:cs typeface="Twentieth Century"/>
                <a:sym typeface="Twentieth Century"/>
              </a:rPr>
              <a:t>on the OSPO site summarizes key considerations</a:t>
            </a:r>
            <a:endParaRPr b="0" i="0" sz="1600" u="none" cap="none" strike="noStrike">
              <a:solidFill>
                <a:srgbClr val="000000"/>
              </a:solidFill>
              <a:latin typeface="Twentieth Century"/>
              <a:ea typeface="Twentieth Century"/>
              <a:cs typeface="Twentieth Century"/>
              <a:sym typeface="Twentieth Century"/>
            </a:endParaRPr>
          </a:p>
        </p:txBody>
      </p:sp>
      <p:pic>
        <p:nvPicPr>
          <p:cNvPr descr="Logo for the GNU (GNU's Not Unix) software." id="205" name="Google Shape;205;p13"/>
          <p:cNvPicPr preferRelativeResize="0"/>
          <p:nvPr/>
        </p:nvPicPr>
        <p:blipFill rotWithShape="1">
          <a:blip r:embed="rId5">
            <a:alphaModFix/>
          </a:blip>
          <a:srcRect b="0" l="0" r="0" t="0"/>
          <a:stretch/>
        </p:blipFill>
        <p:spPr>
          <a:xfrm>
            <a:off x="4690589" y="2634925"/>
            <a:ext cx="1061200" cy="1036951"/>
          </a:xfrm>
          <a:prstGeom prst="rect">
            <a:avLst/>
          </a:prstGeom>
          <a:noFill/>
          <a:ln>
            <a:noFill/>
          </a:ln>
        </p:spPr>
      </p:pic>
      <p:pic>
        <p:nvPicPr>
          <p:cNvPr descr="Logo for the Apache Software Foundation." id="206" name="Google Shape;206;p13"/>
          <p:cNvPicPr preferRelativeResize="0"/>
          <p:nvPr/>
        </p:nvPicPr>
        <p:blipFill rotWithShape="1">
          <a:blip r:embed="rId6">
            <a:alphaModFix/>
          </a:blip>
          <a:srcRect b="0" l="0" r="0" t="0"/>
          <a:stretch/>
        </p:blipFill>
        <p:spPr>
          <a:xfrm>
            <a:off x="5977427" y="2702108"/>
            <a:ext cx="2395203" cy="970700"/>
          </a:xfrm>
          <a:prstGeom prst="rect">
            <a:avLst/>
          </a:prstGeom>
          <a:noFill/>
          <a:ln>
            <a:noFill/>
          </a:ln>
        </p:spPr>
      </p:pic>
      <p:pic>
        <p:nvPicPr>
          <p:cNvPr descr="Logo for the BSD (Berkeley Software Distribution) license." id="207" name="Google Shape;207;p13"/>
          <p:cNvPicPr preferRelativeResize="0"/>
          <p:nvPr/>
        </p:nvPicPr>
        <p:blipFill rotWithShape="1">
          <a:blip r:embed="rId7">
            <a:alphaModFix/>
          </a:blip>
          <a:srcRect b="0" l="0" r="0" t="0"/>
          <a:stretch/>
        </p:blipFill>
        <p:spPr>
          <a:xfrm>
            <a:off x="3351825" y="2630693"/>
            <a:ext cx="1036950" cy="103695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1" name="Shape 211"/>
        <p:cNvGrpSpPr/>
        <p:nvPr/>
      </p:nvGrpSpPr>
      <p:grpSpPr>
        <a:xfrm>
          <a:off x="0" y="0"/>
          <a:ext cx="0" cy="0"/>
          <a:chOff x="0" y="0"/>
          <a:chExt cx="0" cy="0"/>
        </a:xfrm>
      </p:grpSpPr>
      <p:sp>
        <p:nvSpPr>
          <p:cNvPr id="212" name="Google Shape;212;p14"/>
          <p:cNvSpPr txBox="1"/>
          <p:nvPr>
            <p:ph type="title"/>
          </p:nvPr>
        </p:nvSpPr>
        <p:spPr>
          <a:xfrm>
            <a:off x="-390906" y="260603"/>
            <a:ext cx="9916800" cy="603600"/>
          </a:xfrm>
          <a:prstGeom prst="rect">
            <a:avLst/>
          </a:prstGeom>
          <a:solidFill>
            <a:srgbClr val="B45F06"/>
          </a:solidFill>
          <a:ln cap="flat" cmpd="sng" w="9525">
            <a:solidFill>
              <a:schemeClr val="lt1"/>
            </a:solidFill>
            <a:prstDash val="solid"/>
            <a:round/>
            <a:headEnd len="sm" w="sm" type="none"/>
            <a:tailEnd len="sm" w="sm" type="none"/>
          </a:ln>
          <a:effectLst>
            <a:outerShdw blurRad="57150" rotWithShape="0" algn="bl" dir="5400000" dist="19050">
              <a:srgbClr val="000000">
                <a:alpha val="50196"/>
              </a:srgbClr>
            </a:outerShdw>
          </a:effectLst>
        </p:spPr>
        <p:txBody>
          <a:bodyPr anchorCtr="0" anchor="ctr" bIns="34275" lIns="68575" spcFirstLastPara="1" rIns="68575" wrap="square" tIns="34275">
            <a:noAutofit/>
          </a:bodyPr>
          <a:lstStyle/>
          <a:p>
            <a:pPr indent="0" lvl="0" marL="685800" rtl="0" algn="l">
              <a:lnSpc>
                <a:spcPct val="90000"/>
              </a:lnSpc>
              <a:spcBef>
                <a:spcPts val="0"/>
              </a:spcBef>
              <a:spcAft>
                <a:spcPts val="0"/>
              </a:spcAft>
              <a:buClr>
                <a:schemeClr val="dk1"/>
              </a:buClr>
              <a:buSzPts val="3000"/>
              <a:buFont typeface="Rockwell"/>
              <a:buNone/>
            </a:pPr>
            <a:r>
              <a:rPr b="1" lang="en" sz="3000">
                <a:solidFill>
                  <a:schemeClr val="lt1"/>
                </a:solidFill>
                <a:latin typeface="Twentieth Century"/>
                <a:ea typeface="Twentieth Century"/>
                <a:cs typeface="Twentieth Century"/>
                <a:sym typeface="Twentieth Century"/>
              </a:rPr>
              <a:t>UT Open Source Program Office (UT-OSPO)</a:t>
            </a:r>
            <a:endParaRPr b="1" sz="3000">
              <a:solidFill>
                <a:schemeClr val="lt1"/>
              </a:solidFill>
              <a:latin typeface="Twentieth Century"/>
              <a:ea typeface="Twentieth Century"/>
              <a:cs typeface="Twentieth Century"/>
              <a:sym typeface="Twentieth Century"/>
            </a:endParaRPr>
          </a:p>
        </p:txBody>
      </p:sp>
      <p:sp>
        <p:nvSpPr>
          <p:cNvPr id="213" name="Google Shape;213;p14"/>
          <p:cNvSpPr txBox="1"/>
          <p:nvPr>
            <p:ph idx="12" type="sldNum"/>
          </p:nvPr>
        </p:nvSpPr>
        <p:spPr>
          <a:xfrm>
            <a:off x="6457950" y="4767263"/>
            <a:ext cx="2057400" cy="2739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900"/>
              <a:buNone/>
            </a:pPr>
            <a:fld id="{00000000-1234-1234-1234-123412341234}" type="slidenum">
              <a:rPr lang="en"/>
              <a:t>‹#›</a:t>
            </a:fld>
            <a:endParaRPr/>
          </a:p>
        </p:txBody>
      </p:sp>
      <p:sp>
        <p:nvSpPr>
          <p:cNvPr id="214" name="Google Shape;214;p14"/>
          <p:cNvSpPr txBox="1"/>
          <p:nvPr/>
        </p:nvSpPr>
        <p:spPr>
          <a:xfrm>
            <a:off x="171075" y="986775"/>
            <a:ext cx="6574800" cy="2995800"/>
          </a:xfrm>
          <a:prstGeom prst="rect">
            <a:avLst/>
          </a:prstGeom>
          <a:solidFill>
            <a:srgbClr val="FFFFFF"/>
          </a:solidFill>
          <a:ln cap="flat" cmpd="sng" w="9525">
            <a:solidFill>
              <a:srgbClr val="7F7F7F"/>
            </a:solidFill>
            <a:prstDash val="solid"/>
            <a:round/>
            <a:headEnd len="sm" w="sm" type="none"/>
            <a:tailEnd len="sm" w="sm" type="none"/>
          </a:ln>
          <a:effectLst>
            <a:outerShdw blurRad="101600" rotWithShape="0" algn="tl" dir="2700000" dist="50800">
              <a:srgbClr val="000000">
                <a:alpha val="66667"/>
              </a:srgbClr>
            </a:outerShdw>
          </a:effectLst>
        </p:spPr>
        <p:txBody>
          <a:bodyPr anchorCtr="0" anchor="t" bIns="34275" lIns="18275" spcFirstLastPara="1" rIns="68575" wrap="square" tIns="338325">
            <a:noAutofit/>
          </a:bodyPr>
          <a:lstStyle/>
          <a:p>
            <a:pPr indent="-254000" lvl="0" marL="457200" marR="0" rtl="0" algn="l">
              <a:lnSpc>
                <a:spcPct val="115000"/>
              </a:lnSpc>
              <a:spcBef>
                <a:spcPts val="0"/>
              </a:spcBef>
              <a:spcAft>
                <a:spcPts val="0"/>
              </a:spcAft>
              <a:buClr>
                <a:srgbClr val="000000"/>
              </a:buClr>
              <a:buSzPts val="1300"/>
              <a:buFont typeface="Twentieth Century"/>
              <a:buChar char="➔"/>
            </a:pPr>
            <a:r>
              <a:rPr b="0" i="0" lang="en" sz="1300" u="none" cap="none" strike="noStrike">
                <a:solidFill>
                  <a:srgbClr val="000000"/>
                </a:solidFill>
                <a:latin typeface="Twentieth Century"/>
                <a:ea typeface="Twentieth Century"/>
                <a:cs typeface="Twentieth Century"/>
                <a:sym typeface="Twentieth Century"/>
              </a:rPr>
              <a:t>The </a:t>
            </a:r>
            <a:r>
              <a:rPr b="1" i="0" lang="en" sz="1300" u="none" cap="none" strike="noStrike">
                <a:solidFill>
                  <a:srgbClr val="000000"/>
                </a:solidFill>
                <a:latin typeface="Twentieth Century"/>
                <a:ea typeface="Twentieth Century"/>
                <a:cs typeface="Twentieth Century"/>
                <a:sym typeface="Twentieth Century"/>
              </a:rPr>
              <a:t>UT Open Source Program Office </a:t>
            </a:r>
            <a:r>
              <a:rPr b="0" i="0" lang="en" sz="1300" u="none" cap="none" strike="noStrike">
                <a:solidFill>
                  <a:srgbClr val="000000"/>
                </a:solidFill>
                <a:latin typeface="Twentieth Century"/>
                <a:ea typeface="Twentieth Century"/>
                <a:cs typeface="Twentieth Century"/>
                <a:sym typeface="Twentieth Century"/>
              </a:rPr>
              <a:t>is a resource for developers of research software</a:t>
            </a:r>
            <a:endParaRPr b="0" i="0" sz="1300" u="none" cap="none" strike="noStrike">
              <a:solidFill>
                <a:srgbClr val="000000"/>
              </a:solidFill>
              <a:latin typeface="Twentieth Century"/>
              <a:ea typeface="Twentieth Century"/>
              <a:cs typeface="Twentieth Century"/>
              <a:sym typeface="Twentieth Century"/>
            </a:endParaRPr>
          </a:p>
          <a:p>
            <a:pPr indent="-311150" lvl="1" marL="914400" rtl="0" algn="l">
              <a:lnSpc>
                <a:spcPct val="115000"/>
              </a:lnSpc>
              <a:spcBef>
                <a:spcPts val="0"/>
              </a:spcBef>
              <a:spcAft>
                <a:spcPts val="0"/>
              </a:spcAft>
              <a:buClr>
                <a:schemeClr val="dk1"/>
              </a:buClr>
              <a:buSzPts val="1300"/>
              <a:buFont typeface="Twentieth Century"/>
              <a:buChar char="○"/>
            </a:pPr>
            <a:r>
              <a:rPr lang="en" sz="1300">
                <a:solidFill>
                  <a:schemeClr val="dk1"/>
                </a:solidFill>
                <a:latin typeface="Twentieth Century"/>
                <a:ea typeface="Twentieth Century"/>
                <a:cs typeface="Twentieth Century"/>
                <a:sym typeface="Twentieth Century"/>
              </a:rPr>
              <a:t>Training/events</a:t>
            </a:r>
            <a:endParaRPr sz="1300">
              <a:solidFill>
                <a:schemeClr val="dk1"/>
              </a:solidFill>
              <a:latin typeface="Twentieth Century"/>
              <a:ea typeface="Twentieth Century"/>
              <a:cs typeface="Twentieth Century"/>
              <a:sym typeface="Twentieth Century"/>
            </a:endParaRPr>
          </a:p>
          <a:p>
            <a:pPr indent="-311150" lvl="1" marL="914400" rtl="0" algn="l">
              <a:lnSpc>
                <a:spcPct val="115000"/>
              </a:lnSpc>
              <a:spcBef>
                <a:spcPts val="0"/>
              </a:spcBef>
              <a:spcAft>
                <a:spcPts val="0"/>
              </a:spcAft>
              <a:buClr>
                <a:schemeClr val="dk1"/>
              </a:buClr>
              <a:buSzPts val="1300"/>
              <a:buFont typeface="Twentieth Century"/>
              <a:buChar char="○"/>
            </a:pPr>
            <a:r>
              <a:rPr lang="en" sz="1300">
                <a:solidFill>
                  <a:schemeClr val="dk1"/>
                </a:solidFill>
                <a:latin typeface="Twentieth Century"/>
                <a:ea typeface="Twentieth Century"/>
                <a:cs typeface="Twentieth Century"/>
                <a:sym typeface="Twentieth Century"/>
              </a:rPr>
              <a:t>Funding identification</a:t>
            </a:r>
            <a:endParaRPr sz="1300">
              <a:solidFill>
                <a:schemeClr val="dk1"/>
              </a:solidFill>
              <a:latin typeface="Twentieth Century"/>
              <a:ea typeface="Twentieth Century"/>
              <a:cs typeface="Twentieth Century"/>
              <a:sym typeface="Twentieth Century"/>
            </a:endParaRPr>
          </a:p>
          <a:p>
            <a:pPr indent="-311150" lvl="1" marL="914400" rtl="0" algn="l">
              <a:lnSpc>
                <a:spcPct val="115000"/>
              </a:lnSpc>
              <a:spcBef>
                <a:spcPts val="0"/>
              </a:spcBef>
              <a:spcAft>
                <a:spcPts val="0"/>
              </a:spcAft>
              <a:buClr>
                <a:schemeClr val="dk1"/>
              </a:buClr>
              <a:buSzPts val="1300"/>
              <a:buFont typeface="Twentieth Century"/>
              <a:buChar char="○"/>
            </a:pPr>
            <a:r>
              <a:rPr lang="en" sz="1300">
                <a:solidFill>
                  <a:schemeClr val="dk1"/>
                </a:solidFill>
                <a:latin typeface="Twentieth Century"/>
                <a:ea typeface="Twentieth Century"/>
                <a:cs typeface="Twentieth Century"/>
                <a:sym typeface="Twentieth Century"/>
              </a:rPr>
              <a:t>Best practices guides</a:t>
            </a:r>
            <a:endParaRPr sz="1300">
              <a:solidFill>
                <a:schemeClr val="dk1"/>
              </a:solidFill>
              <a:latin typeface="Twentieth Century"/>
              <a:ea typeface="Twentieth Century"/>
              <a:cs typeface="Twentieth Century"/>
              <a:sym typeface="Twentieth Century"/>
            </a:endParaRPr>
          </a:p>
          <a:p>
            <a:pPr indent="-311150" lvl="1" marL="914400" rtl="0" algn="l">
              <a:lnSpc>
                <a:spcPct val="115000"/>
              </a:lnSpc>
              <a:spcBef>
                <a:spcPts val="0"/>
              </a:spcBef>
              <a:spcAft>
                <a:spcPts val="0"/>
              </a:spcAft>
              <a:buClr>
                <a:schemeClr val="dk1"/>
              </a:buClr>
              <a:buSzPts val="1300"/>
              <a:buFont typeface="Twentieth Century"/>
              <a:buChar char="○"/>
            </a:pPr>
            <a:r>
              <a:rPr lang="en" sz="1300">
                <a:solidFill>
                  <a:schemeClr val="dk1"/>
                </a:solidFill>
                <a:latin typeface="Twentieth Century"/>
                <a:ea typeface="Twentieth Century"/>
                <a:cs typeface="Twentieth Century"/>
                <a:sym typeface="Twentieth Century"/>
              </a:rPr>
              <a:t>Consultation services</a:t>
            </a:r>
            <a:endParaRPr sz="1300">
              <a:solidFill>
                <a:schemeClr val="dk1"/>
              </a:solidFill>
              <a:latin typeface="Twentieth Century"/>
              <a:ea typeface="Twentieth Century"/>
              <a:cs typeface="Twentieth Century"/>
              <a:sym typeface="Twentieth Century"/>
            </a:endParaRPr>
          </a:p>
          <a:p>
            <a:pPr indent="-254000" lvl="0" marL="457200" rtl="0" algn="l">
              <a:lnSpc>
                <a:spcPct val="115000"/>
              </a:lnSpc>
              <a:spcBef>
                <a:spcPts val="1100"/>
              </a:spcBef>
              <a:spcAft>
                <a:spcPts val="0"/>
              </a:spcAft>
              <a:buSzPts val="1300"/>
              <a:buFont typeface="Twentieth Century"/>
              <a:buChar char="➔"/>
            </a:pPr>
            <a:r>
              <a:rPr lang="en" sz="1300">
                <a:solidFill>
                  <a:schemeClr val="dk1"/>
                </a:solidFill>
                <a:latin typeface="Twentieth Century"/>
                <a:ea typeface="Twentieth Century"/>
                <a:cs typeface="Twentieth Century"/>
                <a:sym typeface="Twentieth Century"/>
              </a:rPr>
              <a:t>Contact the OSPO at: </a:t>
            </a:r>
            <a:r>
              <a:rPr lang="en" sz="1300" u="sng">
                <a:solidFill>
                  <a:schemeClr val="hlink"/>
                </a:solidFill>
                <a:latin typeface="Twentieth Century"/>
                <a:ea typeface="Twentieth Century"/>
                <a:cs typeface="Twentieth Century"/>
                <a:sym typeface="Twentieth Century"/>
                <a:hlinkClick r:id="rId3"/>
              </a:rPr>
              <a:t>ospo@utlists.utexas.edu</a:t>
            </a:r>
            <a:r>
              <a:rPr lang="en" sz="1300">
                <a:solidFill>
                  <a:schemeClr val="dk1"/>
                </a:solidFill>
                <a:latin typeface="Twentieth Century"/>
                <a:ea typeface="Twentieth Century"/>
                <a:cs typeface="Twentieth Century"/>
                <a:sym typeface="Twentieth Century"/>
              </a:rPr>
              <a:t> </a:t>
            </a:r>
            <a:endParaRPr sz="1300">
              <a:solidFill>
                <a:schemeClr val="dk1"/>
              </a:solidFill>
              <a:latin typeface="Twentieth Century"/>
              <a:ea typeface="Twentieth Century"/>
              <a:cs typeface="Twentieth Century"/>
              <a:sym typeface="Twentieth Century"/>
            </a:endParaRPr>
          </a:p>
          <a:p>
            <a:pPr indent="-254000" lvl="0" marL="457200" rtl="0" algn="l">
              <a:lnSpc>
                <a:spcPct val="115000"/>
              </a:lnSpc>
              <a:spcBef>
                <a:spcPts val="1100"/>
              </a:spcBef>
              <a:spcAft>
                <a:spcPts val="0"/>
              </a:spcAft>
              <a:buSzPts val="1300"/>
              <a:buFont typeface="Twentieth Century"/>
              <a:buChar char="➔"/>
            </a:pPr>
            <a:r>
              <a:rPr lang="en" sz="1300">
                <a:solidFill>
                  <a:schemeClr val="dk1"/>
                </a:solidFill>
                <a:latin typeface="Twentieth Century"/>
                <a:ea typeface="Twentieth Century"/>
                <a:cs typeface="Twentieth Century"/>
                <a:sym typeface="Twentieth Century"/>
              </a:rPr>
              <a:t>Visit the website: </a:t>
            </a:r>
            <a:r>
              <a:rPr lang="en" sz="1300" u="sng">
                <a:solidFill>
                  <a:schemeClr val="hlink"/>
                </a:solidFill>
                <a:latin typeface="Twentieth Century"/>
                <a:ea typeface="Twentieth Century"/>
                <a:cs typeface="Twentieth Century"/>
                <a:sym typeface="Twentieth Century"/>
                <a:hlinkClick r:id="rId4"/>
              </a:rPr>
              <a:t>www.opensource.utexas.edu</a:t>
            </a:r>
            <a:r>
              <a:rPr lang="en" sz="1300">
                <a:solidFill>
                  <a:schemeClr val="dk1"/>
                </a:solidFill>
                <a:latin typeface="Twentieth Century"/>
                <a:ea typeface="Twentieth Century"/>
                <a:cs typeface="Twentieth Century"/>
                <a:sym typeface="Twentieth Century"/>
              </a:rPr>
              <a:t> (or use QR code)</a:t>
            </a:r>
            <a:endParaRPr sz="1300">
              <a:solidFill>
                <a:schemeClr val="dk1"/>
              </a:solidFill>
              <a:latin typeface="Twentieth Century"/>
              <a:ea typeface="Twentieth Century"/>
              <a:cs typeface="Twentieth Century"/>
              <a:sym typeface="Twentieth Century"/>
            </a:endParaRPr>
          </a:p>
          <a:p>
            <a:pPr indent="-254000" lvl="0" marL="457200" rtl="0" algn="l">
              <a:lnSpc>
                <a:spcPct val="115000"/>
              </a:lnSpc>
              <a:spcBef>
                <a:spcPts val="1100"/>
              </a:spcBef>
              <a:spcAft>
                <a:spcPts val="0"/>
              </a:spcAft>
              <a:buSzPts val="1300"/>
              <a:buFont typeface="Twentieth Century"/>
              <a:buChar char="➔"/>
            </a:pPr>
            <a:r>
              <a:rPr lang="en" sz="1300">
                <a:solidFill>
                  <a:schemeClr val="dk1"/>
                </a:solidFill>
                <a:latin typeface="Twentieth Century"/>
                <a:ea typeface="Twentieth Century"/>
                <a:cs typeface="Twentieth Century"/>
                <a:sym typeface="Twentieth Century"/>
              </a:rPr>
              <a:t>Sign up to receive emails: </a:t>
            </a:r>
            <a:r>
              <a:rPr lang="en" sz="1300" u="sng">
                <a:solidFill>
                  <a:schemeClr val="hlink"/>
                </a:solidFill>
                <a:latin typeface="Twentieth Century"/>
                <a:ea typeface="Twentieth Century"/>
                <a:cs typeface="Twentieth Century"/>
                <a:sym typeface="Twentieth Century"/>
                <a:hlinkClick r:id="rId5"/>
              </a:rPr>
              <a:t>https://utlists.utexas.edu/sympa/subscribe/ospo.announce</a:t>
            </a:r>
            <a:r>
              <a:rPr lang="en" sz="1300">
                <a:solidFill>
                  <a:schemeClr val="dk1"/>
                </a:solidFill>
                <a:latin typeface="Twentieth Century"/>
                <a:ea typeface="Twentieth Century"/>
                <a:cs typeface="Twentieth Century"/>
                <a:sym typeface="Twentieth Century"/>
              </a:rPr>
              <a:t> </a:t>
            </a:r>
            <a:endParaRPr b="0" i="0" sz="1300" u="none" cap="none" strike="noStrike">
              <a:solidFill>
                <a:schemeClr val="dk1"/>
              </a:solidFill>
              <a:latin typeface="Twentieth Century"/>
              <a:ea typeface="Twentieth Century"/>
              <a:cs typeface="Twentieth Century"/>
              <a:sym typeface="Twentieth Century"/>
            </a:endParaRPr>
          </a:p>
        </p:txBody>
      </p:sp>
      <p:pic>
        <p:nvPicPr>
          <p:cNvPr id="215" name="Google Shape;215;p14"/>
          <p:cNvPicPr preferRelativeResize="0"/>
          <p:nvPr/>
        </p:nvPicPr>
        <p:blipFill rotWithShape="1">
          <a:blip r:embed="rId6">
            <a:alphaModFix/>
          </a:blip>
          <a:srcRect b="0" l="0" r="0" t="0"/>
          <a:stretch/>
        </p:blipFill>
        <p:spPr>
          <a:xfrm>
            <a:off x="6897666" y="2632101"/>
            <a:ext cx="2057399" cy="2057399"/>
          </a:xfrm>
          <a:prstGeom prst="rect">
            <a:avLst/>
          </a:prstGeom>
          <a:noFill/>
          <a:ln>
            <a:noFill/>
          </a:ln>
          <a:effectLst>
            <a:outerShdw blurRad="57150" rotWithShape="0" algn="bl" dir="5400000" dist="19050">
              <a:srgbClr val="000000">
                <a:alpha val="50200"/>
              </a:srgbClr>
            </a:outerShdw>
          </a:effectLst>
        </p:spPr>
      </p:pic>
      <p:pic>
        <p:nvPicPr>
          <p:cNvPr descr="Screenshot of the homepage of the UT Open Source Program Office (OSPO)." id="216" name="Google Shape;216;p14"/>
          <p:cNvPicPr preferRelativeResize="0"/>
          <p:nvPr/>
        </p:nvPicPr>
        <p:blipFill>
          <a:blip r:embed="rId7">
            <a:alphaModFix/>
          </a:blip>
          <a:stretch>
            <a:fillRect/>
          </a:stretch>
        </p:blipFill>
        <p:spPr>
          <a:xfrm>
            <a:off x="6897675" y="1028675"/>
            <a:ext cx="2057400" cy="1313997"/>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0" name="Shape 220"/>
        <p:cNvGrpSpPr/>
        <p:nvPr/>
      </p:nvGrpSpPr>
      <p:grpSpPr>
        <a:xfrm>
          <a:off x="0" y="0"/>
          <a:ext cx="0" cy="0"/>
          <a:chOff x="0" y="0"/>
          <a:chExt cx="0" cy="0"/>
        </a:xfrm>
      </p:grpSpPr>
      <p:sp>
        <p:nvSpPr>
          <p:cNvPr id="221" name="Google Shape;221;p17"/>
          <p:cNvSpPr txBox="1"/>
          <p:nvPr>
            <p:ph type="title"/>
          </p:nvPr>
        </p:nvSpPr>
        <p:spPr>
          <a:xfrm>
            <a:off x="-390906" y="1784603"/>
            <a:ext cx="9916800" cy="603600"/>
          </a:xfrm>
          <a:prstGeom prst="rect">
            <a:avLst/>
          </a:prstGeom>
          <a:solidFill>
            <a:srgbClr val="B45F06"/>
          </a:solidFill>
          <a:ln cap="flat" cmpd="sng" w="9525">
            <a:solidFill>
              <a:schemeClr val="lt1"/>
            </a:solidFill>
            <a:prstDash val="solid"/>
            <a:round/>
            <a:headEnd len="sm" w="sm" type="none"/>
            <a:tailEnd len="sm" w="sm" type="none"/>
          </a:ln>
          <a:effectLst>
            <a:outerShdw blurRad="57150" rotWithShape="0" algn="bl" dir="5400000" dist="19050">
              <a:srgbClr val="000000">
                <a:alpha val="50196"/>
              </a:srgbClr>
            </a:outerShdw>
          </a:effectLst>
        </p:spPr>
        <p:txBody>
          <a:bodyPr anchorCtr="0" anchor="ctr" bIns="34275" lIns="68575" spcFirstLastPara="1" rIns="68575" wrap="square" tIns="34275">
            <a:noAutofit/>
          </a:bodyPr>
          <a:lstStyle/>
          <a:p>
            <a:pPr indent="0" lvl="0" marL="685800" rtl="0" algn="l">
              <a:lnSpc>
                <a:spcPct val="90000"/>
              </a:lnSpc>
              <a:spcBef>
                <a:spcPts val="0"/>
              </a:spcBef>
              <a:spcAft>
                <a:spcPts val="0"/>
              </a:spcAft>
              <a:buClr>
                <a:schemeClr val="dk1"/>
              </a:buClr>
              <a:buSzPts val="3000"/>
              <a:buFont typeface="Rockwell"/>
              <a:buNone/>
            </a:pPr>
            <a:r>
              <a:rPr b="1" lang="en" sz="3000">
                <a:solidFill>
                  <a:schemeClr val="lt1"/>
                </a:solidFill>
                <a:latin typeface="Twentieth Century"/>
                <a:ea typeface="Twentieth Century"/>
                <a:cs typeface="Twentieth Century"/>
                <a:sym typeface="Twentieth Century"/>
              </a:rPr>
              <a:t>Immersive Python Workshop Day 3  </a:t>
            </a:r>
            <a:r>
              <a:rPr lang="en" sz="3000">
                <a:solidFill>
                  <a:schemeClr val="lt1"/>
                </a:solidFill>
                <a:latin typeface="Twentieth Century"/>
                <a:ea typeface="Twentieth Century"/>
                <a:cs typeface="Twentieth Century"/>
                <a:sym typeface="Twentieth Century"/>
              </a:rPr>
              <a:t>|  AI and coding</a:t>
            </a:r>
            <a:endParaRPr sz="3000">
              <a:solidFill>
                <a:schemeClr val="lt1"/>
              </a:solidFill>
              <a:latin typeface="Twentieth Century"/>
              <a:ea typeface="Twentieth Century"/>
              <a:cs typeface="Twentieth Century"/>
              <a:sym typeface="Twentieth Century"/>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5" name="Shape 225"/>
        <p:cNvGrpSpPr/>
        <p:nvPr/>
      </p:nvGrpSpPr>
      <p:grpSpPr>
        <a:xfrm>
          <a:off x="0" y="0"/>
          <a:ext cx="0" cy="0"/>
          <a:chOff x="0" y="0"/>
          <a:chExt cx="0" cy="0"/>
        </a:xfrm>
      </p:grpSpPr>
      <p:sp>
        <p:nvSpPr>
          <p:cNvPr id="226" name="Google Shape;226;p18"/>
          <p:cNvSpPr txBox="1"/>
          <p:nvPr>
            <p:ph type="title"/>
          </p:nvPr>
        </p:nvSpPr>
        <p:spPr>
          <a:xfrm>
            <a:off x="-390906" y="260603"/>
            <a:ext cx="9916800" cy="603600"/>
          </a:xfrm>
          <a:prstGeom prst="rect">
            <a:avLst/>
          </a:prstGeom>
          <a:solidFill>
            <a:srgbClr val="B45F06"/>
          </a:solidFill>
          <a:ln cap="flat" cmpd="sng" w="9525">
            <a:solidFill>
              <a:schemeClr val="lt1"/>
            </a:solidFill>
            <a:prstDash val="solid"/>
            <a:round/>
            <a:headEnd len="sm" w="sm" type="none"/>
            <a:tailEnd len="sm" w="sm" type="none"/>
          </a:ln>
          <a:effectLst>
            <a:outerShdw blurRad="57150" rotWithShape="0" algn="bl" dir="5400000" dist="19050">
              <a:srgbClr val="000000">
                <a:alpha val="50196"/>
              </a:srgbClr>
            </a:outerShdw>
          </a:effectLst>
        </p:spPr>
        <p:txBody>
          <a:bodyPr anchorCtr="0" anchor="ctr" bIns="34275" lIns="68575" spcFirstLastPara="1" rIns="68575" wrap="square" tIns="34275">
            <a:noAutofit/>
          </a:bodyPr>
          <a:lstStyle/>
          <a:p>
            <a:pPr indent="0" lvl="0" marL="685800" rtl="0" algn="l">
              <a:lnSpc>
                <a:spcPct val="90000"/>
              </a:lnSpc>
              <a:spcBef>
                <a:spcPts val="0"/>
              </a:spcBef>
              <a:spcAft>
                <a:spcPts val="0"/>
              </a:spcAft>
              <a:buClr>
                <a:schemeClr val="dk1"/>
              </a:buClr>
              <a:buSzPts val="3000"/>
              <a:buFont typeface="Rockwell"/>
              <a:buNone/>
            </a:pPr>
            <a:r>
              <a:rPr b="1" lang="en" sz="3000">
                <a:solidFill>
                  <a:schemeClr val="lt1"/>
                </a:solidFill>
                <a:latin typeface="Twentieth Century"/>
                <a:ea typeface="Twentieth Century"/>
                <a:cs typeface="Twentieth Century"/>
                <a:sym typeface="Twentieth Century"/>
              </a:rPr>
              <a:t>Using AI for coding</a:t>
            </a:r>
            <a:endParaRPr b="1" sz="3000">
              <a:solidFill>
                <a:schemeClr val="lt1"/>
              </a:solidFill>
              <a:latin typeface="Twentieth Century"/>
              <a:ea typeface="Twentieth Century"/>
              <a:cs typeface="Twentieth Century"/>
              <a:sym typeface="Twentieth Century"/>
            </a:endParaRPr>
          </a:p>
        </p:txBody>
      </p:sp>
      <p:sp>
        <p:nvSpPr>
          <p:cNvPr id="227" name="Google Shape;227;p18"/>
          <p:cNvSpPr txBox="1"/>
          <p:nvPr/>
        </p:nvSpPr>
        <p:spPr>
          <a:xfrm>
            <a:off x="207150" y="1596023"/>
            <a:ext cx="8729700" cy="1684800"/>
          </a:xfrm>
          <a:prstGeom prst="rect">
            <a:avLst/>
          </a:prstGeom>
          <a:solidFill>
            <a:srgbClr val="FFFFFF"/>
          </a:solidFill>
          <a:ln cap="flat" cmpd="sng" w="9525">
            <a:solidFill>
              <a:srgbClr val="7F7F7F"/>
            </a:solidFill>
            <a:prstDash val="solid"/>
            <a:round/>
            <a:headEnd len="sm" w="sm" type="none"/>
            <a:tailEnd len="sm" w="sm" type="none"/>
          </a:ln>
          <a:effectLst>
            <a:outerShdw blurRad="101600" rotWithShape="0" algn="tl" dir="2700000" dist="50800">
              <a:srgbClr val="000000">
                <a:alpha val="66667"/>
              </a:srgbClr>
            </a:outerShdw>
          </a:effectLst>
        </p:spPr>
        <p:txBody>
          <a:bodyPr anchorCtr="0" anchor="t" bIns="34275" lIns="91425" spcFirstLastPara="1" rIns="91425" wrap="square" tIns="338325">
            <a:noAutofit/>
          </a:bodyPr>
          <a:lstStyle/>
          <a:p>
            <a:pPr indent="0" lvl="0" marL="0" marR="0" rtl="0" algn="ctr">
              <a:lnSpc>
                <a:spcPct val="115000"/>
              </a:lnSpc>
              <a:spcBef>
                <a:spcPts val="0"/>
              </a:spcBef>
              <a:spcAft>
                <a:spcPts val="0"/>
              </a:spcAft>
              <a:buClr>
                <a:srgbClr val="000000"/>
              </a:buClr>
              <a:buSzPts val="1700"/>
              <a:buFont typeface="Arial"/>
              <a:buNone/>
            </a:pPr>
            <a:r>
              <a:rPr b="0" i="0" lang="en" sz="1700" u="none" cap="none" strike="noStrike">
                <a:solidFill>
                  <a:srgbClr val="000000"/>
                </a:solidFill>
                <a:latin typeface="Twentieth Century"/>
                <a:ea typeface="Twentieth Century"/>
                <a:cs typeface="Twentieth Century"/>
                <a:sym typeface="Twentieth Century"/>
              </a:rPr>
              <a:t>Whether using AI for coding is appropriate will depend on your personal and professional circumstances. Like any other tool, AI will be more or less useful in certain situations; can be prohibited or considered unethical in others; and is normalized to varying degrees between working groups and disciplines.</a:t>
            </a:r>
            <a:endParaRPr b="0" i="0" sz="1700" u="none" cap="none" strike="noStrike">
              <a:solidFill>
                <a:srgbClr val="000000"/>
              </a:solidFill>
              <a:latin typeface="Twentieth Century"/>
              <a:ea typeface="Twentieth Century"/>
              <a:cs typeface="Twentieth Century"/>
              <a:sym typeface="Twentieth Century"/>
            </a:endParaRPr>
          </a:p>
        </p:txBody>
      </p:sp>
      <p:sp>
        <p:nvSpPr>
          <p:cNvPr id="228" name="Google Shape;228;p18"/>
          <p:cNvSpPr txBox="1"/>
          <p:nvPr/>
        </p:nvSpPr>
        <p:spPr>
          <a:xfrm>
            <a:off x="207150" y="3541573"/>
            <a:ext cx="8729700" cy="648000"/>
          </a:xfrm>
          <a:prstGeom prst="rect">
            <a:avLst/>
          </a:prstGeom>
          <a:solidFill>
            <a:srgbClr val="F3F3F3"/>
          </a:solidFill>
          <a:ln cap="flat" cmpd="sng" w="9525">
            <a:solidFill>
              <a:srgbClr val="434343"/>
            </a:solidFill>
            <a:prstDash val="solid"/>
            <a:round/>
            <a:headEnd len="sm" w="sm" type="none"/>
            <a:tailEnd len="sm" w="sm" type="none"/>
          </a:ln>
        </p:spPr>
        <p:txBody>
          <a:bodyPr anchorCtr="0" anchor="t" bIns="91425" lIns="91425" spcFirstLastPara="1" rIns="91425" wrap="square" tIns="91425">
            <a:spAutoFit/>
          </a:bodyPr>
          <a:lstStyle/>
          <a:p>
            <a:pPr indent="0" lvl="0" marL="0" marR="0" rtl="0" algn="ctr">
              <a:lnSpc>
                <a:spcPct val="115000"/>
              </a:lnSpc>
              <a:spcBef>
                <a:spcPts val="0"/>
              </a:spcBef>
              <a:spcAft>
                <a:spcPts val="0"/>
              </a:spcAft>
              <a:buClr>
                <a:srgbClr val="000000"/>
              </a:buClr>
              <a:buSzPts val="1400"/>
              <a:buFont typeface="Arial"/>
              <a:buNone/>
            </a:pPr>
            <a:r>
              <a:rPr b="1" i="0" lang="en" sz="1400" u="none" cap="none" strike="noStrike">
                <a:solidFill>
                  <a:schemeClr val="dk1"/>
                </a:solidFill>
                <a:latin typeface="Twentieth Century"/>
                <a:ea typeface="Twentieth Century"/>
                <a:cs typeface="Twentieth Century"/>
                <a:sym typeface="Twentieth Century"/>
              </a:rPr>
              <a:t>Upcoming workshop on using LLMs for working with research code and data</a:t>
            </a:r>
            <a:endParaRPr b="1" i="0" sz="1400" u="none" cap="none" strike="noStrike">
              <a:solidFill>
                <a:schemeClr val="dk1"/>
              </a:solidFill>
              <a:latin typeface="Twentieth Century"/>
              <a:ea typeface="Twentieth Century"/>
              <a:cs typeface="Twentieth Century"/>
              <a:sym typeface="Twentieth Century"/>
            </a:endParaRPr>
          </a:p>
          <a:p>
            <a:pPr indent="0" lvl="0" marL="0" marR="0" rtl="0" algn="ctr">
              <a:lnSpc>
                <a:spcPct val="115000"/>
              </a:lnSpc>
              <a:spcBef>
                <a:spcPts val="0"/>
              </a:spcBef>
              <a:spcAft>
                <a:spcPts val="0"/>
              </a:spcAft>
              <a:buClr>
                <a:srgbClr val="000000"/>
              </a:buClr>
              <a:buSzPts val="1400"/>
              <a:buFont typeface="Arial"/>
              <a:buNone/>
            </a:pPr>
            <a:r>
              <a:rPr lang="en">
                <a:solidFill>
                  <a:schemeClr val="dk1"/>
                </a:solidFill>
                <a:latin typeface="Twentieth Century"/>
                <a:ea typeface="Twentieth Century"/>
                <a:cs typeface="Twentieth Century"/>
                <a:sym typeface="Twentieth Century"/>
              </a:rPr>
              <a:t>Wednesday, December 2,</a:t>
            </a:r>
            <a:r>
              <a:rPr b="0" i="0" lang="en" sz="1400" u="none" cap="none" strike="noStrike">
                <a:solidFill>
                  <a:schemeClr val="dk1"/>
                </a:solidFill>
                <a:latin typeface="Twentieth Century"/>
                <a:ea typeface="Twentieth Century"/>
                <a:cs typeface="Twentieth Century"/>
                <a:sym typeface="Twentieth Century"/>
              </a:rPr>
              <a:t> 2026: </a:t>
            </a:r>
            <a:r>
              <a:rPr lang="en">
                <a:solidFill>
                  <a:schemeClr val="dk1"/>
                </a:solidFill>
                <a:latin typeface="Twentieth Century"/>
                <a:ea typeface="Twentieth Century"/>
                <a:cs typeface="Twentieth Century"/>
                <a:sym typeface="Twentieth Century"/>
              </a:rPr>
              <a:t>1</a:t>
            </a:r>
            <a:r>
              <a:rPr b="0" i="0" lang="en" sz="1400" u="none" cap="none" strike="noStrike">
                <a:solidFill>
                  <a:schemeClr val="dk1"/>
                </a:solidFill>
                <a:latin typeface="Twentieth Century"/>
                <a:ea typeface="Twentieth Century"/>
                <a:cs typeface="Twentieth Century"/>
                <a:sym typeface="Twentieth Century"/>
              </a:rPr>
              <a:t> PM - 2pm (Zoom)</a:t>
            </a:r>
            <a:endParaRPr b="0" i="0" sz="1300" u="none" cap="none" strike="noStrike">
              <a:solidFill>
                <a:srgbClr val="000000"/>
              </a:solidFill>
              <a:latin typeface="Twentieth Century"/>
              <a:ea typeface="Twentieth Century"/>
              <a:cs typeface="Twentieth Century"/>
              <a:sym typeface="Twentieth Century"/>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2" name="Shape 232"/>
        <p:cNvGrpSpPr/>
        <p:nvPr/>
      </p:nvGrpSpPr>
      <p:grpSpPr>
        <a:xfrm>
          <a:off x="0" y="0"/>
          <a:ext cx="0" cy="0"/>
          <a:chOff x="0" y="0"/>
          <a:chExt cx="0" cy="0"/>
        </a:xfrm>
      </p:grpSpPr>
      <p:sp>
        <p:nvSpPr>
          <p:cNvPr id="233" name="Google Shape;233;p19"/>
          <p:cNvSpPr txBox="1"/>
          <p:nvPr>
            <p:ph type="title"/>
          </p:nvPr>
        </p:nvSpPr>
        <p:spPr>
          <a:xfrm>
            <a:off x="-390906" y="260603"/>
            <a:ext cx="9916800" cy="603600"/>
          </a:xfrm>
          <a:prstGeom prst="rect">
            <a:avLst/>
          </a:prstGeom>
          <a:solidFill>
            <a:srgbClr val="B45F06"/>
          </a:solidFill>
          <a:ln cap="flat" cmpd="sng" w="9525">
            <a:solidFill>
              <a:schemeClr val="lt1"/>
            </a:solidFill>
            <a:prstDash val="solid"/>
            <a:round/>
            <a:headEnd len="sm" w="sm" type="none"/>
            <a:tailEnd len="sm" w="sm" type="none"/>
          </a:ln>
          <a:effectLst>
            <a:outerShdw blurRad="57150" rotWithShape="0" algn="bl" dir="5400000" dist="19050">
              <a:srgbClr val="000000">
                <a:alpha val="50196"/>
              </a:srgbClr>
            </a:outerShdw>
          </a:effectLst>
        </p:spPr>
        <p:txBody>
          <a:bodyPr anchorCtr="0" anchor="ctr" bIns="34275" lIns="68575" spcFirstLastPara="1" rIns="68575" wrap="square" tIns="34275">
            <a:noAutofit/>
          </a:bodyPr>
          <a:lstStyle/>
          <a:p>
            <a:pPr indent="0" lvl="0" marL="685800" rtl="0" algn="l">
              <a:lnSpc>
                <a:spcPct val="90000"/>
              </a:lnSpc>
              <a:spcBef>
                <a:spcPts val="0"/>
              </a:spcBef>
              <a:spcAft>
                <a:spcPts val="0"/>
              </a:spcAft>
              <a:buClr>
                <a:schemeClr val="dk1"/>
              </a:buClr>
              <a:buSzPts val="3000"/>
              <a:buFont typeface="Rockwell"/>
              <a:buNone/>
            </a:pPr>
            <a:r>
              <a:rPr b="1" lang="en" sz="3000">
                <a:solidFill>
                  <a:schemeClr val="lt1"/>
                </a:solidFill>
                <a:latin typeface="Twentieth Century"/>
                <a:ea typeface="Twentieth Century"/>
                <a:cs typeface="Twentieth Century"/>
                <a:sym typeface="Twentieth Century"/>
              </a:rPr>
              <a:t>Using AI for coding</a:t>
            </a:r>
            <a:endParaRPr b="1" sz="3000">
              <a:solidFill>
                <a:schemeClr val="lt1"/>
              </a:solidFill>
              <a:latin typeface="Twentieth Century"/>
              <a:ea typeface="Twentieth Century"/>
              <a:cs typeface="Twentieth Century"/>
              <a:sym typeface="Twentieth Century"/>
            </a:endParaRPr>
          </a:p>
        </p:txBody>
      </p:sp>
      <p:pic>
        <p:nvPicPr>
          <p:cNvPr descr="Screenshot of a tweet from Andrej Karpathy on February 2, 2025 that says &quot;There's a new kind of coding I call &quot;vibe coding&quot;, where you fully give in to the vibes, embrace exponentials, and forget that the code even exists. It's possible because the LLMs (e.g. Cursor Composer w Sonnet) are getting too good. Also I just talk to Composer with SuperWhisper so I barely even touch the keyboard. I ask for the dumbest things like &quot;decrease the padding on the sidebar by half&quot; because I'm too lazy to find it. I &quot;Accept All&quot; always, I don't read the diffs anymore. When I get error messages I just copy paste them in with no comment, usually that fixes it. The code grows beyond my usual comprehension, I'd have to really read through it for a while. Sometimes the LLMs can't fix a bug so I just work around it or ask for random changes until it goes away. It's not too bad for throwaway weekend projects, but still quite amusing. I'm building a project or webapp, but it's not really coding - I just see stuff, say stuff, run stuff, and copy paste stuff, and it mostly works.&quot;" id="234" name="Google Shape;234;p19"/>
          <p:cNvPicPr preferRelativeResize="0"/>
          <p:nvPr/>
        </p:nvPicPr>
        <p:blipFill rotWithShape="1">
          <a:blip r:embed="rId3">
            <a:alphaModFix/>
          </a:blip>
          <a:srcRect b="0" l="0" r="0" t="0"/>
          <a:stretch/>
        </p:blipFill>
        <p:spPr>
          <a:xfrm>
            <a:off x="152400" y="1016603"/>
            <a:ext cx="4764656" cy="3974497"/>
          </a:xfrm>
          <a:prstGeom prst="rect">
            <a:avLst/>
          </a:prstGeom>
          <a:noFill/>
          <a:ln>
            <a:noFill/>
          </a:ln>
        </p:spPr>
      </p:pic>
      <p:pic>
        <p:nvPicPr>
          <p:cNvPr descr="Running away balloon meme where a person representing new coders is embracing a yellow bubble called vibe coding, only to be embraced in turn by a red entity representing vibe debugging." id="235" name="Google Shape;235;p19"/>
          <p:cNvPicPr preferRelativeResize="0"/>
          <p:nvPr/>
        </p:nvPicPr>
        <p:blipFill rotWithShape="1">
          <a:blip r:embed="rId4">
            <a:alphaModFix/>
          </a:blip>
          <a:srcRect b="0" l="0" r="0" t="0"/>
          <a:stretch/>
        </p:blipFill>
        <p:spPr>
          <a:xfrm>
            <a:off x="5187525" y="1016600"/>
            <a:ext cx="2957225" cy="3974500"/>
          </a:xfrm>
          <a:prstGeom prst="rect">
            <a:avLst/>
          </a:prstGeom>
          <a:noFill/>
          <a:ln cap="flat" cmpd="sng" w="9525">
            <a:solidFill>
              <a:srgbClr val="666666"/>
            </a:solidFill>
            <a:prstDash val="solid"/>
            <a:round/>
            <a:headEnd len="sm" w="sm" type="none"/>
            <a:tailEnd len="sm" w="sm" type="none"/>
          </a:ln>
          <a:effectLst>
            <a:outerShdw blurRad="57150" rotWithShape="0" algn="bl" dir="5400000" dist="19050">
              <a:srgbClr val="000000">
                <a:alpha val="50196"/>
              </a:srgbClr>
            </a:outerShdw>
          </a:effectLst>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9" name="Shape 239"/>
        <p:cNvGrpSpPr/>
        <p:nvPr/>
      </p:nvGrpSpPr>
      <p:grpSpPr>
        <a:xfrm>
          <a:off x="0" y="0"/>
          <a:ext cx="0" cy="0"/>
          <a:chOff x="0" y="0"/>
          <a:chExt cx="0" cy="0"/>
        </a:xfrm>
      </p:grpSpPr>
      <p:sp>
        <p:nvSpPr>
          <p:cNvPr id="240" name="Google Shape;240;p20"/>
          <p:cNvSpPr txBox="1"/>
          <p:nvPr>
            <p:ph type="title"/>
          </p:nvPr>
        </p:nvSpPr>
        <p:spPr>
          <a:xfrm>
            <a:off x="-390906" y="260603"/>
            <a:ext cx="9916800" cy="603600"/>
          </a:xfrm>
          <a:prstGeom prst="rect">
            <a:avLst/>
          </a:prstGeom>
          <a:solidFill>
            <a:srgbClr val="B45F06"/>
          </a:solidFill>
          <a:ln cap="flat" cmpd="sng" w="9525">
            <a:solidFill>
              <a:schemeClr val="lt1"/>
            </a:solidFill>
            <a:prstDash val="solid"/>
            <a:round/>
            <a:headEnd len="sm" w="sm" type="none"/>
            <a:tailEnd len="sm" w="sm" type="none"/>
          </a:ln>
          <a:effectLst>
            <a:outerShdw blurRad="57150" rotWithShape="0" algn="bl" dir="5400000" dist="19050">
              <a:srgbClr val="000000">
                <a:alpha val="50196"/>
              </a:srgbClr>
            </a:outerShdw>
          </a:effectLst>
        </p:spPr>
        <p:txBody>
          <a:bodyPr anchorCtr="0" anchor="ctr" bIns="34275" lIns="68575" spcFirstLastPara="1" rIns="68575" wrap="square" tIns="34275">
            <a:noAutofit/>
          </a:bodyPr>
          <a:lstStyle/>
          <a:p>
            <a:pPr indent="0" lvl="0" marL="685800" rtl="0" algn="l">
              <a:lnSpc>
                <a:spcPct val="90000"/>
              </a:lnSpc>
              <a:spcBef>
                <a:spcPts val="0"/>
              </a:spcBef>
              <a:spcAft>
                <a:spcPts val="0"/>
              </a:spcAft>
              <a:buClr>
                <a:schemeClr val="dk1"/>
              </a:buClr>
              <a:buSzPts val="3000"/>
              <a:buFont typeface="Rockwell"/>
              <a:buNone/>
            </a:pPr>
            <a:r>
              <a:rPr b="1" lang="en" sz="3000">
                <a:solidFill>
                  <a:schemeClr val="lt1"/>
                </a:solidFill>
                <a:latin typeface="Twentieth Century"/>
                <a:ea typeface="Twentieth Century"/>
                <a:cs typeface="Twentieth Century"/>
                <a:sym typeface="Twentieth Century"/>
              </a:rPr>
              <a:t>Considerations</a:t>
            </a:r>
            <a:endParaRPr b="1" sz="3000">
              <a:solidFill>
                <a:schemeClr val="lt1"/>
              </a:solidFill>
              <a:latin typeface="Twentieth Century"/>
              <a:ea typeface="Twentieth Century"/>
              <a:cs typeface="Twentieth Century"/>
              <a:sym typeface="Twentieth Century"/>
            </a:endParaRPr>
          </a:p>
        </p:txBody>
      </p:sp>
      <p:sp>
        <p:nvSpPr>
          <p:cNvPr id="241" name="Google Shape;241;p20"/>
          <p:cNvSpPr txBox="1"/>
          <p:nvPr/>
        </p:nvSpPr>
        <p:spPr>
          <a:xfrm>
            <a:off x="202650" y="1061675"/>
            <a:ext cx="8729700" cy="3949800"/>
          </a:xfrm>
          <a:prstGeom prst="rect">
            <a:avLst/>
          </a:prstGeom>
          <a:solidFill>
            <a:srgbClr val="FFFFFF"/>
          </a:solidFill>
          <a:ln cap="flat" cmpd="sng" w="9525">
            <a:solidFill>
              <a:srgbClr val="7F7F7F"/>
            </a:solidFill>
            <a:prstDash val="solid"/>
            <a:round/>
            <a:headEnd len="sm" w="sm" type="none"/>
            <a:tailEnd len="sm" w="sm" type="none"/>
          </a:ln>
          <a:effectLst>
            <a:outerShdw blurRad="101600" rotWithShape="0" algn="tl" dir="2700000" dist="50800">
              <a:srgbClr val="000000">
                <a:alpha val="66667"/>
              </a:srgbClr>
            </a:outerShdw>
          </a:effectLst>
        </p:spPr>
        <p:txBody>
          <a:bodyPr anchorCtr="0" anchor="t" bIns="34275" lIns="205725" spcFirstLastPara="1" rIns="68575" wrap="square" tIns="338325">
            <a:noAutofit/>
          </a:bodyPr>
          <a:lstStyle/>
          <a:p>
            <a:pPr indent="-323850" lvl="0" marL="457200" marR="0" rtl="0" algn="l">
              <a:lnSpc>
                <a:spcPct val="115000"/>
              </a:lnSpc>
              <a:spcBef>
                <a:spcPts val="0"/>
              </a:spcBef>
              <a:spcAft>
                <a:spcPts val="0"/>
              </a:spcAft>
              <a:buClr>
                <a:schemeClr val="dk1"/>
              </a:buClr>
              <a:buSzPts val="1500"/>
              <a:buFont typeface="Twentieth Century"/>
              <a:buChar char="➔"/>
            </a:pPr>
            <a:r>
              <a:rPr b="0" i="0" lang="en" sz="1500" u="none" cap="none" strike="noStrike">
                <a:solidFill>
                  <a:srgbClr val="000000"/>
                </a:solidFill>
                <a:latin typeface="Twentieth Century"/>
                <a:ea typeface="Twentieth Century"/>
                <a:cs typeface="Twentieth Century"/>
                <a:sym typeface="Twentieth Century"/>
              </a:rPr>
              <a:t>Purpose of project and coding implementation</a:t>
            </a:r>
            <a:endParaRPr b="0" i="0" sz="1500" u="none" cap="none" strike="noStrike">
              <a:solidFill>
                <a:srgbClr val="000000"/>
              </a:solidFill>
              <a:latin typeface="Twentieth Century"/>
              <a:ea typeface="Twentieth Century"/>
              <a:cs typeface="Twentieth Century"/>
              <a:sym typeface="Twentieth Century"/>
            </a:endParaRPr>
          </a:p>
          <a:p>
            <a:pPr indent="-323850" lvl="1" marL="914400" marR="0" rtl="0" algn="l">
              <a:lnSpc>
                <a:spcPct val="115000"/>
              </a:lnSpc>
              <a:spcBef>
                <a:spcPts val="0"/>
              </a:spcBef>
              <a:spcAft>
                <a:spcPts val="0"/>
              </a:spcAft>
              <a:buClr>
                <a:schemeClr val="dk1"/>
              </a:buClr>
              <a:buSzPts val="1500"/>
              <a:buFont typeface="Twentieth Century"/>
              <a:buChar char="◆"/>
            </a:pPr>
            <a:r>
              <a:rPr b="0" i="0" lang="en" sz="1500" u="none" cap="none" strike="noStrike">
                <a:solidFill>
                  <a:schemeClr val="dk1"/>
                </a:solidFill>
                <a:latin typeface="Twentieth Century"/>
                <a:ea typeface="Twentieth Century"/>
                <a:cs typeface="Twentieth Century"/>
                <a:sym typeface="Twentieth Century"/>
              </a:rPr>
              <a:t>Research vs. non-research</a:t>
            </a:r>
            <a:endParaRPr b="0" i="0" sz="1500" u="none" cap="none" strike="noStrike">
              <a:solidFill>
                <a:srgbClr val="000000"/>
              </a:solidFill>
              <a:latin typeface="Twentieth Century"/>
              <a:ea typeface="Twentieth Century"/>
              <a:cs typeface="Twentieth Century"/>
              <a:sym typeface="Twentieth Century"/>
            </a:endParaRPr>
          </a:p>
          <a:p>
            <a:pPr indent="-323850" lvl="1" marL="914400" marR="0" rtl="0" algn="l">
              <a:lnSpc>
                <a:spcPct val="115000"/>
              </a:lnSpc>
              <a:spcBef>
                <a:spcPts val="0"/>
              </a:spcBef>
              <a:spcAft>
                <a:spcPts val="0"/>
              </a:spcAft>
              <a:buClr>
                <a:srgbClr val="000000"/>
              </a:buClr>
              <a:buSzPts val="1500"/>
              <a:buFont typeface="Twentieth Century"/>
              <a:buChar char="◆"/>
            </a:pPr>
            <a:r>
              <a:rPr b="0" i="0" lang="en" sz="1500" u="none" cap="none" strike="noStrike">
                <a:solidFill>
                  <a:srgbClr val="000000"/>
                </a:solidFill>
                <a:latin typeface="Twentieth Century"/>
                <a:ea typeface="Twentieth Century"/>
                <a:cs typeface="Twentieth Century"/>
                <a:sym typeface="Twentieth Century"/>
              </a:rPr>
              <a:t>Collaborative vs. solo</a:t>
            </a:r>
            <a:endParaRPr b="0" i="0" sz="1500" u="none" cap="none" strike="noStrike">
              <a:solidFill>
                <a:srgbClr val="000000"/>
              </a:solidFill>
              <a:latin typeface="Twentieth Century"/>
              <a:ea typeface="Twentieth Century"/>
              <a:cs typeface="Twentieth Century"/>
              <a:sym typeface="Twentieth Century"/>
            </a:endParaRPr>
          </a:p>
          <a:p>
            <a:pPr indent="-323850" lvl="1" marL="914400" marR="0" rtl="0" algn="l">
              <a:lnSpc>
                <a:spcPct val="115000"/>
              </a:lnSpc>
              <a:spcBef>
                <a:spcPts val="0"/>
              </a:spcBef>
              <a:spcAft>
                <a:spcPts val="0"/>
              </a:spcAft>
              <a:buClr>
                <a:srgbClr val="000000"/>
              </a:buClr>
              <a:buSzPts val="1500"/>
              <a:buFont typeface="Twentieth Century"/>
              <a:buChar char="◆"/>
            </a:pPr>
            <a:r>
              <a:rPr b="0" i="0" lang="en" sz="1500" u="none" cap="none" strike="noStrike">
                <a:solidFill>
                  <a:srgbClr val="000000"/>
                </a:solidFill>
                <a:latin typeface="Twentieth Century"/>
                <a:ea typeface="Twentieth Century"/>
                <a:cs typeface="Twentieth Century"/>
                <a:sym typeface="Twentieth Century"/>
              </a:rPr>
              <a:t>Novel vs. existing codebase</a:t>
            </a:r>
            <a:endParaRPr b="0" i="0" sz="1500" u="none" cap="none" strike="noStrike">
              <a:solidFill>
                <a:srgbClr val="000000"/>
              </a:solidFill>
              <a:latin typeface="Twentieth Century"/>
              <a:ea typeface="Twentieth Century"/>
              <a:cs typeface="Twentieth Century"/>
              <a:sym typeface="Twentieth Century"/>
            </a:endParaRPr>
          </a:p>
          <a:p>
            <a:pPr indent="-323850" lvl="1" marL="914400" marR="0" rtl="0" algn="l">
              <a:lnSpc>
                <a:spcPct val="115000"/>
              </a:lnSpc>
              <a:spcBef>
                <a:spcPts val="0"/>
              </a:spcBef>
              <a:spcAft>
                <a:spcPts val="0"/>
              </a:spcAft>
              <a:buClr>
                <a:srgbClr val="000000"/>
              </a:buClr>
              <a:buSzPts val="1500"/>
              <a:buFont typeface="Twentieth Century"/>
              <a:buChar char="◆"/>
            </a:pPr>
            <a:r>
              <a:rPr b="0" i="0" lang="en" sz="1500" u="none" cap="none" strike="noStrike">
                <a:solidFill>
                  <a:srgbClr val="000000"/>
                </a:solidFill>
                <a:latin typeface="Twentieth Century"/>
                <a:ea typeface="Twentieth Century"/>
                <a:cs typeface="Twentieth Century"/>
                <a:sym typeface="Twentieth Century"/>
              </a:rPr>
              <a:t>Data simulation vs. data retrieval vs. data analysis vs. data viz (etc.)</a:t>
            </a:r>
            <a:endParaRPr b="0" i="0" sz="1500" u="none" cap="none" strike="noStrike">
              <a:solidFill>
                <a:srgbClr val="000000"/>
              </a:solidFill>
              <a:latin typeface="Twentieth Century"/>
              <a:ea typeface="Twentieth Century"/>
              <a:cs typeface="Twentieth Century"/>
              <a:sym typeface="Twentieth Century"/>
            </a:endParaRPr>
          </a:p>
          <a:p>
            <a:pPr indent="-323850" lvl="0" marL="457200" marR="0" rtl="0" algn="l">
              <a:lnSpc>
                <a:spcPct val="115000"/>
              </a:lnSpc>
              <a:spcBef>
                <a:spcPts val="0"/>
              </a:spcBef>
              <a:spcAft>
                <a:spcPts val="0"/>
              </a:spcAft>
              <a:buClr>
                <a:srgbClr val="000000"/>
              </a:buClr>
              <a:buSzPts val="1500"/>
              <a:buFont typeface="Twentieth Century"/>
              <a:buChar char="➔"/>
            </a:pPr>
            <a:r>
              <a:rPr b="0" i="0" lang="en" sz="1500" u="none" cap="none" strike="noStrike">
                <a:solidFill>
                  <a:srgbClr val="000000"/>
                </a:solidFill>
                <a:latin typeface="Twentieth Century"/>
                <a:ea typeface="Twentieth Century"/>
                <a:cs typeface="Twentieth Century"/>
                <a:sym typeface="Twentieth Century"/>
              </a:rPr>
              <a:t>Intended usage</a:t>
            </a:r>
            <a:endParaRPr b="0" i="0" sz="1500" u="none" cap="none" strike="noStrike">
              <a:solidFill>
                <a:srgbClr val="000000"/>
              </a:solidFill>
              <a:latin typeface="Twentieth Century"/>
              <a:ea typeface="Twentieth Century"/>
              <a:cs typeface="Twentieth Century"/>
              <a:sym typeface="Twentieth Century"/>
            </a:endParaRPr>
          </a:p>
          <a:p>
            <a:pPr indent="-323850" lvl="1" marL="914400" marR="0" rtl="0" algn="l">
              <a:lnSpc>
                <a:spcPct val="115000"/>
              </a:lnSpc>
              <a:spcBef>
                <a:spcPts val="0"/>
              </a:spcBef>
              <a:spcAft>
                <a:spcPts val="0"/>
              </a:spcAft>
              <a:buClr>
                <a:srgbClr val="000000"/>
              </a:buClr>
              <a:buSzPts val="1500"/>
              <a:buFont typeface="Twentieth Century"/>
              <a:buChar char="◆"/>
            </a:pPr>
            <a:r>
              <a:rPr b="0" i="0" lang="en" sz="1500" u="none" cap="none" strike="noStrike">
                <a:solidFill>
                  <a:srgbClr val="000000"/>
                </a:solidFill>
                <a:latin typeface="Twentieth Century"/>
                <a:ea typeface="Twentieth Century"/>
                <a:cs typeface="Twentieth Century"/>
                <a:sym typeface="Twentieth Century"/>
              </a:rPr>
              <a:t>Generating code</a:t>
            </a:r>
            <a:endParaRPr b="0" i="0" sz="1500" u="none" cap="none" strike="noStrike">
              <a:solidFill>
                <a:srgbClr val="000000"/>
              </a:solidFill>
              <a:latin typeface="Twentieth Century"/>
              <a:ea typeface="Twentieth Century"/>
              <a:cs typeface="Twentieth Century"/>
              <a:sym typeface="Twentieth Century"/>
            </a:endParaRPr>
          </a:p>
          <a:p>
            <a:pPr indent="-323850" lvl="1" marL="914400" marR="0" rtl="0" algn="l">
              <a:lnSpc>
                <a:spcPct val="115000"/>
              </a:lnSpc>
              <a:spcBef>
                <a:spcPts val="0"/>
              </a:spcBef>
              <a:spcAft>
                <a:spcPts val="0"/>
              </a:spcAft>
              <a:buClr>
                <a:srgbClr val="000000"/>
              </a:buClr>
              <a:buSzPts val="1500"/>
              <a:buFont typeface="Twentieth Century"/>
              <a:buChar char="◆"/>
            </a:pPr>
            <a:r>
              <a:rPr b="0" i="0" lang="en" sz="1500" u="none" cap="none" strike="noStrike">
                <a:solidFill>
                  <a:srgbClr val="000000"/>
                </a:solidFill>
                <a:latin typeface="Twentieth Century"/>
                <a:ea typeface="Twentieth Century"/>
                <a:cs typeface="Twentieth Century"/>
                <a:sym typeface="Twentieth Century"/>
              </a:rPr>
              <a:t>Debugging code</a:t>
            </a:r>
            <a:endParaRPr b="0" i="0" sz="1500" u="none" cap="none" strike="noStrike">
              <a:solidFill>
                <a:srgbClr val="000000"/>
              </a:solidFill>
              <a:latin typeface="Twentieth Century"/>
              <a:ea typeface="Twentieth Century"/>
              <a:cs typeface="Twentieth Century"/>
              <a:sym typeface="Twentieth Century"/>
            </a:endParaRPr>
          </a:p>
          <a:p>
            <a:pPr indent="-323850" lvl="1" marL="914400" marR="0" rtl="0" algn="l">
              <a:lnSpc>
                <a:spcPct val="115000"/>
              </a:lnSpc>
              <a:spcBef>
                <a:spcPts val="0"/>
              </a:spcBef>
              <a:spcAft>
                <a:spcPts val="0"/>
              </a:spcAft>
              <a:buClr>
                <a:srgbClr val="000000"/>
              </a:buClr>
              <a:buSzPts val="1500"/>
              <a:buFont typeface="Twentieth Century"/>
              <a:buChar char="◆"/>
            </a:pPr>
            <a:r>
              <a:rPr b="0" i="0" lang="en" sz="1500" u="none" cap="none" strike="noStrike">
                <a:solidFill>
                  <a:srgbClr val="000000"/>
                </a:solidFill>
                <a:latin typeface="Twentieth Century"/>
                <a:ea typeface="Twentieth Century"/>
                <a:cs typeface="Twentieth Century"/>
                <a:sym typeface="Twentieth Century"/>
              </a:rPr>
              <a:t>Refactoring code</a:t>
            </a:r>
            <a:endParaRPr b="0" i="0" sz="1500" u="none" cap="none" strike="noStrike">
              <a:solidFill>
                <a:srgbClr val="000000"/>
              </a:solidFill>
              <a:latin typeface="Twentieth Century"/>
              <a:ea typeface="Twentieth Century"/>
              <a:cs typeface="Twentieth Century"/>
              <a:sym typeface="Twentieth Century"/>
            </a:endParaRPr>
          </a:p>
          <a:p>
            <a:pPr indent="-323850" lvl="0" marL="457200" marR="0" rtl="0" algn="l">
              <a:lnSpc>
                <a:spcPct val="115000"/>
              </a:lnSpc>
              <a:spcBef>
                <a:spcPts val="0"/>
              </a:spcBef>
              <a:spcAft>
                <a:spcPts val="0"/>
              </a:spcAft>
              <a:buClr>
                <a:srgbClr val="000000"/>
              </a:buClr>
              <a:buSzPts val="1500"/>
              <a:buFont typeface="Twentieth Century"/>
              <a:buChar char="➔"/>
            </a:pPr>
            <a:r>
              <a:rPr b="0" i="0" lang="en" sz="1500" u="none" cap="none" strike="noStrike">
                <a:solidFill>
                  <a:srgbClr val="000000"/>
                </a:solidFill>
                <a:latin typeface="Twentieth Century"/>
                <a:ea typeface="Twentieth Century"/>
                <a:cs typeface="Twentieth Century"/>
                <a:sym typeface="Twentieth Century"/>
              </a:rPr>
              <a:t>Intended tool</a:t>
            </a:r>
            <a:endParaRPr b="0" i="0" sz="1500" u="none" cap="none" strike="noStrike">
              <a:solidFill>
                <a:srgbClr val="000000"/>
              </a:solidFill>
              <a:latin typeface="Twentieth Century"/>
              <a:ea typeface="Twentieth Century"/>
              <a:cs typeface="Twentieth Century"/>
              <a:sym typeface="Twentieth Century"/>
            </a:endParaRPr>
          </a:p>
          <a:p>
            <a:pPr indent="-323850" lvl="0" marL="457200" marR="0" rtl="0" algn="l">
              <a:lnSpc>
                <a:spcPct val="115000"/>
              </a:lnSpc>
              <a:spcBef>
                <a:spcPts val="0"/>
              </a:spcBef>
              <a:spcAft>
                <a:spcPts val="0"/>
              </a:spcAft>
              <a:buClr>
                <a:schemeClr val="dk1"/>
              </a:buClr>
              <a:buSzPts val="1500"/>
              <a:buFont typeface="Twentieth Century"/>
              <a:buChar char="➔"/>
            </a:pPr>
            <a:r>
              <a:rPr b="0" i="0" lang="en" sz="1500" u="none" cap="none" strike="noStrike">
                <a:solidFill>
                  <a:srgbClr val="000000"/>
                </a:solidFill>
                <a:latin typeface="Twentieth Century"/>
                <a:ea typeface="Twentieth Century"/>
                <a:cs typeface="Twentieth Century"/>
                <a:sym typeface="Twentieth Century"/>
              </a:rPr>
              <a:t>Security and legal policies</a:t>
            </a:r>
            <a:endParaRPr b="0" i="0" sz="1500" u="none" cap="none" strike="noStrike">
              <a:solidFill>
                <a:srgbClr val="000000"/>
              </a:solidFill>
              <a:latin typeface="Twentieth Century"/>
              <a:ea typeface="Twentieth Century"/>
              <a:cs typeface="Twentieth Century"/>
              <a:sym typeface="Twentieth Century"/>
            </a:endParaRPr>
          </a:p>
          <a:p>
            <a:pPr indent="-323850" lvl="1" marL="914400" marR="0" rtl="0" algn="l">
              <a:lnSpc>
                <a:spcPct val="115000"/>
              </a:lnSpc>
              <a:spcBef>
                <a:spcPts val="0"/>
              </a:spcBef>
              <a:spcAft>
                <a:spcPts val="0"/>
              </a:spcAft>
              <a:buClr>
                <a:srgbClr val="000000"/>
              </a:buClr>
              <a:buSzPts val="1500"/>
              <a:buFont typeface="Twentieth Century"/>
              <a:buChar char="◆"/>
            </a:pPr>
            <a:r>
              <a:rPr b="0" i="0" lang="en" sz="1500" u="sng" cap="none" strike="noStrike">
                <a:solidFill>
                  <a:schemeClr val="hlink"/>
                </a:solidFill>
                <a:latin typeface="Twentieth Century"/>
                <a:ea typeface="Twentieth Century"/>
                <a:cs typeface="Twentieth Century"/>
                <a:sym typeface="Twentieth Century"/>
                <a:hlinkClick r:id="rId3"/>
              </a:rPr>
              <a:t>https://security.utexas.edu/iso-policies/cloud-services/decision-matrix#cloud-services</a:t>
            </a:r>
            <a:endParaRPr b="0" i="0" sz="1500" u="none" cap="none" strike="noStrike">
              <a:solidFill>
                <a:srgbClr val="000000"/>
              </a:solidFill>
              <a:latin typeface="Twentieth Century"/>
              <a:ea typeface="Twentieth Century"/>
              <a:cs typeface="Twentieth Century"/>
              <a:sym typeface="Twentieth Century"/>
            </a:endParaRPr>
          </a:p>
          <a:p>
            <a:pPr indent="-323850" lvl="1" marL="914400" marR="0" rtl="0" algn="l">
              <a:lnSpc>
                <a:spcPct val="115000"/>
              </a:lnSpc>
              <a:spcBef>
                <a:spcPts val="0"/>
              </a:spcBef>
              <a:spcAft>
                <a:spcPts val="0"/>
              </a:spcAft>
              <a:buClr>
                <a:srgbClr val="000000"/>
              </a:buClr>
              <a:buSzPts val="1500"/>
              <a:buFont typeface="Twentieth Century"/>
              <a:buChar char="◆"/>
            </a:pPr>
            <a:r>
              <a:rPr b="0" i="0" lang="en" sz="1500" u="sng" cap="none" strike="noStrike">
                <a:solidFill>
                  <a:schemeClr val="hlink"/>
                </a:solidFill>
                <a:latin typeface="Twentieth Century"/>
                <a:ea typeface="Twentieth Century"/>
                <a:cs typeface="Twentieth Century"/>
                <a:sym typeface="Twentieth Century"/>
                <a:hlinkClick r:id="rId4"/>
              </a:rPr>
              <a:t>https://compliance.utexas.edu/prohibited-technology-and-covered-applications</a:t>
            </a:r>
            <a:r>
              <a:rPr b="0" i="0" lang="en" sz="1500" u="none" cap="none" strike="noStrike">
                <a:solidFill>
                  <a:srgbClr val="000000"/>
                </a:solidFill>
                <a:latin typeface="Twentieth Century"/>
                <a:ea typeface="Twentieth Century"/>
                <a:cs typeface="Twentieth Century"/>
                <a:sym typeface="Twentieth Century"/>
              </a:rPr>
              <a:t>  </a:t>
            </a:r>
            <a:endParaRPr b="0" i="0" sz="1500" u="none" cap="none" strike="noStrike">
              <a:solidFill>
                <a:srgbClr val="000000"/>
              </a:solidFill>
              <a:latin typeface="Twentieth Century"/>
              <a:ea typeface="Twentieth Century"/>
              <a:cs typeface="Twentieth Century"/>
              <a:sym typeface="Twentieth Century"/>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5" name="Shape 245"/>
        <p:cNvGrpSpPr/>
        <p:nvPr/>
      </p:nvGrpSpPr>
      <p:grpSpPr>
        <a:xfrm>
          <a:off x="0" y="0"/>
          <a:ext cx="0" cy="0"/>
          <a:chOff x="0" y="0"/>
          <a:chExt cx="0" cy="0"/>
        </a:xfrm>
      </p:grpSpPr>
      <p:sp>
        <p:nvSpPr>
          <p:cNvPr id="246" name="Google Shape;246;p21"/>
          <p:cNvSpPr txBox="1"/>
          <p:nvPr>
            <p:ph type="title"/>
          </p:nvPr>
        </p:nvSpPr>
        <p:spPr>
          <a:xfrm>
            <a:off x="-390906" y="260603"/>
            <a:ext cx="9916800" cy="603600"/>
          </a:xfrm>
          <a:prstGeom prst="rect">
            <a:avLst/>
          </a:prstGeom>
          <a:solidFill>
            <a:srgbClr val="B45F06"/>
          </a:solidFill>
          <a:ln cap="flat" cmpd="sng" w="9525">
            <a:solidFill>
              <a:schemeClr val="lt1"/>
            </a:solidFill>
            <a:prstDash val="solid"/>
            <a:round/>
            <a:headEnd len="sm" w="sm" type="none"/>
            <a:tailEnd len="sm" w="sm" type="none"/>
          </a:ln>
          <a:effectLst>
            <a:outerShdw blurRad="57150" rotWithShape="0" algn="bl" dir="5400000" dist="19050">
              <a:srgbClr val="000000">
                <a:alpha val="50196"/>
              </a:srgbClr>
            </a:outerShdw>
          </a:effectLst>
        </p:spPr>
        <p:txBody>
          <a:bodyPr anchorCtr="0" anchor="ctr" bIns="34275" lIns="68575" spcFirstLastPara="1" rIns="68575" wrap="square" tIns="34275">
            <a:noAutofit/>
          </a:bodyPr>
          <a:lstStyle/>
          <a:p>
            <a:pPr indent="0" lvl="0" marL="685800" rtl="0" algn="l">
              <a:lnSpc>
                <a:spcPct val="90000"/>
              </a:lnSpc>
              <a:spcBef>
                <a:spcPts val="0"/>
              </a:spcBef>
              <a:spcAft>
                <a:spcPts val="0"/>
              </a:spcAft>
              <a:buClr>
                <a:schemeClr val="dk1"/>
              </a:buClr>
              <a:buSzPts val="3000"/>
              <a:buFont typeface="Rockwell"/>
              <a:buNone/>
            </a:pPr>
            <a:r>
              <a:rPr b="1" lang="en" sz="3000">
                <a:solidFill>
                  <a:schemeClr val="lt1"/>
                </a:solidFill>
                <a:latin typeface="Twentieth Century"/>
                <a:ea typeface="Twentieth Century"/>
                <a:cs typeface="Twentieth Century"/>
                <a:sym typeface="Twentieth Century"/>
              </a:rPr>
              <a:t>Using AI for coding</a:t>
            </a:r>
            <a:endParaRPr b="1" sz="3000">
              <a:solidFill>
                <a:schemeClr val="lt1"/>
              </a:solidFill>
              <a:latin typeface="Twentieth Century"/>
              <a:ea typeface="Twentieth Century"/>
              <a:cs typeface="Twentieth Century"/>
              <a:sym typeface="Twentieth Century"/>
            </a:endParaRPr>
          </a:p>
        </p:txBody>
      </p:sp>
      <p:grpSp>
        <p:nvGrpSpPr>
          <p:cNvPr id="247" name="Google Shape;247;p21"/>
          <p:cNvGrpSpPr/>
          <p:nvPr/>
        </p:nvGrpSpPr>
        <p:grpSpPr>
          <a:xfrm>
            <a:off x="471600" y="946800"/>
            <a:ext cx="8544199" cy="2079075"/>
            <a:chOff x="278925" y="963475"/>
            <a:chExt cx="8544199" cy="2079075"/>
          </a:xfrm>
        </p:grpSpPr>
        <p:sp>
          <p:nvSpPr>
            <p:cNvPr id="248" name="Google Shape;248;p21"/>
            <p:cNvSpPr txBox="1"/>
            <p:nvPr/>
          </p:nvSpPr>
          <p:spPr>
            <a:xfrm>
              <a:off x="278925" y="963475"/>
              <a:ext cx="8191800" cy="1843200"/>
            </a:xfrm>
            <a:prstGeom prst="rect">
              <a:avLst/>
            </a:prstGeom>
            <a:solidFill>
              <a:srgbClr val="F3F3F3"/>
            </a:solidFill>
            <a:ln cap="flat" cmpd="sng" w="9525">
              <a:solidFill>
                <a:srgbClr val="666666"/>
              </a:solidFill>
              <a:prstDash val="solid"/>
              <a:round/>
              <a:headEnd len="sm" w="sm" type="none"/>
              <a:tailEnd len="sm" w="sm" type="none"/>
            </a:ln>
            <a:effectLst>
              <a:outerShdw blurRad="57150" rotWithShape="0" algn="bl" dir="5400000" dist="19050">
                <a:srgbClr val="000000">
                  <a:alpha val="50196"/>
                </a:srgbClr>
              </a:outerShdw>
            </a:effectLst>
          </p:spPr>
          <p:txBody>
            <a:bodyPr anchorCtr="0" anchor="t" bIns="91425" lIns="91425" spcFirstLastPara="1" rIns="91425" wrap="square" tIns="91425">
              <a:spAutoFit/>
            </a:bodyPr>
            <a:lstStyle/>
            <a:p>
              <a:pPr indent="0" lvl="0" marL="0" marR="0" rtl="0" algn="l">
                <a:lnSpc>
                  <a:spcPct val="115000"/>
                </a:lnSpc>
                <a:spcBef>
                  <a:spcPts val="1200"/>
                </a:spcBef>
                <a:spcAft>
                  <a:spcPts val="0"/>
                </a:spcAft>
                <a:buClr>
                  <a:srgbClr val="000000"/>
                </a:buClr>
                <a:buSzPts val="1400"/>
                <a:buFont typeface="Arial"/>
                <a:buNone/>
              </a:pPr>
              <a:r>
                <a:rPr b="0" i="0" lang="en" sz="1300" u="none" cap="none" strike="noStrike">
                  <a:solidFill>
                    <a:srgbClr val="000000"/>
                  </a:solidFill>
                  <a:latin typeface="Twentieth Century"/>
                  <a:ea typeface="Twentieth Century"/>
                  <a:cs typeface="Twentieth Century"/>
                  <a:sym typeface="Twentieth Century"/>
                </a:rPr>
                <a:t>Authors should not submit manuscripts where Generative AI tools have been used in ways that replace core researcher and author responsibilities, for example:  </a:t>
              </a:r>
              <a:endParaRPr b="0" i="0" sz="1300" u="none" cap="none" strike="noStrike">
                <a:solidFill>
                  <a:srgbClr val="000000"/>
                </a:solidFill>
                <a:latin typeface="Twentieth Century"/>
                <a:ea typeface="Twentieth Century"/>
                <a:cs typeface="Twentieth Century"/>
                <a:sym typeface="Twentieth Century"/>
              </a:endParaRPr>
            </a:p>
            <a:p>
              <a:pPr indent="-292100" lvl="0" marL="457200" marR="0" rtl="0" algn="l">
                <a:lnSpc>
                  <a:spcPct val="115000"/>
                </a:lnSpc>
                <a:spcBef>
                  <a:spcPts val="1200"/>
                </a:spcBef>
                <a:spcAft>
                  <a:spcPts val="0"/>
                </a:spcAft>
                <a:buClr>
                  <a:schemeClr val="dk1"/>
                </a:buClr>
                <a:buSzPts val="1000"/>
                <a:buFont typeface="Twentieth Century"/>
                <a:buChar char="●"/>
              </a:pPr>
              <a:r>
                <a:rPr b="1" i="0" lang="en" sz="1300" u="sng" cap="none" strike="noStrike">
                  <a:solidFill>
                    <a:srgbClr val="000000"/>
                  </a:solidFill>
                  <a:latin typeface="Twentieth Century"/>
                  <a:ea typeface="Twentieth Century"/>
                  <a:cs typeface="Twentieth Century"/>
                  <a:sym typeface="Twentieth Century"/>
                </a:rPr>
                <a:t>text or code generation without rigorous revision</a:t>
              </a:r>
              <a:endParaRPr b="1" i="0" sz="1300" u="sng" cap="none" strike="noStrike">
                <a:solidFill>
                  <a:srgbClr val="000000"/>
                </a:solidFill>
                <a:latin typeface="Twentieth Century"/>
                <a:ea typeface="Twentieth Century"/>
                <a:cs typeface="Twentieth Century"/>
                <a:sym typeface="Twentieth Century"/>
              </a:endParaRPr>
            </a:p>
            <a:p>
              <a:pPr indent="-292100" lvl="0" marL="457200" marR="0" rtl="0" algn="l">
                <a:lnSpc>
                  <a:spcPct val="115000"/>
                </a:lnSpc>
                <a:spcBef>
                  <a:spcPts val="0"/>
                </a:spcBef>
                <a:spcAft>
                  <a:spcPts val="0"/>
                </a:spcAft>
                <a:buClr>
                  <a:schemeClr val="dk1"/>
                </a:buClr>
                <a:buSzPts val="1000"/>
                <a:buFont typeface="Twentieth Century"/>
                <a:buChar char="●"/>
              </a:pPr>
              <a:r>
                <a:rPr b="0" i="0" lang="en" sz="1300" u="none" cap="none" strike="noStrike">
                  <a:solidFill>
                    <a:srgbClr val="000000"/>
                  </a:solidFill>
                  <a:latin typeface="Twentieth Century"/>
                  <a:ea typeface="Twentieth Century"/>
                  <a:cs typeface="Twentieth Century"/>
                  <a:sym typeface="Twentieth Century"/>
                </a:rPr>
                <a:t>synthetic data generation to substitute missing data without robust methodology  </a:t>
              </a:r>
              <a:endParaRPr b="0" i="0" sz="1300" u="none" cap="none" strike="noStrike">
                <a:solidFill>
                  <a:srgbClr val="000000"/>
                </a:solidFill>
                <a:latin typeface="Twentieth Century"/>
                <a:ea typeface="Twentieth Century"/>
                <a:cs typeface="Twentieth Century"/>
                <a:sym typeface="Twentieth Century"/>
              </a:endParaRPr>
            </a:p>
            <a:p>
              <a:pPr indent="-292100" lvl="0" marL="457200" marR="0" rtl="0" algn="l">
                <a:lnSpc>
                  <a:spcPct val="115000"/>
                </a:lnSpc>
                <a:spcBef>
                  <a:spcPts val="0"/>
                </a:spcBef>
                <a:spcAft>
                  <a:spcPts val="0"/>
                </a:spcAft>
                <a:buClr>
                  <a:schemeClr val="dk1"/>
                </a:buClr>
                <a:buSzPts val="1000"/>
                <a:buFont typeface="Twentieth Century"/>
                <a:buChar char="●"/>
              </a:pPr>
              <a:r>
                <a:rPr b="0" i="0" lang="en" sz="1300" u="none" cap="none" strike="noStrike">
                  <a:solidFill>
                    <a:srgbClr val="000000"/>
                  </a:solidFill>
                  <a:latin typeface="Twentieth Century"/>
                  <a:ea typeface="Twentieth Century"/>
                  <a:cs typeface="Twentieth Century"/>
                  <a:sym typeface="Twentieth Century"/>
                </a:rPr>
                <a:t>generation of any types of content which is inaccurate including abstracts or supplemental materials </a:t>
              </a:r>
              <a:endParaRPr b="0" i="0" sz="1300" u="none" cap="none" strike="noStrike">
                <a:solidFill>
                  <a:srgbClr val="000000"/>
                </a:solidFill>
                <a:latin typeface="Twentieth Century"/>
                <a:ea typeface="Twentieth Century"/>
                <a:cs typeface="Twentieth Century"/>
                <a:sym typeface="Twentieth Century"/>
              </a:endParaRPr>
            </a:p>
            <a:p>
              <a:pPr indent="0" lvl="0" marL="0" marR="0" rtl="0" algn="l">
                <a:lnSpc>
                  <a:spcPct val="115000"/>
                </a:lnSpc>
                <a:spcBef>
                  <a:spcPts val="1200"/>
                </a:spcBef>
                <a:spcAft>
                  <a:spcPts val="1200"/>
                </a:spcAft>
                <a:buClr>
                  <a:srgbClr val="000000"/>
                </a:buClr>
                <a:buSzPts val="1400"/>
                <a:buFont typeface="Arial"/>
                <a:buNone/>
              </a:pPr>
              <a:r>
                <a:rPr b="0" i="0" lang="en" sz="1300" u="sng" cap="none" strike="noStrike">
                  <a:solidFill>
                    <a:schemeClr val="hlink"/>
                  </a:solidFill>
                  <a:latin typeface="Twentieth Century"/>
                  <a:ea typeface="Twentieth Century"/>
                  <a:cs typeface="Twentieth Century"/>
                  <a:sym typeface="Twentieth Century"/>
                  <a:hlinkClick r:id="rId3"/>
                </a:rPr>
                <a:t>https://taylorandfrancis.com/our-policies/ai-policy/</a:t>
              </a:r>
              <a:r>
                <a:rPr b="0" i="0" lang="en" sz="1300" u="none" cap="none" strike="noStrike">
                  <a:solidFill>
                    <a:srgbClr val="000000"/>
                  </a:solidFill>
                  <a:latin typeface="Twentieth Century"/>
                  <a:ea typeface="Twentieth Century"/>
                  <a:cs typeface="Twentieth Century"/>
                  <a:sym typeface="Twentieth Century"/>
                </a:rPr>
                <a:t> </a:t>
              </a:r>
              <a:endParaRPr b="0" i="0" sz="1300" u="none" cap="none" strike="noStrike">
                <a:solidFill>
                  <a:srgbClr val="000000"/>
                </a:solidFill>
                <a:latin typeface="Twentieth Century"/>
                <a:ea typeface="Twentieth Century"/>
                <a:cs typeface="Twentieth Century"/>
                <a:sym typeface="Twentieth Century"/>
              </a:endParaRPr>
            </a:p>
          </p:txBody>
        </p:sp>
        <p:pic>
          <p:nvPicPr>
            <p:cNvPr descr="Logo for the Taylor &amp; Francis publishing group." id="249" name="Google Shape;249;p21"/>
            <p:cNvPicPr preferRelativeResize="0"/>
            <p:nvPr/>
          </p:nvPicPr>
          <p:blipFill rotWithShape="1">
            <a:blip r:embed="rId4">
              <a:alphaModFix/>
            </a:blip>
            <a:srcRect b="33883" l="14160" r="13076" t="32104"/>
            <a:stretch/>
          </p:blipFill>
          <p:spPr>
            <a:xfrm>
              <a:off x="6563150" y="2438950"/>
              <a:ext cx="2259974" cy="603600"/>
            </a:xfrm>
            <a:prstGeom prst="rect">
              <a:avLst/>
            </a:prstGeom>
            <a:noFill/>
            <a:ln cap="flat" cmpd="sng" w="9525">
              <a:solidFill>
                <a:schemeClr val="dk1"/>
              </a:solidFill>
              <a:prstDash val="solid"/>
              <a:round/>
              <a:headEnd len="sm" w="sm" type="none"/>
              <a:tailEnd len="sm" w="sm" type="none"/>
            </a:ln>
          </p:spPr>
        </p:pic>
      </p:grpSp>
      <p:sp>
        <p:nvSpPr>
          <p:cNvPr id="250" name="Google Shape;250;p21"/>
          <p:cNvSpPr txBox="1"/>
          <p:nvPr/>
        </p:nvSpPr>
        <p:spPr>
          <a:xfrm>
            <a:off x="471600" y="3095725"/>
            <a:ext cx="8191800" cy="1804500"/>
          </a:xfrm>
          <a:prstGeom prst="rect">
            <a:avLst/>
          </a:prstGeom>
          <a:solidFill>
            <a:srgbClr val="F3F3F3"/>
          </a:solidFill>
          <a:ln cap="flat" cmpd="sng" w="9525">
            <a:solidFill>
              <a:srgbClr val="000000"/>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1300">
                <a:solidFill>
                  <a:srgbClr val="000000"/>
                </a:solidFill>
                <a:latin typeface="Twentieth Century"/>
                <a:ea typeface="Twentieth Century"/>
                <a:cs typeface="Twentieth Century"/>
                <a:sym typeface="Twentieth Century"/>
              </a:rPr>
              <a:t>Contributions by artificial intelligence (AI) tools and technologies to a study or to an article’s contents must be clearly reported in a dedicated section of the Methods, or in the Acknowledgements section for article types lacking a Methods section. This section should include the name(s) of any tools used, a description of how the authors used the tool(s) and evaluated the validity of the tool’s outputs, and a clear statement of which aspects of the study, article contents, data, or supporting files were affected/generated by AI tool usage.</a:t>
            </a:r>
            <a:endParaRPr sz="1300">
              <a:solidFill>
                <a:srgbClr val="000000"/>
              </a:solidFill>
              <a:latin typeface="Twentieth Century"/>
              <a:ea typeface="Twentieth Century"/>
              <a:cs typeface="Twentieth Century"/>
              <a:sym typeface="Twentieth Century"/>
            </a:endParaRPr>
          </a:p>
          <a:p>
            <a:pPr indent="0" lvl="0" marL="0" rtl="0" algn="l">
              <a:lnSpc>
                <a:spcPct val="115000"/>
              </a:lnSpc>
              <a:spcBef>
                <a:spcPts val="0"/>
              </a:spcBef>
              <a:spcAft>
                <a:spcPts val="0"/>
              </a:spcAft>
              <a:buNone/>
            </a:pPr>
            <a:r>
              <a:t/>
            </a:r>
            <a:endParaRPr sz="1300">
              <a:latin typeface="Twentieth Century"/>
              <a:ea typeface="Twentieth Century"/>
              <a:cs typeface="Twentieth Century"/>
              <a:sym typeface="Twentieth Century"/>
            </a:endParaRPr>
          </a:p>
          <a:p>
            <a:pPr indent="0" lvl="0" marL="0" rtl="0" algn="l">
              <a:lnSpc>
                <a:spcPct val="115000"/>
              </a:lnSpc>
              <a:spcBef>
                <a:spcPts val="0"/>
              </a:spcBef>
              <a:spcAft>
                <a:spcPts val="0"/>
              </a:spcAft>
              <a:buNone/>
            </a:pPr>
            <a:r>
              <a:rPr lang="en" sz="1300" u="sng">
                <a:solidFill>
                  <a:schemeClr val="hlink"/>
                </a:solidFill>
                <a:latin typeface="Twentieth Century"/>
                <a:ea typeface="Twentieth Century"/>
                <a:cs typeface="Twentieth Century"/>
                <a:sym typeface="Twentieth Century"/>
                <a:hlinkClick r:id="rId5"/>
              </a:rPr>
              <a:t>https://journals.plos.org/plosone/s/ethical-publishing-practice#loc-artificial-intelligence-tools-and-technologies</a:t>
            </a:r>
            <a:r>
              <a:rPr lang="en" sz="1300">
                <a:latin typeface="Twentieth Century"/>
                <a:ea typeface="Twentieth Century"/>
                <a:cs typeface="Twentieth Century"/>
                <a:sym typeface="Twentieth Century"/>
              </a:rPr>
              <a:t> </a:t>
            </a:r>
            <a:endParaRPr sz="1300">
              <a:latin typeface="Twentieth Century"/>
              <a:ea typeface="Twentieth Century"/>
              <a:cs typeface="Twentieth Century"/>
              <a:sym typeface="Twentieth Century"/>
            </a:endParaRPr>
          </a:p>
        </p:txBody>
      </p:sp>
      <p:pic>
        <p:nvPicPr>
          <p:cNvPr descr="Logo for the Public Library of Science (PLOS)" id="251" name="Google Shape;251;p21"/>
          <p:cNvPicPr preferRelativeResize="0"/>
          <p:nvPr/>
        </p:nvPicPr>
        <p:blipFill>
          <a:blip r:embed="rId6">
            <a:alphaModFix/>
          </a:blip>
          <a:stretch>
            <a:fillRect/>
          </a:stretch>
        </p:blipFill>
        <p:spPr>
          <a:xfrm>
            <a:off x="8127050" y="4421839"/>
            <a:ext cx="888750" cy="648750"/>
          </a:xfrm>
          <a:prstGeom prst="rect">
            <a:avLst/>
          </a:prstGeom>
          <a:noFill/>
          <a:ln cap="flat" cmpd="sng" w="9525">
            <a:solidFill>
              <a:schemeClr val="dk1"/>
            </a:solidFill>
            <a:prstDash val="solid"/>
            <a:round/>
            <a:headEnd len="sm" w="sm" type="none"/>
            <a:tailEnd len="sm" w="sm" type="none"/>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5" name="Shape 255"/>
        <p:cNvGrpSpPr/>
        <p:nvPr/>
      </p:nvGrpSpPr>
      <p:grpSpPr>
        <a:xfrm>
          <a:off x="0" y="0"/>
          <a:ext cx="0" cy="0"/>
          <a:chOff x="0" y="0"/>
          <a:chExt cx="0" cy="0"/>
        </a:xfrm>
      </p:grpSpPr>
      <p:sp>
        <p:nvSpPr>
          <p:cNvPr id="256" name="Google Shape;256;g3f70151def4_0_0"/>
          <p:cNvSpPr txBox="1"/>
          <p:nvPr>
            <p:ph type="title"/>
          </p:nvPr>
        </p:nvSpPr>
        <p:spPr>
          <a:xfrm>
            <a:off x="-390906" y="260603"/>
            <a:ext cx="9916800" cy="603600"/>
          </a:xfrm>
          <a:prstGeom prst="rect">
            <a:avLst/>
          </a:prstGeom>
          <a:solidFill>
            <a:srgbClr val="B45F06"/>
          </a:solidFill>
          <a:ln cap="flat" cmpd="sng" w="9525">
            <a:solidFill>
              <a:schemeClr val="lt1"/>
            </a:solidFill>
            <a:prstDash val="solid"/>
            <a:round/>
            <a:headEnd len="sm" w="sm" type="none"/>
            <a:tailEnd len="sm" w="sm" type="none"/>
          </a:ln>
          <a:effectLst>
            <a:outerShdw blurRad="57150" rotWithShape="0" algn="bl" dir="5400000" dist="19050">
              <a:srgbClr val="000000">
                <a:alpha val="50200"/>
              </a:srgbClr>
            </a:outerShdw>
          </a:effectLst>
        </p:spPr>
        <p:txBody>
          <a:bodyPr anchorCtr="0" anchor="ctr" bIns="34275" lIns="68575" spcFirstLastPara="1" rIns="68575" wrap="square" tIns="34275">
            <a:noAutofit/>
          </a:bodyPr>
          <a:lstStyle/>
          <a:p>
            <a:pPr indent="0" lvl="0" marL="685800" rtl="0" algn="l">
              <a:lnSpc>
                <a:spcPct val="90000"/>
              </a:lnSpc>
              <a:spcBef>
                <a:spcPts val="0"/>
              </a:spcBef>
              <a:spcAft>
                <a:spcPts val="0"/>
              </a:spcAft>
              <a:buClr>
                <a:schemeClr val="dk1"/>
              </a:buClr>
              <a:buSzPts val="3000"/>
              <a:buFont typeface="Rockwell"/>
              <a:buNone/>
            </a:pPr>
            <a:r>
              <a:rPr b="1" lang="en" sz="3000">
                <a:solidFill>
                  <a:schemeClr val="lt1"/>
                </a:solidFill>
                <a:latin typeface="Twentieth Century"/>
                <a:ea typeface="Twentieth Century"/>
                <a:cs typeface="Twentieth Century"/>
                <a:sym typeface="Twentieth Century"/>
              </a:rPr>
              <a:t>Using AI for coding</a:t>
            </a:r>
            <a:endParaRPr b="1" sz="3000">
              <a:solidFill>
                <a:schemeClr val="lt1"/>
              </a:solidFill>
              <a:latin typeface="Twentieth Century"/>
              <a:ea typeface="Twentieth Century"/>
              <a:cs typeface="Twentieth Century"/>
              <a:sym typeface="Twentieth Century"/>
            </a:endParaRPr>
          </a:p>
        </p:txBody>
      </p:sp>
      <p:pic>
        <p:nvPicPr>
          <p:cNvPr descr="Screenshot of recent announcement by Anthropic regarding watermarking of text content that has been edited or generated by Claude." id="257" name="Google Shape;257;g3f70151def4_0_0"/>
          <p:cNvPicPr preferRelativeResize="0"/>
          <p:nvPr/>
        </p:nvPicPr>
        <p:blipFill>
          <a:blip r:embed="rId3">
            <a:alphaModFix/>
          </a:blip>
          <a:stretch>
            <a:fillRect/>
          </a:stretch>
        </p:blipFill>
        <p:spPr>
          <a:xfrm>
            <a:off x="1032338" y="1210075"/>
            <a:ext cx="7070324" cy="3462600"/>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1" name="Shape 261"/>
        <p:cNvGrpSpPr/>
        <p:nvPr/>
      </p:nvGrpSpPr>
      <p:grpSpPr>
        <a:xfrm>
          <a:off x="0" y="0"/>
          <a:ext cx="0" cy="0"/>
          <a:chOff x="0" y="0"/>
          <a:chExt cx="0" cy="0"/>
        </a:xfrm>
      </p:grpSpPr>
      <p:sp>
        <p:nvSpPr>
          <p:cNvPr id="262" name="Google Shape;262;p22"/>
          <p:cNvSpPr txBox="1"/>
          <p:nvPr>
            <p:ph type="title"/>
          </p:nvPr>
        </p:nvSpPr>
        <p:spPr>
          <a:xfrm>
            <a:off x="-390906" y="260603"/>
            <a:ext cx="9916800" cy="603600"/>
          </a:xfrm>
          <a:prstGeom prst="rect">
            <a:avLst/>
          </a:prstGeom>
          <a:solidFill>
            <a:srgbClr val="B45F06"/>
          </a:solidFill>
          <a:ln cap="flat" cmpd="sng" w="9525">
            <a:solidFill>
              <a:schemeClr val="lt1"/>
            </a:solidFill>
            <a:prstDash val="solid"/>
            <a:round/>
            <a:headEnd len="sm" w="sm" type="none"/>
            <a:tailEnd len="sm" w="sm" type="none"/>
          </a:ln>
          <a:effectLst>
            <a:outerShdw blurRad="57150" rotWithShape="0" algn="bl" dir="5400000" dist="19050">
              <a:srgbClr val="000000">
                <a:alpha val="50196"/>
              </a:srgbClr>
            </a:outerShdw>
          </a:effectLst>
        </p:spPr>
        <p:txBody>
          <a:bodyPr anchorCtr="0" anchor="ctr" bIns="34275" lIns="68575" spcFirstLastPara="1" rIns="68575" wrap="square" tIns="34275">
            <a:noAutofit/>
          </a:bodyPr>
          <a:lstStyle/>
          <a:p>
            <a:pPr indent="0" lvl="0" marL="685800" rtl="0" algn="l">
              <a:lnSpc>
                <a:spcPct val="90000"/>
              </a:lnSpc>
              <a:spcBef>
                <a:spcPts val="0"/>
              </a:spcBef>
              <a:spcAft>
                <a:spcPts val="0"/>
              </a:spcAft>
              <a:buClr>
                <a:schemeClr val="dk1"/>
              </a:buClr>
              <a:buSzPts val="3000"/>
              <a:buFont typeface="Rockwell"/>
              <a:buNone/>
            </a:pPr>
            <a:r>
              <a:rPr b="1" lang="en" sz="3000">
                <a:solidFill>
                  <a:schemeClr val="lt1"/>
                </a:solidFill>
                <a:latin typeface="Twentieth Century"/>
                <a:ea typeface="Twentieth Century"/>
                <a:cs typeface="Twentieth Century"/>
                <a:sym typeface="Twentieth Century"/>
              </a:rPr>
              <a:t>Slop-squatting</a:t>
            </a:r>
            <a:endParaRPr b="1" sz="3000">
              <a:solidFill>
                <a:schemeClr val="lt1"/>
              </a:solidFill>
              <a:latin typeface="Twentieth Century"/>
              <a:ea typeface="Twentieth Century"/>
              <a:cs typeface="Twentieth Century"/>
              <a:sym typeface="Twentieth Century"/>
            </a:endParaRPr>
          </a:p>
        </p:txBody>
      </p:sp>
      <p:pic>
        <p:nvPicPr>
          <p:cNvPr descr="Screenshot of a preprint title and author list from the preprint &quot;We have a package for you! A comprehensive analysis of package hallucinations by code generating LLMs&quot; (Spracklen et al., 2025, arXiv)." id="263" name="Google Shape;263;p22"/>
          <p:cNvPicPr preferRelativeResize="0"/>
          <p:nvPr/>
        </p:nvPicPr>
        <p:blipFill rotWithShape="1">
          <a:blip r:embed="rId3">
            <a:alphaModFix/>
          </a:blip>
          <a:srcRect b="0" l="0" r="0" t="0"/>
          <a:stretch/>
        </p:blipFill>
        <p:spPr>
          <a:xfrm>
            <a:off x="152400" y="1016601"/>
            <a:ext cx="5416949" cy="1707650"/>
          </a:xfrm>
          <a:prstGeom prst="rect">
            <a:avLst/>
          </a:prstGeom>
          <a:noFill/>
          <a:ln>
            <a:noFill/>
          </a:ln>
          <a:effectLst>
            <a:outerShdw blurRad="57150" rotWithShape="0" algn="bl" dir="5400000" dist="19050">
              <a:srgbClr val="000000">
                <a:alpha val="50196"/>
              </a:srgbClr>
            </a:outerShdw>
          </a:effectLst>
        </p:spPr>
      </p:pic>
      <p:sp>
        <p:nvSpPr>
          <p:cNvPr id="264" name="Google Shape;264;p22"/>
          <p:cNvSpPr txBox="1"/>
          <p:nvPr/>
        </p:nvSpPr>
        <p:spPr>
          <a:xfrm>
            <a:off x="5843750" y="1016600"/>
            <a:ext cx="3000000" cy="2755200"/>
          </a:xfrm>
          <a:prstGeom prst="rect">
            <a:avLst/>
          </a:prstGeom>
          <a:solidFill>
            <a:srgbClr val="EFEFEF"/>
          </a:solidFill>
          <a:ln cap="flat" cmpd="sng" w="9525">
            <a:solidFill>
              <a:srgbClr val="7F7F7F"/>
            </a:solidFill>
            <a:prstDash val="solid"/>
            <a:round/>
            <a:headEnd len="sm" w="sm" type="none"/>
            <a:tailEnd len="sm" w="sm" type="none"/>
          </a:ln>
          <a:effectLst>
            <a:outerShdw blurRad="57150" rotWithShape="0" algn="bl" dir="5400000" dist="19050">
              <a:srgbClr val="000000">
                <a:alpha val="50196"/>
              </a:srgbClr>
            </a:outerShdw>
          </a:effectLst>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300"/>
              <a:buFont typeface="Arial"/>
              <a:buNone/>
            </a:pPr>
            <a:r>
              <a:rPr b="0" i="0" lang="en" sz="1300" u="none" cap="none" strike="noStrike">
                <a:solidFill>
                  <a:srgbClr val="000000"/>
                </a:solidFill>
                <a:latin typeface="Twentieth Century"/>
                <a:ea typeface="Twentieth Century"/>
                <a:cs typeface="Twentieth Century"/>
                <a:sym typeface="Twentieth Century"/>
              </a:rPr>
              <a:t>“</a:t>
            </a:r>
            <a:r>
              <a:rPr b="0" i="1" lang="en" sz="1300" u="none" cap="none" strike="noStrike">
                <a:solidFill>
                  <a:srgbClr val="000000"/>
                </a:solidFill>
                <a:latin typeface="Twentieth Century"/>
                <a:ea typeface="Twentieth Century"/>
                <a:cs typeface="Twentieth Century"/>
                <a:sym typeface="Twentieth Century"/>
              </a:rPr>
              <a:t>Using 16 popular LLMs for code generation and two unique prompt datasets, we generate 576,000 code samples in two programming languages that we analyze for package hallucinations. Our findings reveal that that the average percentage of hallucinated packages is </a:t>
            </a:r>
            <a:r>
              <a:rPr b="1" i="1" lang="en" sz="1300" u="none" cap="none" strike="noStrike">
                <a:solidFill>
                  <a:srgbClr val="000000"/>
                </a:solidFill>
                <a:latin typeface="Twentieth Century"/>
                <a:ea typeface="Twentieth Century"/>
                <a:cs typeface="Twentieth Century"/>
                <a:sym typeface="Twentieth Century"/>
              </a:rPr>
              <a:t>at least 5.2% for commercial models and 21.7% for open-source models,</a:t>
            </a:r>
            <a:r>
              <a:rPr b="0" i="1" lang="en" sz="1300" u="none" cap="none" strike="noStrike">
                <a:solidFill>
                  <a:srgbClr val="000000"/>
                </a:solidFill>
                <a:latin typeface="Twentieth Century"/>
                <a:ea typeface="Twentieth Century"/>
                <a:cs typeface="Twentieth Century"/>
                <a:sym typeface="Twentieth Century"/>
              </a:rPr>
              <a:t> including a staggering 205,474 unique examples of hallucinated package names, further underscoring the severity and pervasiveness of this threat.</a:t>
            </a:r>
            <a:r>
              <a:rPr b="0" i="0" lang="en" sz="1300" u="none" cap="none" strike="noStrike">
                <a:solidFill>
                  <a:srgbClr val="000000"/>
                </a:solidFill>
                <a:latin typeface="Twentieth Century"/>
                <a:ea typeface="Twentieth Century"/>
                <a:cs typeface="Twentieth Century"/>
                <a:sym typeface="Twentieth Century"/>
              </a:rPr>
              <a:t>”</a:t>
            </a:r>
            <a:endParaRPr b="0" i="0" sz="1300" u="none" cap="none" strike="noStrike">
              <a:solidFill>
                <a:srgbClr val="000000"/>
              </a:solidFill>
              <a:latin typeface="Twentieth Century"/>
              <a:ea typeface="Twentieth Century"/>
              <a:cs typeface="Twentieth Century"/>
              <a:sym typeface="Twentieth Century"/>
            </a:endParaRPr>
          </a:p>
          <a:p>
            <a:pPr indent="0" lvl="0" marL="0" marR="0" rtl="0" algn="l">
              <a:lnSpc>
                <a:spcPct val="100000"/>
              </a:lnSpc>
              <a:spcBef>
                <a:spcPts val="0"/>
              </a:spcBef>
              <a:spcAft>
                <a:spcPts val="0"/>
              </a:spcAft>
              <a:buClr>
                <a:srgbClr val="000000"/>
              </a:buClr>
              <a:buSzPts val="1000"/>
              <a:buFont typeface="Arial"/>
              <a:buNone/>
            </a:pPr>
            <a:r>
              <a:rPr i="0" lang="en" sz="1100" u="none" cap="none" strike="noStrike">
                <a:solidFill>
                  <a:schemeClr val="dk1"/>
                </a:solidFill>
                <a:latin typeface="Twentieth Century"/>
                <a:ea typeface="Twentieth Century"/>
                <a:cs typeface="Twentieth Century"/>
                <a:sym typeface="Twentieth Century"/>
              </a:rPr>
              <a:t>(</a:t>
            </a:r>
            <a:r>
              <a:rPr i="0" lang="en" sz="1100" u="sng" cap="none" strike="noStrike">
                <a:solidFill>
                  <a:schemeClr val="hlink"/>
                </a:solidFill>
                <a:latin typeface="Twentieth Century"/>
                <a:ea typeface="Twentieth Century"/>
                <a:cs typeface="Twentieth Century"/>
                <a:sym typeface="Twentieth Century"/>
                <a:hlinkClick r:id="rId4"/>
              </a:rPr>
              <a:t>https://doi.org/10.48550/arXiv.2406.10279</a:t>
            </a:r>
            <a:r>
              <a:rPr i="0" lang="en" sz="1100" u="none" cap="none" strike="noStrike">
                <a:solidFill>
                  <a:schemeClr val="dk1"/>
                </a:solidFill>
                <a:latin typeface="Twentieth Century"/>
                <a:ea typeface="Twentieth Century"/>
                <a:cs typeface="Twentieth Century"/>
                <a:sym typeface="Twentieth Century"/>
              </a:rPr>
              <a:t>)</a:t>
            </a:r>
            <a:endParaRPr i="0" u="none" cap="none" strike="noStrike">
              <a:solidFill>
                <a:srgbClr val="000000"/>
              </a:solidFill>
              <a:latin typeface="Twentieth Century"/>
              <a:ea typeface="Twentieth Century"/>
              <a:cs typeface="Twentieth Century"/>
              <a:sym typeface="Twentieth Century"/>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8" name="Shape 268"/>
        <p:cNvGrpSpPr/>
        <p:nvPr/>
      </p:nvGrpSpPr>
      <p:grpSpPr>
        <a:xfrm>
          <a:off x="0" y="0"/>
          <a:ext cx="0" cy="0"/>
          <a:chOff x="0" y="0"/>
          <a:chExt cx="0" cy="0"/>
        </a:xfrm>
      </p:grpSpPr>
      <p:sp>
        <p:nvSpPr>
          <p:cNvPr id="269" name="Google Shape;269;g3f6e43a5ba7_0_18"/>
          <p:cNvSpPr txBox="1"/>
          <p:nvPr>
            <p:ph type="title"/>
          </p:nvPr>
        </p:nvSpPr>
        <p:spPr>
          <a:xfrm>
            <a:off x="-390906" y="260603"/>
            <a:ext cx="9916800" cy="603600"/>
          </a:xfrm>
          <a:prstGeom prst="rect">
            <a:avLst/>
          </a:prstGeom>
          <a:solidFill>
            <a:srgbClr val="B45F06"/>
          </a:solidFill>
          <a:ln cap="flat" cmpd="sng" w="9525">
            <a:solidFill>
              <a:schemeClr val="lt1"/>
            </a:solidFill>
            <a:prstDash val="solid"/>
            <a:round/>
            <a:headEnd len="sm" w="sm" type="none"/>
            <a:tailEnd len="sm" w="sm" type="none"/>
          </a:ln>
          <a:effectLst>
            <a:outerShdw blurRad="57150" rotWithShape="0" algn="bl" dir="5400000" dist="19050">
              <a:srgbClr val="000000">
                <a:alpha val="50200"/>
              </a:srgbClr>
            </a:outerShdw>
          </a:effectLst>
        </p:spPr>
        <p:txBody>
          <a:bodyPr anchorCtr="0" anchor="ctr" bIns="34275" lIns="68575" spcFirstLastPara="1" rIns="68575" wrap="square" tIns="34275">
            <a:noAutofit/>
          </a:bodyPr>
          <a:lstStyle/>
          <a:p>
            <a:pPr indent="0" lvl="0" marL="685800" rtl="0" algn="l">
              <a:lnSpc>
                <a:spcPct val="90000"/>
              </a:lnSpc>
              <a:spcBef>
                <a:spcPts val="0"/>
              </a:spcBef>
              <a:spcAft>
                <a:spcPts val="0"/>
              </a:spcAft>
              <a:buClr>
                <a:schemeClr val="dk1"/>
              </a:buClr>
              <a:buSzPts val="3000"/>
              <a:buFont typeface="Rockwell"/>
              <a:buNone/>
            </a:pPr>
            <a:r>
              <a:rPr b="1" lang="en" sz="3000">
                <a:solidFill>
                  <a:schemeClr val="lt1"/>
                </a:solidFill>
                <a:latin typeface="Twentieth Century"/>
                <a:ea typeface="Twentieth Century"/>
                <a:cs typeface="Twentieth Century"/>
                <a:sym typeface="Twentieth Century"/>
              </a:rPr>
              <a:t>Slop-squatting</a:t>
            </a:r>
            <a:endParaRPr b="1" sz="3000">
              <a:solidFill>
                <a:schemeClr val="lt1"/>
              </a:solidFill>
              <a:latin typeface="Twentieth Century"/>
              <a:ea typeface="Twentieth Century"/>
              <a:cs typeface="Twentieth Century"/>
              <a:sym typeface="Twentieth Century"/>
            </a:endParaRPr>
          </a:p>
        </p:txBody>
      </p:sp>
      <p:pic>
        <p:nvPicPr>
          <p:cNvPr id="270" name="Google Shape;270;g3f6e43a5ba7_0_18"/>
          <p:cNvPicPr preferRelativeResize="0"/>
          <p:nvPr/>
        </p:nvPicPr>
        <p:blipFill rotWithShape="1">
          <a:blip r:embed="rId3">
            <a:alphaModFix amt="52000"/>
          </a:blip>
          <a:srcRect b="0" l="0" r="0" t="0"/>
          <a:stretch/>
        </p:blipFill>
        <p:spPr>
          <a:xfrm>
            <a:off x="152400" y="1016601"/>
            <a:ext cx="5416949" cy="1707650"/>
          </a:xfrm>
          <a:prstGeom prst="rect">
            <a:avLst/>
          </a:prstGeom>
          <a:noFill/>
          <a:ln>
            <a:noFill/>
          </a:ln>
          <a:effectLst>
            <a:outerShdw blurRad="57150" rotWithShape="0" algn="bl" dir="5400000" dist="19050">
              <a:srgbClr val="000000">
                <a:alpha val="50200"/>
              </a:srgbClr>
            </a:outerShdw>
          </a:effectLst>
        </p:spPr>
      </p:pic>
      <p:sp>
        <p:nvSpPr>
          <p:cNvPr id="271" name="Google Shape;271;g3f6e43a5ba7_0_18"/>
          <p:cNvSpPr txBox="1"/>
          <p:nvPr/>
        </p:nvSpPr>
        <p:spPr>
          <a:xfrm>
            <a:off x="5843750" y="1016600"/>
            <a:ext cx="3000000" cy="3155400"/>
          </a:xfrm>
          <a:prstGeom prst="rect">
            <a:avLst/>
          </a:prstGeom>
          <a:solidFill>
            <a:srgbClr val="EFEFEF"/>
          </a:solidFill>
          <a:ln cap="flat" cmpd="sng" w="9525">
            <a:solidFill>
              <a:srgbClr val="7F7F7F"/>
            </a:solidFill>
            <a:prstDash val="solid"/>
            <a:round/>
            <a:headEnd len="sm" w="sm" type="none"/>
            <a:tailEnd len="sm" w="sm" type="none"/>
          </a:ln>
          <a:effectLst>
            <a:outerShdw blurRad="57150" rotWithShape="0" algn="bl" dir="5400000" dist="19050">
              <a:srgbClr val="000000">
                <a:alpha val="50200"/>
              </a:srgbClr>
            </a:outerShdw>
          </a:effectLst>
        </p:spPr>
        <p:txBody>
          <a:bodyPr anchorCtr="0" anchor="t" bIns="91425" lIns="91425" spcFirstLastPara="1" rIns="91425" wrap="square" tIns="91425">
            <a:spAutoFit/>
          </a:bodyPr>
          <a:lstStyle/>
          <a:p>
            <a:pPr indent="0" lvl="0" marL="0" rtl="0" algn="l">
              <a:spcBef>
                <a:spcPts val="0"/>
              </a:spcBef>
              <a:spcAft>
                <a:spcPts val="0"/>
              </a:spcAft>
              <a:buClr>
                <a:schemeClr val="dk1"/>
              </a:buClr>
              <a:buSzPts val="1100"/>
              <a:buFont typeface="Arial"/>
              <a:buNone/>
            </a:pPr>
            <a:r>
              <a:rPr lang="en" sz="1300">
                <a:solidFill>
                  <a:schemeClr val="dk1"/>
                </a:solidFill>
                <a:latin typeface="Twentieth Century"/>
                <a:ea typeface="Twentieth Century"/>
                <a:cs typeface="Twentieth Century"/>
                <a:sym typeface="Twentieth Century"/>
              </a:rPr>
              <a:t>“</a:t>
            </a:r>
            <a:r>
              <a:rPr i="1" lang="en" sz="1300">
                <a:solidFill>
                  <a:schemeClr val="dk1"/>
                </a:solidFill>
                <a:latin typeface="Twentieth Century"/>
                <a:ea typeface="Twentieth Century"/>
                <a:cs typeface="Twentieth Century"/>
                <a:sym typeface="Twentieth Century"/>
              </a:rPr>
              <a:t>We replicate their methodology on five frontier code-capable LLMs released</a:t>
            </a:r>
            <a:endParaRPr i="1" sz="1300">
              <a:solidFill>
                <a:schemeClr val="dk1"/>
              </a:solidFill>
              <a:latin typeface="Twentieth Century"/>
              <a:ea typeface="Twentieth Century"/>
              <a:cs typeface="Twentieth Century"/>
              <a:sym typeface="Twentieth Century"/>
            </a:endParaRPr>
          </a:p>
          <a:p>
            <a:pPr indent="0" lvl="0" marL="0" rtl="0" algn="l">
              <a:spcBef>
                <a:spcPts val="0"/>
              </a:spcBef>
              <a:spcAft>
                <a:spcPts val="0"/>
              </a:spcAft>
              <a:buClr>
                <a:schemeClr val="dk1"/>
              </a:buClr>
              <a:buSzPts val="1100"/>
              <a:buFont typeface="Arial"/>
              <a:buNone/>
            </a:pPr>
            <a:r>
              <a:rPr i="1" lang="en" sz="1300">
                <a:solidFill>
                  <a:schemeClr val="dk1"/>
                </a:solidFill>
                <a:latin typeface="Twentieth Century"/>
                <a:ea typeface="Twentieth Century"/>
                <a:cs typeface="Twentieth Century"/>
                <a:sym typeface="Twentieth Century"/>
              </a:rPr>
              <a:t>between October 2025 and March 2026: Claude Sonnet 4.6, Claude Haiku 4.5, GPT-5.4-mini, Gemini 2.5</a:t>
            </a:r>
            <a:endParaRPr i="1" sz="1300">
              <a:solidFill>
                <a:schemeClr val="dk1"/>
              </a:solidFill>
              <a:latin typeface="Twentieth Century"/>
              <a:ea typeface="Twentieth Century"/>
              <a:cs typeface="Twentieth Century"/>
              <a:sym typeface="Twentieth Century"/>
            </a:endParaRPr>
          </a:p>
          <a:p>
            <a:pPr indent="0" lvl="0" marL="0" rtl="0" algn="l">
              <a:spcBef>
                <a:spcPts val="0"/>
              </a:spcBef>
              <a:spcAft>
                <a:spcPts val="0"/>
              </a:spcAft>
              <a:buClr>
                <a:schemeClr val="dk1"/>
              </a:buClr>
              <a:buSzPts val="1300"/>
              <a:buFont typeface="Arial"/>
              <a:buNone/>
            </a:pPr>
            <a:r>
              <a:rPr i="1" lang="en" sz="1300">
                <a:solidFill>
                  <a:schemeClr val="dk1"/>
                </a:solidFill>
                <a:latin typeface="Twentieth Century"/>
                <a:ea typeface="Twentieth Century"/>
                <a:cs typeface="Twentieth Century"/>
                <a:sym typeface="Twentieth Century"/>
              </a:rPr>
              <a:t>Pro, and DeepSeek V3.2. Across 199,845 paired Python and JavaScript prompts validated against PyPI and npm master lists, we measure overall hallucination rates </a:t>
            </a:r>
            <a:r>
              <a:rPr b="1" i="1" lang="en" sz="1300">
                <a:solidFill>
                  <a:schemeClr val="dk1"/>
                </a:solidFill>
                <a:latin typeface="Twentieth Century"/>
                <a:ea typeface="Twentieth Century"/>
                <a:cs typeface="Twentieth Century"/>
                <a:sym typeface="Twentieth Century"/>
              </a:rPr>
              <a:t>between 4.62% (Claude Haiku 4.5) and 6.10% (GPT-5.4-mini)</a:t>
            </a:r>
            <a:r>
              <a:rPr i="1" lang="en" sz="1300">
                <a:solidFill>
                  <a:schemeClr val="dk1"/>
                </a:solidFill>
                <a:latin typeface="Twentieth Century"/>
                <a:ea typeface="Twentieth Century"/>
                <a:cs typeface="Twentieth Century"/>
                <a:sym typeface="Twentieth Century"/>
              </a:rPr>
              <a:t> -- an order-of-magnitude compression of the inter-model spread observed by Spracklen, but not a retirement of the threat. </a:t>
            </a:r>
            <a:r>
              <a:rPr lang="en" sz="1300">
                <a:solidFill>
                  <a:schemeClr val="dk1"/>
                </a:solidFill>
                <a:latin typeface="Twentieth Century"/>
                <a:ea typeface="Twentieth Century"/>
                <a:cs typeface="Twentieth Century"/>
                <a:sym typeface="Twentieth Century"/>
              </a:rPr>
              <a:t>”</a:t>
            </a:r>
            <a:endParaRPr sz="1300">
              <a:solidFill>
                <a:schemeClr val="dk1"/>
              </a:solidFill>
              <a:latin typeface="Twentieth Century"/>
              <a:ea typeface="Twentieth Century"/>
              <a:cs typeface="Twentieth Century"/>
              <a:sym typeface="Twentieth Century"/>
            </a:endParaRPr>
          </a:p>
          <a:p>
            <a:pPr indent="0" lvl="0" marL="0" rtl="0" algn="l">
              <a:spcBef>
                <a:spcPts val="0"/>
              </a:spcBef>
              <a:spcAft>
                <a:spcPts val="0"/>
              </a:spcAft>
              <a:buClr>
                <a:schemeClr val="dk1"/>
              </a:buClr>
              <a:buSzPts val="1000"/>
              <a:buFont typeface="Arial"/>
              <a:buNone/>
            </a:pPr>
            <a:r>
              <a:rPr lang="en" sz="1100">
                <a:solidFill>
                  <a:schemeClr val="dk1"/>
                </a:solidFill>
                <a:latin typeface="Twentieth Century"/>
                <a:ea typeface="Twentieth Century"/>
                <a:cs typeface="Twentieth Century"/>
                <a:sym typeface="Twentieth Century"/>
              </a:rPr>
              <a:t>(</a:t>
            </a:r>
            <a:r>
              <a:rPr lang="en" sz="1100" u="sng">
                <a:solidFill>
                  <a:schemeClr val="hlink"/>
                </a:solidFill>
                <a:latin typeface="Twentieth Century"/>
                <a:ea typeface="Twentieth Century"/>
                <a:cs typeface="Twentieth Century"/>
                <a:sym typeface="Twentieth Century"/>
                <a:hlinkClick r:id="rId4"/>
              </a:rPr>
              <a:t>https://doi.org/10.48550/arXiv.2605.17062</a:t>
            </a:r>
            <a:r>
              <a:rPr lang="en" sz="1100">
                <a:solidFill>
                  <a:schemeClr val="dk1"/>
                </a:solidFill>
                <a:latin typeface="Twentieth Century"/>
                <a:ea typeface="Twentieth Century"/>
                <a:cs typeface="Twentieth Century"/>
                <a:sym typeface="Twentieth Century"/>
              </a:rPr>
              <a:t>)</a:t>
            </a:r>
            <a:endParaRPr sz="1300">
              <a:latin typeface="Twentieth Century"/>
              <a:ea typeface="Twentieth Century"/>
              <a:cs typeface="Twentieth Century"/>
              <a:sym typeface="Twentieth Century"/>
            </a:endParaRPr>
          </a:p>
        </p:txBody>
      </p:sp>
      <p:pic>
        <p:nvPicPr>
          <p:cNvPr descr="Screenshot of a preprint title and author list from the preprint &quot;The range shrinks, the threat remains: re-evaluating LLM package hallucinations on the 2026 Frontier-Model Cohort&quot; (Churilov, 2026, arXiv)." id="272" name="Google Shape;272;g3f6e43a5ba7_0_18"/>
          <p:cNvPicPr preferRelativeResize="0"/>
          <p:nvPr/>
        </p:nvPicPr>
        <p:blipFill rotWithShape="1">
          <a:blip r:embed="rId5">
            <a:alphaModFix/>
          </a:blip>
          <a:srcRect b="0" l="3781" r="0" t="10738"/>
          <a:stretch/>
        </p:blipFill>
        <p:spPr>
          <a:xfrm>
            <a:off x="152400" y="2876650"/>
            <a:ext cx="5416950" cy="1138716"/>
          </a:xfrm>
          <a:prstGeom prst="rect">
            <a:avLst/>
          </a:prstGeom>
          <a:noFill/>
          <a:ln>
            <a:noFill/>
          </a:ln>
          <a:effectLst>
            <a:outerShdw blurRad="57150" rotWithShape="0" algn="bl" dir="5400000" dist="19050">
              <a:srgbClr val="000000">
                <a:alpha val="50000"/>
              </a:srgbClr>
            </a:outerShdw>
          </a:effectLst>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6" name="Shape 276"/>
        <p:cNvGrpSpPr/>
        <p:nvPr/>
      </p:nvGrpSpPr>
      <p:grpSpPr>
        <a:xfrm>
          <a:off x="0" y="0"/>
          <a:ext cx="0" cy="0"/>
          <a:chOff x="0" y="0"/>
          <a:chExt cx="0" cy="0"/>
        </a:xfrm>
      </p:grpSpPr>
      <p:sp>
        <p:nvSpPr>
          <p:cNvPr id="277" name="Google Shape;277;p23"/>
          <p:cNvSpPr txBox="1"/>
          <p:nvPr>
            <p:ph type="title"/>
          </p:nvPr>
        </p:nvSpPr>
        <p:spPr>
          <a:xfrm>
            <a:off x="-390906" y="260603"/>
            <a:ext cx="9916800" cy="603600"/>
          </a:xfrm>
          <a:prstGeom prst="rect">
            <a:avLst/>
          </a:prstGeom>
          <a:solidFill>
            <a:srgbClr val="B45F06"/>
          </a:solidFill>
          <a:ln cap="flat" cmpd="sng" w="9525">
            <a:solidFill>
              <a:schemeClr val="lt1"/>
            </a:solidFill>
            <a:prstDash val="solid"/>
            <a:round/>
            <a:headEnd len="sm" w="sm" type="none"/>
            <a:tailEnd len="sm" w="sm" type="none"/>
          </a:ln>
          <a:effectLst>
            <a:outerShdw blurRad="57150" rotWithShape="0" algn="bl" dir="5400000" dist="19050">
              <a:srgbClr val="000000">
                <a:alpha val="50196"/>
              </a:srgbClr>
            </a:outerShdw>
          </a:effectLst>
        </p:spPr>
        <p:txBody>
          <a:bodyPr anchorCtr="0" anchor="ctr" bIns="34275" lIns="68575" spcFirstLastPara="1" rIns="68575" wrap="square" tIns="34275">
            <a:noAutofit/>
          </a:bodyPr>
          <a:lstStyle/>
          <a:p>
            <a:pPr indent="0" lvl="0" marL="685800" rtl="0" algn="l">
              <a:lnSpc>
                <a:spcPct val="90000"/>
              </a:lnSpc>
              <a:spcBef>
                <a:spcPts val="0"/>
              </a:spcBef>
              <a:spcAft>
                <a:spcPts val="0"/>
              </a:spcAft>
              <a:buClr>
                <a:schemeClr val="dk1"/>
              </a:buClr>
              <a:buSzPts val="3000"/>
              <a:buFont typeface="Rockwell"/>
              <a:buNone/>
            </a:pPr>
            <a:r>
              <a:rPr b="1" lang="en" sz="3000">
                <a:solidFill>
                  <a:schemeClr val="lt1"/>
                </a:solidFill>
                <a:latin typeface="Twentieth Century"/>
                <a:ea typeface="Twentieth Century"/>
                <a:cs typeface="Twentieth Century"/>
                <a:sym typeface="Twentieth Century"/>
              </a:rPr>
              <a:t>Slop-squatting</a:t>
            </a:r>
            <a:endParaRPr b="1" sz="3000">
              <a:solidFill>
                <a:schemeClr val="lt1"/>
              </a:solidFill>
              <a:latin typeface="Twentieth Century"/>
              <a:ea typeface="Twentieth Century"/>
              <a:cs typeface="Twentieth Century"/>
              <a:sym typeface="Twentieth Century"/>
            </a:endParaRPr>
          </a:p>
        </p:txBody>
      </p:sp>
      <p:sp>
        <p:nvSpPr>
          <p:cNvPr id="278" name="Google Shape;278;p23"/>
          <p:cNvSpPr txBox="1"/>
          <p:nvPr/>
        </p:nvSpPr>
        <p:spPr>
          <a:xfrm>
            <a:off x="108375" y="1153800"/>
            <a:ext cx="8895600" cy="2844600"/>
          </a:xfrm>
          <a:prstGeom prst="rect">
            <a:avLst/>
          </a:prstGeom>
          <a:solidFill>
            <a:srgbClr val="F3F3F3"/>
          </a:solidFill>
          <a:ln cap="flat" cmpd="sng" w="9525">
            <a:solidFill>
              <a:srgbClr val="666666"/>
            </a:solidFill>
            <a:prstDash val="solid"/>
            <a:round/>
            <a:headEnd len="sm" w="sm" type="none"/>
            <a:tailEnd len="sm" w="sm" type="none"/>
          </a:ln>
          <a:effectLst>
            <a:outerShdw blurRad="57150" rotWithShape="0" algn="bl" dir="5400000" dist="19050">
              <a:srgbClr val="000000">
                <a:alpha val="50196"/>
              </a:srgbClr>
            </a:outerShdw>
          </a:effectLst>
        </p:spPr>
        <p:txBody>
          <a:bodyPr anchorCtr="0" anchor="t" bIns="91425" lIns="91425" spcFirstLastPara="1" rIns="91425" wrap="square" tIns="91425">
            <a:spAutoFit/>
          </a:bodyPr>
          <a:lstStyle/>
          <a:p>
            <a:pPr indent="0" lvl="0" marL="0" marR="0" rtl="0" algn="l">
              <a:lnSpc>
                <a:spcPct val="115000"/>
              </a:lnSpc>
              <a:spcBef>
                <a:spcPts val="1200"/>
              </a:spcBef>
              <a:spcAft>
                <a:spcPts val="0"/>
              </a:spcAft>
              <a:buClr>
                <a:srgbClr val="000000"/>
              </a:buClr>
              <a:buSzPts val="1400"/>
              <a:buFont typeface="Arial"/>
              <a:buNone/>
            </a:pPr>
            <a:r>
              <a:rPr b="0" i="0" lang="en" sz="1400" u="none" cap="none" strike="noStrike">
                <a:solidFill>
                  <a:srgbClr val="000000"/>
                </a:solidFill>
                <a:latin typeface="Twentieth Century"/>
                <a:ea typeface="Twentieth Century"/>
                <a:cs typeface="Twentieth Century"/>
                <a:sym typeface="Twentieth Century"/>
              </a:rPr>
              <a:t>“</a:t>
            </a:r>
            <a:r>
              <a:rPr b="0" i="1" lang="en" sz="1400" u="none" cap="none" strike="noStrike">
                <a:solidFill>
                  <a:srgbClr val="000000"/>
                </a:solidFill>
                <a:latin typeface="Twentieth Century"/>
                <a:ea typeface="Twentieth Century"/>
                <a:cs typeface="Twentieth Century"/>
                <a:sym typeface="Twentieth Century"/>
              </a:rPr>
              <a:t>The problem is, these code suggestions often include hallucinated package names that sound real but don’t exist. I’ve seen this firsthand. You paste it into your terminal and the install fails – or worse, it doesn’t fail, because someone has slop-squatted that exact package name. When we investigate, we sometimes find realistic looking READMEs, fake GitHub repos, even sketchy blogs that make the package seem authentic.</a:t>
            </a:r>
            <a:r>
              <a:rPr b="0" i="0" lang="en" sz="1400" u="none" cap="none" strike="noStrike">
                <a:solidFill>
                  <a:srgbClr val="000000"/>
                </a:solidFill>
                <a:latin typeface="Twentieth Century"/>
                <a:ea typeface="Twentieth Century"/>
                <a:cs typeface="Twentieth Century"/>
                <a:sym typeface="Twentieth Century"/>
              </a:rPr>
              <a:t>”</a:t>
            </a:r>
            <a:endParaRPr b="0" i="0" sz="1400" u="none" cap="none" strike="noStrike">
              <a:solidFill>
                <a:srgbClr val="000000"/>
              </a:solidFill>
              <a:latin typeface="Twentieth Century"/>
              <a:ea typeface="Twentieth Century"/>
              <a:cs typeface="Twentieth Century"/>
              <a:sym typeface="Twentieth Century"/>
            </a:endParaRPr>
          </a:p>
          <a:p>
            <a:pPr indent="0" lvl="0" marL="0" marR="0" rtl="0" algn="l">
              <a:lnSpc>
                <a:spcPct val="115000"/>
              </a:lnSpc>
              <a:spcBef>
                <a:spcPts val="1200"/>
              </a:spcBef>
              <a:spcAft>
                <a:spcPts val="0"/>
              </a:spcAft>
              <a:buClr>
                <a:srgbClr val="000000"/>
              </a:buClr>
              <a:buSzPts val="1400"/>
              <a:buFont typeface="Arial"/>
              <a:buNone/>
            </a:pPr>
            <a:r>
              <a:rPr b="0" i="0" lang="en" sz="1400" u="none" cap="none" strike="noStrike">
                <a:solidFill>
                  <a:srgbClr val="000000"/>
                </a:solidFill>
                <a:latin typeface="Twentieth Century"/>
                <a:ea typeface="Twentieth Century"/>
                <a:cs typeface="Twentieth Century"/>
                <a:sym typeface="Twentieth Century"/>
              </a:rPr>
              <a:t>"</a:t>
            </a:r>
            <a:r>
              <a:rPr b="0" i="1" lang="en" sz="1400" u="none" cap="none" strike="noStrike">
                <a:solidFill>
                  <a:srgbClr val="000000"/>
                </a:solidFill>
                <a:latin typeface="Twentieth Century"/>
                <a:ea typeface="Twentieth Century"/>
                <a:cs typeface="Twentieth Century"/>
                <a:sym typeface="Twentieth Century"/>
              </a:rPr>
              <a:t>Even worse, when you Google one of these slop-squatted package names, you’ll often get an AI-generated summary from Google itself confidently praising the package, saying it’s useful, stable, well-maintained. But it’s just parroting the package’s own README, no skepticism, no context. To a developer in a rush, it gives a false sense of legitimacy</a:t>
            </a:r>
            <a:r>
              <a:rPr b="0" i="0" lang="en" sz="1400" u="none" cap="none" strike="noStrike">
                <a:solidFill>
                  <a:srgbClr val="000000"/>
                </a:solidFill>
                <a:latin typeface="Twentieth Century"/>
                <a:ea typeface="Twentieth Century"/>
                <a:cs typeface="Twentieth Century"/>
                <a:sym typeface="Twentieth Century"/>
              </a:rPr>
              <a:t>.”</a:t>
            </a:r>
            <a:endParaRPr b="0" i="0" sz="1400" u="none" cap="none" strike="noStrike">
              <a:solidFill>
                <a:srgbClr val="000000"/>
              </a:solidFill>
              <a:latin typeface="Twentieth Century"/>
              <a:ea typeface="Twentieth Century"/>
              <a:cs typeface="Twentieth Century"/>
              <a:sym typeface="Twentieth Century"/>
            </a:endParaRPr>
          </a:p>
          <a:p>
            <a:pPr indent="0" lvl="0" marL="0" marR="0" rtl="0" algn="l">
              <a:lnSpc>
                <a:spcPct val="115000"/>
              </a:lnSpc>
              <a:spcBef>
                <a:spcPts val="1200"/>
              </a:spcBef>
              <a:spcAft>
                <a:spcPts val="0"/>
              </a:spcAft>
              <a:buClr>
                <a:srgbClr val="000000"/>
              </a:buClr>
              <a:buSzPts val="1400"/>
              <a:buFont typeface="Arial"/>
              <a:buNone/>
            </a:pPr>
            <a:r>
              <a:rPr b="0" i="0" lang="en" sz="1400" u="none" cap="none" strike="noStrike">
                <a:solidFill>
                  <a:srgbClr val="000000"/>
                </a:solidFill>
                <a:latin typeface="Twentieth Century"/>
                <a:ea typeface="Twentieth Century"/>
                <a:cs typeface="Twentieth Century"/>
                <a:sym typeface="Twentieth Century"/>
              </a:rPr>
              <a:t>-Feross Aboukhadijeh (CEO of Socket)</a:t>
            </a:r>
            <a:endParaRPr b="0" i="0" sz="1400" u="none" cap="none" strike="noStrike">
              <a:solidFill>
                <a:srgbClr val="000000"/>
              </a:solidFill>
              <a:latin typeface="Twentieth Century"/>
              <a:ea typeface="Twentieth Century"/>
              <a:cs typeface="Twentieth Century"/>
              <a:sym typeface="Twentieth Century"/>
            </a:endParaRPr>
          </a:p>
          <a:p>
            <a:pPr indent="0" lvl="0" marL="0" marR="0" rtl="0" algn="l">
              <a:lnSpc>
                <a:spcPct val="115000"/>
              </a:lnSpc>
              <a:spcBef>
                <a:spcPts val="1200"/>
              </a:spcBef>
              <a:spcAft>
                <a:spcPts val="1200"/>
              </a:spcAft>
              <a:buClr>
                <a:srgbClr val="000000"/>
              </a:buClr>
              <a:buSzPts val="1400"/>
              <a:buFont typeface="Arial"/>
              <a:buNone/>
            </a:pPr>
            <a:r>
              <a:rPr b="0" i="0" lang="en" sz="1400" u="none" cap="none" strike="noStrike">
                <a:solidFill>
                  <a:srgbClr val="000000"/>
                </a:solidFill>
                <a:latin typeface="Twentieth Century"/>
                <a:ea typeface="Twentieth Century"/>
                <a:cs typeface="Twentieth Century"/>
                <a:sym typeface="Twentieth Century"/>
              </a:rPr>
              <a:t>(</a:t>
            </a:r>
            <a:r>
              <a:rPr b="0" i="0" lang="en" sz="1400" u="sng" cap="none" strike="noStrike">
                <a:solidFill>
                  <a:schemeClr val="hlink"/>
                </a:solidFill>
                <a:latin typeface="Twentieth Century"/>
                <a:ea typeface="Twentieth Century"/>
                <a:cs typeface="Twentieth Century"/>
                <a:sym typeface="Twentieth Century"/>
                <a:hlinkClick r:id="rId3"/>
              </a:rPr>
              <a:t>https://www.theregister.com/2025/04/12/ai_code_suggestions_sabotage_supply_chain/</a:t>
            </a:r>
            <a:r>
              <a:rPr b="0" i="0" lang="en" sz="1400" u="none" cap="none" strike="noStrike">
                <a:solidFill>
                  <a:srgbClr val="000000"/>
                </a:solidFill>
                <a:latin typeface="Twentieth Century"/>
                <a:ea typeface="Twentieth Century"/>
                <a:cs typeface="Twentieth Century"/>
                <a:sym typeface="Twentieth Century"/>
              </a:rPr>
              <a:t>)</a:t>
            </a:r>
            <a:endParaRPr b="0" i="0" sz="1400" u="none" cap="none" strike="noStrike">
              <a:solidFill>
                <a:srgbClr val="000000"/>
              </a:solidFill>
              <a:latin typeface="Twentieth Century"/>
              <a:ea typeface="Twentieth Century"/>
              <a:cs typeface="Twentieth Century"/>
              <a:sym typeface="Twentieth Century"/>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2" name="Shape 282"/>
        <p:cNvGrpSpPr/>
        <p:nvPr/>
      </p:nvGrpSpPr>
      <p:grpSpPr>
        <a:xfrm>
          <a:off x="0" y="0"/>
          <a:ext cx="0" cy="0"/>
          <a:chOff x="0" y="0"/>
          <a:chExt cx="0" cy="0"/>
        </a:xfrm>
      </p:grpSpPr>
      <p:sp>
        <p:nvSpPr>
          <p:cNvPr id="283" name="Google Shape;283;g3f56fb7e198_0_0"/>
          <p:cNvSpPr/>
          <p:nvPr/>
        </p:nvSpPr>
        <p:spPr>
          <a:xfrm>
            <a:off x="70350" y="959825"/>
            <a:ext cx="8950500" cy="4106100"/>
          </a:xfrm>
          <a:prstGeom prst="rect">
            <a:avLst/>
          </a:prstGeom>
          <a:solidFill>
            <a:schemeClr val="lt1"/>
          </a:solidFill>
          <a:ln cap="flat" cmpd="sng" w="9525">
            <a:solidFill>
              <a:schemeClr val="dk2"/>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284" name="Google Shape;284;g3f56fb7e198_0_0"/>
          <p:cNvSpPr txBox="1"/>
          <p:nvPr>
            <p:ph type="title"/>
          </p:nvPr>
        </p:nvSpPr>
        <p:spPr>
          <a:xfrm>
            <a:off x="-390906" y="260603"/>
            <a:ext cx="9916800" cy="603600"/>
          </a:xfrm>
          <a:prstGeom prst="rect">
            <a:avLst/>
          </a:prstGeom>
          <a:solidFill>
            <a:srgbClr val="B45F06"/>
          </a:solidFill>
          <a:ln cap="flat" cmpd="sng" w="9525">
            <a:solidFill>
              <a:schemeClr val="lt1"/>
            </a:solidFill>
            <a:prstDash val="solid"/>
            <a:round/>
            <a:headEnd len="sm" w="sm" type="none"/>
            <a:tailEnd len="sm" w="sm" type="none"/>
          </a:ln>
          <a:effectLst>
            <a:outerShdw blurRad="57150" rotWithShape="0" algn="bl" dir="5400000" dist="19050">
              <a:srgbClr val="000000">
                <a:alpha val="50200"/>
              </a:srgbClr>
            </a:outerShdw>
          </a:effectLst>
        </p:spPr>
        <p:txBody>
          <a:bodyPr anchorCtr="0" anchor="ctr" bIns="34275" lIns="68575" spcFirstLastPara="1" rIns="68575" wrap="square" tIns="34275">
            <a:noAutofit/>
          </a:bodyPr>
          <a:lstStyle/>
          <a:p>
            <a:pPr indent="0" lvl="0" marL="685800" rtl="0" algn="l">
              <a:lnSpc>
                <a:spcPct val="90000"/>
              </a:lnSpc>
              <a:spcBef>
                <a:spcPts val="0"/>
              </a:spcBef>
              <a:spcAft>
                <a:spcPts val="0"/>
              </a:spcAft>
              <a:buClr>
                <a:schemeClr val="dk1"/>
              </a:buClr>
              <a:buSzPts val="3000"/>
              <a:buFont typeface="Rockwell"/>
              <a:buNone/>
            </a:pPr>
            <a:r>
              <a:rPr b="1" lang="en" sz="3000">
                <a:solidFill>
                  <a:schemeClr val="lt1"/>
                </a:solidFill>
                <a:latin typeface="Twentieth Century"/>
                <a:ea typeface="Twentieth Century"/>
                <a:cs typeface="Twentieth Century"/>
                <a:sym typeface="Twentieth Century"/>
              </a:rPr>
              <a:t>The dangers of letting agents create/run code for you</a:t>
            </a:r>
            <a:endParaRPr b="1" sz="3000">
              <a:solidFill>
                <a:schemeClr val="lt1"/>
              </a:solidFill>
              <a:latin typeface="Twentieth Century"/>
              <a:ea typeface="Twentieth Century"/>
              <a:cs typeface="Twentieth Century"/>
              <a:sym typeface="Twentieth Century"/>
            </a:endParaRPr>
          </a:p>
        </p:txBody>
      </p:sp>
      <p:pic>
        <p:nvPicPr>
          <p:cNvPr descr="Screenshot of title of article &quot;Claude-powered AI agent’s confession after deleting a firm’s entire database: ‘I violated every principle I was given’&quot; on The Guardian." id="285" name="Google Shape;285;g3f56fb7e198_0_0"/>
          <p:cNvPicPr preferRelativeResize="0"/>
          <p:nvPr/>
        </p:nvPicPr>
        <p:blipFill>
          <a:blip r:embed="rId3">
            <a:alphaModFix/>
          </a:blip>
          <a:stretch>
            <a:fillRect/>
          </a:stretch>
        </p:blipFill>
        <p:spPr>
          <a:xfrm>
            <a:off x="5384500" y="3372175"/>
            <a:ext cx="3350674" cy="1102620"/>
          </a:xfrm>
          <a:prstGeom prst="rect">
            <a:avLst/>
          </a:prstGeom>
          <a:noFill/>
          <a:ln>
            <a:noFill/>
          </a:ln>
        </p:spPr>
      </p:pic>
      <p:pic>
        <p:nvPicPr>
          <p:cNvPr descr="Screenshot of title of article &quot;When Cursor Wiped a User's PC: A Cautionary Tale of AI Overreach&quot; on Quasa." id="286" name="Google Shape;286;g3f56fb7e198_0_0"/>
          <p:cNvPicPr preferRelativeResize="0"/>
          <p:nvPr/>
        </p:nvPicPr>
        <p:blipFill rotWithShape="1">
          <a:blip r:embed="rId4">
            <a:alphaModFix/>
          </a:blip>
          <a:srcRect b="23722" l="0" r="0" t="0"/>
          <a:stretch/>
        </p:blipFill>
        <p:spPr>
          <a:xfrm>
            <a:off x="4321988" y="2645938"/>
            <a:ext cx="3243275" cy="550069"/>
          </a:xfrm>
          <a:prstGeom prst="rect">
            <a:avLst/>
          </a:prstGeom>
          <a:noFill/>
          <a:ln>
            <a:noFill/>
          </a:ln>
        </p:spPr>
      </p:pic>
      <p:pic>
        <p:nvPicPr>
          <p:cNvPr descr="Screenshot of title of blog &quot;The Day Claude Code Deleted Our Production Database&quot; on Medium." id="287" name="Google Shape;287;g3f56fb7e198_0_0"/>
          <p:cNvPicPr preferRelativeResize="0"/>
          <p:nvPr/>
        </p:nvPicPr>
        <p:blipFill>
          <a:blip r:embed="rId5">
            <a:alphaModFix/>
          </a:blip>
          <a:stretch>
            <a:fillRect/>
          </a:stretch>
        </p:blipFill>
        <p:spPr>
          <a:xfrm>
            <a:off x="243860" y="2818250"/>
            <a:ext cx="3584578" cy="603600"/>
          </a:xfrm>
          <a:prstGeom prst="rect">
            <a:avLst/>
          </a:prstGeom>
          <a:noFill/>
          <a:ln>
            <a:noFill/>
          </a:ln>
        </p:spPr>
      </p:pic>
      <p:pic>
        <p:nvPicPr>
          <p:cNvPr descr="Screenshot of title of article &quot;AI tool OpenClaw wipes the inbox of Meta's AI Alignment director despite repeated commands to stop — executive had to manually terminate the AI to stop the bot from continuing to erase data&quot; on Tom's Hardware." id="288" name="Google Shape;288;g3f56fb7e198_0_0"/>
          <p:cNvPicPr preferRelativeResize="0"/>
          <p:nvPr/>
        </p:nvPicPr>
        <p:blipFill>
          <a:blip r:embed="rId6">
            <a:alphaModFix/>
          </a:blip>
          <a:stretch>
            <a:fillRect/>
          </a:stretch>
        </p:blipFill>
        <p:spPr>
          <a:xfrm>
            <a:off x="509325" y="1317826"/>
            <a:ext cx="3915300" cy="1151949"/>
          </a:xfrm>
          <a:prstGeom prst="rect">
            <a:avLst/>
          </a:prstGeom>
          <a:noFill/>
          <a:ln>
            <a:noFill/>
          </a:ln>
        </p:spPr>
      </p:pic>
      <p:pic>
        <p:nvPicPr>
          <p:cNvPr descr="Screenshot of title of article &quot;Google's Agentic AI wipes user's entire HDD without permission in catastrophic failure — cache wipe turns into mass deletion event as agent apologizes: “I am absolutely devastated to hear this. I cannot express how sorry I am&quot;&quot; on Tom's Hardware." id="289" name="Google Shape;289;g3f56fb7e198_0_0"/>
          <p:cNvPicPr preferRelativeResize="0"/>
          <p:nvPr/>
        </p:nvPicPr>
        <p:blipFill>
          <a:blip r:embed="rId7">
            <a:alphaModFix/>
          </a:blip>
          <a:stretch>
            <a:fillRect/>
          </a:stretch>
        </p:blipFill>
        <p:spPr>
          <a:xfrm>
            <a:off x="759846" y="3588025"/>
            <a:ext cx="3915299" cy="1294725"/>
          </a:xfrm>
          <a:prstGeom prst="rect">
            <a:avLst/>
          </a:prstGeom>
          <a:noFill/>
          <a:ln>
            <a:noFill/>
          </a:ln>
        </p:spPr>
      </p:pic>
      <p:pic>
        <p:nvPicPr>
          <p:cNvPr descr="Screenshot of title of article &quot;Claude Opus 5 mistakenly deletes dev’s entire profile directory during routine backup, responds with 'Sorry, typo' — AI tool mistakes user's home directory as temporary backup, proceeds to wipe everything to undo the error&quot; on Tom's Hardware." id="290" name="Google Shape;290;g3f56fb7e198_0_0"/>
          <p:cNvPicPr preferRelativeResize="0"/>
          <p:nvPr/>
        </p:nvPicPr>
        <p:blipFill>
          <a:blip r:embed="rId8">
            <a:alphaModFix/>
          </a:blip>
          <a:stretch>
            <a:fillRect/>
          </a:stretch>
        </p:blipFill>
        <p:spPr>
          <a:xfrm>
            <a:off x="5384489" y="1107713"/>
            <a:ext cx="3350694" cy="1294725"/>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4" name="Shape 294"/>
        <p:cNvGrpSpPr/>
        <p:nvPr/>
      </p:nvGrpSpPr>
      <p:grpSpPr>
        <a:xfrm>
          <a:off x="0" y="0"/>
          <a:ext cx="0" cy="0"/>
          <a:chOff x="0" y="0"/>
          <a:chExt cx="0" cy="0"/>
        </a:xfrm>
      </p:grpSpPr>
      <p:sp>
        <p:nvSpPr>
          <p:cNvPr id="295" name="Google Shape;295;p24"/>
          <p:cNvSpPr txBox="1"/>
          <p:nvPr>
            <p:ph type="title"/>
          </p:nvPr>
        </p:nvSpPr>
        <p:spPr>
          <a:xfrm>
            <a:off x="-390906" y="260603"/>
            <a:ext cx="9916800" cy="603600"/>
          </a:xfrm>
          <a:prstGeom prst="rect">
            <a:avLst/>
          </a:prstGeom>
          <a:solidFill>
            <a:srgbClr val="B45F06"/>
          </a:solidFill>
          <a:ln cap="flat" cmpd="sng" w="9525">
            <a:solidFill>
              <a:schemeClr val="lt1"/>
            </a:solidFill>
            <a:prstDash val="solid"/>
            <a:round/>
            <a:headEnd len="sm" w="sm" type="none"/>
            <a:tailEnd len="sm" w="sm" type="none"/>
          </a:ln>
          <a:effectLst>
            <a:outerShdw blurRad="57150" rotWithShape="0" algn="bl" dir="5400000" dist="19050">
              <a:srgbClr val="000000">
                <a:alpha val="50196"/>
              </a:srgbClr>
            </a:outerShdw>
          </a:effectLst>
        </p:spPr>
        <p:txBody>
          <a:bodyPr anchorCtr="0" anchor="ctr" bIns="34275" lIns="68575" spcFirstLastPara="1" rIns="68575" wrap="square" tIns="34275">
            <a:noAutofit/>
          </a:bodyPr>
          <a:lstStyle/>
          <a:p>
            <a:pPr indent="0" lvl="0" marL="685800" rtl="0" algn="l">
              <a:lnSpc>
                <a:spcPct val="90000"/>
              </a:lnSpc>
              <a:spcBef>
                <a:spcPts val="0"/>
              </a:spcBef>
              <a:spcAft>
                <a:spcPts val="0"/>
              </a:spcAft>
              <a:buClr>
                <a:schemeClr val="dk1"/>
              </a:buClr>
              <a:buSzPts val="3000"/>
              <a:buFont typeface="Rockwell"/>
              <a:buNone/>
            </a:pPr>
            <a:r>
              <a:rPr b="1" lang="en" sz="3000">
                <a:solidFill>
                  <a:schemeClr val="lt1"/>
                </a:solidFill>
                <a:latin typeface="Twentieth Century"/>
                <a:ea typeface="Twentieth Century"/>
                <a:cs typeface="Twentieth Century"/>
                <a:sym typeface="Twentieth Century"/>
              </a:rPr>
              <a:t>Best practices</a:t>
            </a:r>
            <a:endParaRPr b="1" sz="3000">
              <a:solidFill>
                <a:schemeClr val="lt1"/>
              </a:solidFill>
              <a:latin typeface="Twentieth Century"/>
              <a:ea typeface="Twentieth Century"/>
              <a:cs typeface="Twentieth Century"/>
              <a:sym typeface="Twentieth Century"/>
            </a:endParaRPr>
          </a:p>
        </p:txBody>
      </p:sp>
      <p:sp>
        <p:nvSpPr>
          <p:cNvPr id="296" name="Google Shape;296;p24"/>
          <p:cNvSpPr txBox="1"/>
          <p:nvPr/>
        </p:nvSpPr>
        <p:spPr>
          <a:xfrm>
            <a:off x="207150" y="944975"/>
            <a:ext cx="8729700" cy="4011900"/>
          </a:xfrm>
          <a:prstGeom prst="rect">
            <a:avLst/>
          </a:prstGeom>
          <a:solidFill>
            <a:srgbClr val="FFFFFF"/>
          </a:solidFill>
          <a:ln cap="flat" cmpd="sng" w="9525">
            <a:solidFill>
              <a:srgbClr val="7F7F7F"/>
            </a:solidFill>
            <a:prstDash val="solid"/>
            <a:round/>
            <a:headEnd len="sm" w="sm" type="none"/>
            <a:tailEnd len="sm" w="sm" type="none"/>
          </a:ln>
          <a:effectLst>
            <a:outerShdw blurRad="101600" rotWithShape="0" algn="tl" dir="2700000" dist="50800">
              <a:srgbClr val="000000">
                <a:alpha val="66667"/>
              </a:srgbClr>
            </a:outerShdw>
          </a:effectLst>
        </p:spPr>
        <p:txBody>
          <a:bodyPr anchorCtr="0" anchor="t" bIns="34275" lIns="205725" spcFirstLastPara="1" rIns="68575" wrap="square" tIns="155425">
            <a:noAutofit/>
          </a:bodyPr>
          <a:lstStyle/>
          <a:p>
            <a:pPr indent="-323850" lvl="0" marL="457200" marR="0" rtl="0" algn="l">
              <a:lnSpc>
                <a:spcPct val="115000"/>
              </a:lnSpc>
              <a:spcBef>
                <a:spcPts val="0"/>
              </a:spcBef>
              <a:spcAft>
                <a:spcPts val="0"/>
              </a:spcAft>
              <a:buClr>
                <a:schemeClr val="dk1"/>
              </a:buClr>
              <a:buSzPts val="1500"/>
              <a:buFont typeface="Twentieth Century"/>
              <a:buChar char="➔"/>
            </a:pPr>
            <a:r>
              <a:rPr b="0" i="0" lang="en" sz="1500" u="none" cap="none" strike="noStrike">
                <a:solidFill>
                  <a:srgbClr val="000000"/>
                </a:solidFill>
                <a:latin typeface="Twentieth Century"/>
                <a:ea typeface="Twentieth Century"/>
                <a:cs typeface="Twentieth Century"/>
                <a:sym typeface="Twentieth Century"/>
              </a:rPr>
              <a:t>Before using</a:t>
            </a:r>
            <a:endParaRPr b="0" i="0" sz="1500" u="none" cap="none" strike="noStrike">
              <a:solidFill>
                <a:srgbClr val="000000"/>
              </a:solidFill>
              <a:latin typeface="Twentieth Century"/>
              <a:ea typeface="Twentieth Century"/>
              <a:cs typeface="Twentieth Century"/>
              <a:sym typeface="Twentieth Century"/>
            </a:endParaRPr>
          </a:p>
          <a:p>
            <a:pPr indent="-323850" lvl="1" marL="914400" marR="0" rtl="0" algn="l">
              <a:lnSpc>
                <a:spcPct val="115000"/>
              </a:lnSpc>
              <a:spcBef>
                <a:spcPts val="0"/>
              </a:spcBef>
              <a:spcAft>
                <a:spcPts val="0"/>
              </a:spcAft>
              <a:buClr>
                <a:schemeClr val="dk1"/>
              </a:buClr>
              <a:buSzPts val="1500"/>
              <a:buFont typeface="Twentieth Century"/>
              <a:buChar char="◆"/>
            </a:pPr>
            <a:r>
              <a:rPr b="0" i="0" lang="en" sz="1500" u="none" cap="none" strike="noStrike">
                <a:solidFill>
                  <a:srgbClr val="000000"/>
                </a:solidFill>
                <a:latin typeface="Twentieth Century"/>
                <a:ea typeface="Twentieth Century"/>
                <a:cs typeface="Twentieth Century"/>
                <a:sym typeface="Twentieth Century"/>
              </a:rPr>
              <a:t>Discuss use of AI with any collaborators, project partners, etc.</a:t>
            </a:r>
            <a:endParaRPr b="0" i="0" sz="1500" u="none" cap="none" strike="noStrike">
              <a:solidFill>
                <a:srgbClr val="000000"/>
              </a:solidFill>
              <a:latin typeface="Twentieth Century"/>
              <a:ea typeface="Twentieth Century"/>
              <a:cs typeface="Twentieth Century"/>
              <a:sym typeface="Twentieth Century"/>
            </a:endParaRPr>
          </a:p>
          <a:p>
            <a:pPr indent="-323850" lvl="1" marL="914400" marR="0" rtl="0" algn="l">
              <a:lnSpc>
                <a:spcPct val="115000"/>
              </a:lnSpc>
              <a:spcBef>
                <a:spcPts val="0"/>
              </a:spcBef>
              <a:spcAft>
                <a:spcPts val="0"/>
              </a:spcAft>
              <a:buClr>
                <a:srgbClr val="000000"/>
              </a:buClr>
              <a:buSzPts val="1500"/>
              <a:buFont typeface="Twentieth Century"/>
              <a:buChar char="◆"/>
            </a:pPr>
            <a:r>
              <a:rPr b="0" i="0" lang="en" sz="1500" u="none" cap="none" strike="noStrike">
                <a:solidFill>
                  <a:srgbClr val="000000"/>
                </a:solidFill>
                <a:latin typeface="Twentieth Century"/>
                <a:ea typeface="Twentieth Century"/>
                <a:cs typeface="Twentieth Century"/>
                <a:sym typeface="Twentieth Century"/>
              </a:rPr>
              <a:t>Review institutional policies on the use of AI</a:t>
            </a:r>
            <a:endParaRPr b="0" i="0" sz="1500" u="none" cap="none" strike="noStrike">
              <a:solidFill>
                <a:srgbClr val="000000"/>
              </a:solidFill>
              <a:latin typeface="Twentieth Century"/>
              <a:ea typeface="Twentieth Century"/>
              <a:cs typeface="Twentieth Century"/>
              <a:sym typeface="Twentieth Century"/>
            </a:endParaRPr>
          </a:p>
          <a:p>
            <a:pPr indent="-323850" lvl="1" marL="914400" marR="0" rtl="0" algn="l">
              <a:lnSpc>
                <a:spcPct val="115000"/>
              </a:lnSpc>
              <a:spcBef>
                <a:spcPts val="0"/>
              </a:spcBef>
              <a:spcAft>
                <a:spcPts val="0"/>
              </a:spcAft>
              <a:buClr>
                <a:srgbClr val="000000"/>
              </a:buClr>
              <a:buSzPts val="1500"/>
              <a:buFont typeface="Twentieth Century"/>
              <a:buChar char="◆"/>
            </a:pPr>
            <a:r>
              <a:rPr b="0" i="0" lang="en" sz="1500" u="none" cap="none" strike="noStrike">
                <a:solidFill>
                  <a:srgbClr val="000000"/>
                </a:solidFill>
                <a:latin typeface="Twentieth Century"/>
                <a:ea typeface="Twentieth Century"/>
                <a:cs typeface="Twentieth Century"/>
                <a:sym typeface="Twentieth Century"/>
              </a:rPr>
              <a:t>Review publisher policies on the use of AI (if intending to publish a journal article)</a:t>
            </a:r>
            <a:endParaRPr b="0" i="0" sz="1500" u="none" cap="none" strike="noStrike">
              <a:solidFill>
                <a:srgbClr val="000000"/>
              </a:solidFill>
              <a:latin typeface="Twentieth Century"/>
              <a:ea typeface="Twentieth Century"/>
              <a:cs typeface="Twentieth Century"/>
              <a:sym typeface="Twentieth Century"/>
            </a:endParaRPr>
          </a:p>
          <a:p>
            <a:pPr indent="0" lvl="0" marL="914400" marR="0" rtl="0" algn="l">
              <a:lnSpc>
                <a:spcPct val="115000"/>
              </a:lnSpc>
              <a:spcBef>
                <a:spcPts val="0"/>
              </a:spcBef>
              <a:spcAft>
                <a:spcPts val="0"/>
              </a:spcAft>
              <a:buNone/>
            </a:pPr>
            <a:r>
              <a:t/>
            </a:r>
            <a:endParaRPr sz="1500">
              <a:latin typeface="Twentieth Century"/>
              <a:ea typeface="Twentieth Century"/>
              <a:cs typeface="Twentieth Century"/>
              <a:sym typeface="Twentieth Century"/>
            </a:endParaRPr>
          </a:p>
          <a:p>
            <a:pPr indent="-323850" lvl="0" marL="457200" marR="0" rtl="0" algn="l">
              <a:lnSpc>
                <a:spcPct val="115000"/>
              </a:lnSpc>
              <a:spcBef>
                <a:spcPts val="0"/>
              </a:spcBef>
              <a:spcAft>
                <a:spcPts val="0"/>
              </a:spcAft>
              <a:buClr>
                <a:schemeClr val="dk1"/>
              </a:buClr>
              <a:buSzPts val="1500"/>
              <a:buFont typeface="Twentieth Century"/>
              <a:buChar char="➔"/>
            </a:pPr>
            <a:r>
              <a:rPr b="0" i="0" lang="en" sz="1500" u="none" cap="none" strike="noStrike">
                <a:solidFill>
                  <a:srgbClr val="000000"/>
                </a:solidFill>
                <a:latin typeface="Twentieth Century"/>
                <a:ea typeface="Twentieth Century"/>
                <a:cs typeface="Twentieth Century"/>
                <a:sym typeface="Twentieth Century"/>
              </a:rPr>
              <a:t>While using</a:t>
            </a:r>
            <a:endParaRPr b="0" i="0" sz="1500" u="none" cap="none" strike="noStrike">
              <a:solidFill>
                <a:srgbClr val="000000"/>
              </a:solidFill>
              <a:latin typeface="Twentieth Century"/>
              <a:ea typeface="Twentieth Century"/>
              <a:cs typeface="Twentieth Century"/>
              <a:sym typeface="Twentieth Century"/>
            </a:endParaRPr>
          </a:p>
          <a:p>
            <a:pPr indent="-323850" lvl="1" marL="914400" marR="0" rtl="0" algn="l">
              <a:lnSpc>
                <a:spcPct val="115000"/>
              </a:lnSpc>
              <a:spcBef>
                <a:spcPts val="0"/>
              </a:spcBef>
              <a:spcAft>
                <a:spcPts val="0"/>
              </a:spcAft>
              <a:buClr>
                <a:schemeClr val="dk1"/>
              </a:buClr>
              <a:buSzPts val="1500"/>
              <a:buFont typeface="Twentieth Century"/>
              <a:buChar char="◆"/>
            </a:pPr>
            <a:r>
              <a:rPr b="0" i="0" lang="en" sz="1500" u="none" cap="none" strike="noStrike">
                <a:solidFill>
                  <a:srgbClr val="000000"/>
                </a:solidFill>
                <a:latin typeface="Twentieth Century"/>
                <a:ea typeface="Twentieth Century"/>
                <a:cs typeface="Twentieth Century"/>
                <a:sym typeface="Twentieth Century"/>
              </a:rPr>
              <a:t>Assume the LLM is naive but confident</a:t>
            </a:r>
            <a:endParaRPr b="0" i="0" sz="1500" u="none" cap="none" strike="noStrike">
              <a:solidFill>
                <a:srgbClr val="000000"/>
              </a:solidFill>
              <a:latin typeface="Twentieth Century"/>
              <a:ea typeface="Twentieth Century"/>
              <a:cs typeface="Twentieth Century"/>
              <a:sym typeface="Twentieth Century"/>
            </a:endParaRPr>
          </a:p>
          <a:p>
            <a:pPr indent="-323850" lvl="2" marL="1371600" marR="0" rtl="0" algn="l">
              <a:lnSpc>
                <a:spcPct val="115000"/>
              </a:lnSpc>
              <a:spcBef>
                <a:spcPts val="0"/>
              </a:spcBef>
              <a:spcAft>
                <a:spcPts val="0"/>
              </a:spcAft>
              <a:buClr>
                <a:srgbClr val="000000"/>
              </a:buClr>
              <a:buSzPts val="1500"/>
              <a:buFont typeface="Twentieth Century"/>
              <a:buChar char="●"/>
            </a:pPr>
            <a:r>
              <a:rPr b="0" i="0" lang="en" sz="1500" u="none" cap="none" strike="noStrike">
                <a:solidFill>
                  <a:srgbClr val="000000"/>
                </a:solidFill>
                <a:latin typeface="Twentieth Century"/>
                <a:ea typeface="Twentieth Century"/>
                <a:cs typeface="Twentieth Century"/>
                <a:sym typeface="Twentieth Century"/>
              </a:rPr>
              <a:t>If the LLM suggests something that seems erroneous or inappropriate, it probably is</a:t>
            </a:r>
            <a:endParaRPr b="0" i="0" sz="1500" u="none" cap="none" strike="noStrike">
              <a:solidFill>
                <a:srgbClr val="000000"/>
              </a:solidFill>
              <a:latin typeface="Twentieth Century"/>
              <a:ea typeface="Twentieth Century"/>
              <a:cs typeface="Twentieth Century"/>
              <a:sym typeface="Twentieth Century"/>
            </a:endParaRPr>
          </a:p>
          <a:p>
            <a:pPr indent="-323850" lvl="2" marL="1371600" marR="0" rtl="0" algn="l">
              <a:lnSpc>
                <a:spcPct val="115000"/>
              </a:lnSpc>
              <a:spcBef>
                <a:spcPts val="0"/>
              </a:spcBef>
              <a:spcAft>
                <a:spcPts val="0"/>
              </a:spcAft>
              <a:buClr>
                <a:srgbClr val="000000"/>
              </a:buClr>
              <a:buSzPts val="1500"/>
              <a:buFont typeface="Twentieth Century"/>
              <a:buChar char="●"/>
            </a:pPr>
            <a:r>
              <a:rPr b="0" i="0" lang="en" sz="1500" u="none" cap="none" strike="noStrike">
                <a:solidFill>
                  <a:srgbClr val="000000"/>
                </a:solidFill>
                <a:latin typeface="Twentieth Century"/>
                <a:ea typeface="Twentieth Century"/>
                <a:cs typeface="Twentieth Century"/>
                <a:sym typeface="Twentieth Century"/>
              </a:rPr>
              <a:t>A confident LLM is not a correct LLM</a:t>
            </a:r>
            <a:endParaRPr b="0" i="0" sz="1500" u="none" cap="none" strike="noStrike">
              <a:solidFill>
                <a:srgbClr val="000000"/>
              </a:solidFill>
              <a:latin typeface="Twentieth Century"/>
              <a:ea typeface="Twentieth Century"/>
              <a:cs typeface="Twentieth Century"/>
              <a:sym typeface="Twentieth Century"/>
            </a:endParaRPr>
          </a:p>
          <a:p>
            <a:pPr indent="-323850" lvl="1" marL="914400" marR="0" rtl="0" algn="l">
              <a:lnSpc>
                <a:spcPct val="115000"/>
              </a:lnSpc>
              <a:spcBef>
                <a:spcPts val="0"/>
              </a:spcBef>
              <a:spcAft>
                <a:spcPts val="0"/>
              </a:spcAft>
              <a:buClr>
                <a:schemeClr val="dk1"/>
              </a:buClr>
              <a:buSzPts val="1500"/>
              <a:buFont typeface="Twentieth Century"/>
              <a:buChar char="◆"/>
            </a:pPr>
            <a:r>
              <a:rPr b="0" i="0" lang="en" sz="1500" u="none" cap="none" strike="noStrike">
                <a:solidFill>
                  <a:srgbClr val="000000"/>
                </a:solidFill>
                <a:latin typeface="Twentieth Century"/>
                <a:ea typeface="Twentieth Century"/>
                <a:cs typeface="Twentieth Century"/>
                <a:sym typeface="Twentieth Century"/>
              </a:rPr>
              <a:t>Verify all suggested packages and do not let an LLM install packages or write code to do so</a:t>
            </a:r>
            <a:endParaRPr b="0" i="0" sz="1500" u="none" cap="none" strike="noStrike">
              <a:solidFill>
                <a:srgbClr val="000000"/>
              </a:solidFill>
              <a:latin typeface="Twentieth Century"/>
              <a:ea typeface="Twentieth Century"/>
              <a:cs typeface="Twentieth Century"/>
              <a:sym typeface="Twentieth Century"/>
            </a:endParaRPr>
          </a:p>
          <a:p>
            <a:pPr indent="-323850" lvl="1" marL="914400" marR="0" rtl="0" algn="l">
              <a:lnSpc>
                <a:spcPct val="115000"/>
              </a:lnSpc>
              <a:spcBef>
                <a:spcPts val="0"/>
              </a:spcBef>
              <a:spcAft>
                <a:spcPts val="0"/>
              </a:spcAft>
              <a:buSzPts val="1500"/>
              <a:buFont typeface="Twentieth Century"/>
              <a:buChar char="◆"/>
            </a:pPr>
            <a:r>
              <a:rPr lang="en" sz="1500">
                <a:latin typeface="Twentieth Century"/>
                <a:ea typeface="Twentieth Century"/>
                <a:cs typeface="Twentieth Century"/>
                <a:sym typeface="Twentieth Century"/>
              </a:rPr>
              <a:t>Be very careful if allowing LLMs to run code for you</a:t>
            </a:r>
            <a:endParaRPr sz="1500">
              <a:latin typeface="Twentieth Century"/>
              <a:ea typeface="Twentieth Century"/>
              <a:cs typeface="Twentieth Century"/>
              <a:sym typeface="Twentieth Century"/>
            </a:endParaRPr>
          </a:p>
          <a:p>
            <a:pPr indent="-323850" lvl="1" marL="914400" marR="0" rtl="0" algn="l">
              <a:lnSpc>
                <a:spcPct val="115000"/>
              </a:lnSpc>
              <a:spcBef>
                <a:spcPts val="0"/>
              </a:spcBef>
              <a:spcAft>
                <a:spcPts val="0"/>
              </a:spcAft>
              <a:buClr>
                <a:srgbClr val="000000"/>
              </a:buClr>
              <a:buSzPts val="1500"/>
              <a:buFont typeface="Twentieth Century"/>
              <a:buChar char="◆"/>
            </a:pPr>
            <a:r>
              <a:rPr b="0" i="0" lang="en" sz="1500" u="none" cap="none" strike="noStrike">
                <a:solidFill>
                  <a:srgbClr val="000000"/>
                </a:solidFill>
                <a:latin typeface="Twentieth Century"/>
                <a:ea typeface="Twentieth Century"/>
                <a:cs typeface="Twentieth Century"/>
                <a:sym typeface="Twentieth Century"/>
              </a:rPr>
              <a:t>Inspect results to ensure that outputs align with predictions</a:t>
            </a:r>
            <a:endParaRPr b="0" i="0" sz="1500" u="none" cap="none" strike="noStrike">
              <a:solidFill>
                <a:srgbClr val="000000"/>
              </a:solidFill>
              <a:latin typeface="Twentieth Century"/>
              <a:ea typeface="Twentieth Century"/>
              <a:cs typeface="Twentieth Century"/>
              <a:sym typeface="Twentieth Century"/>
            </a:endParaRPr>
          </a:p>
          <a:p>
            <a:pPr indent="-323850" lvl="1" marL="914400" marR="0" rtl="0" algn="l">
              <a:lnSpc>
                <a:spcPct val="115000"/>
              </a:lnSpc>
              <a:spcBef>
                <a:spcPts val="0"/>
              </a:spcBef>
              <a:spcAft>
                <a:spcPts val="0"/>
              </a:spcAft>
              <a:buClr>
                <a:srgbClr val="000000"/>
              </a:buClr>
              <a:buSzPts val="1500"/>
              <a:buFont typeface="Twentieth Century"/>
              <a:buChar char="◆"/>
            </a:pPr>
            <a:r>
              <a:rPr b="0" i="0" lang="en" sz="1500" u="none" cap="none" strike="noStrike">
                <a:solidFill>
                  <a:srgbClr val="000000"/>
                </a:solidFill>
                <a:latin typeface="Twentieth Century"/>
                <a:ea typeface="Twentieth Century"/>
                <a:cs typeface="Twentieth Century"/>
                <a:sym typeface="Twentieth Century"/>
              </a:rPr>
              <a:t>Incorporate recurring checks</a:t>
            </a:r>
            <a:endParaRPr b="0" i="0" sz="1500" u="none" cap="none" strike="noStrike">
              <a:solidFill>
                <a:srgbClr val="000000"/>
              </a:solidFill>
              <a:latin typeface="Twentieth Century"/>
              <a:ea typeface="Twentieth Century"/>
              <a:cs typeface="Twentieth Century"/>
              <a:sym typeface="Twentieth Century"/>
            </a:endParaRPr>
          </a:p>
          <a:p>
            <a:pPr indent="-323850" lvl="1" marL="914400" marR="0" rtl="0" algn="l">
              <a:lnSpc>
                <a:spcPct val="115000"/>
              </a:lnSpc>
              <a:spcBef>
                <a:spcPts val="0"/>
              </a:spcBef>
              <a:spcAft>
                <a:spcPts val="0"/>
              </a:spcAft>
              <a:buClr>
                <a:srgbClr val="000000"/>
              </a:buClr>
              <a:buSzPts val="1500"/>
              <a:buFont typeface="Twentieth Century"/>
              <a:buChar char="◆"/>
            </a:pPr>
            <a:r>
              <a:rPr b="0" i="0" lang="en" sz="1500" u="none" cap="none" strike="noStrike">
                <a:solidFill>
                  <a:srgbClr val="000000"/>
                </a:solidFill>
                <a:latin typeface="Twentieth Century"/>
                <a:ea typeface="Twentieth Century"/>
                <a:cs typeface="Twentieth Century"/>
                <a:sym typeface="Twentieth Century"/>
              </a:rPr>
              <a:t>Do not substitute LLM-assisted coding for learning a software language</a:t>
            </a:r>
            <a:endParaRPr b="0" i="0" sz="1500" u="none" cap="none" strike="noStrike">
              <a:solidFill>
                <a:srgbClr val="000000"/>
              </a:solidFill>
              <a:latin typeface="Twentieth Century"/>
              <a:ea typeface="Twentieth Century"/>
              <a:cs typeface="Twentieth Century"/>
              <a:sym typeface="Twentieth Century"/>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0" name="Shape 300"/>
        <p:cNvGrpSpPr/>
        <p:nvPr/>
      </p:nvGrpSpPr>
      <p:grpSpPr>
        <a:xfrm>
          <a:off x="0" y="0"/>
          <a:ext cx="0" cy="0"/>
          <a:chOff x="0" y="0"/>
          <a:chExt cx="0" cy="0"/>
        </a:xfrm>
      </p:grpSpPr>
      <p:sp>
        <p:nvSpPr>
          <p:cNvPr id="301" name="Google Shape;301;p25"/>
          <p:cNvSpPr txBox="1"/>
          <p:nvPr>
            <p:ph idx="1" type="body"/>
          </p:nvPr>
        </p:nvSpPr>
        <p:spPr>
          <a:xfrm>
            <a:off x="547050" y="1049700"/>
            <a:ext cx="8340300" cy="2712300"/>
          </a:xfrm>
          <a:prstGeom prst="rect">
            <a:avLst/>
          </a:prstGeom>
          <a:solidFill>
            <a:srgbClr val="FBFBFB"/>
          </a:solidFill>
          <a:ln>
            <a:noFill/>
          </a:ln>
          <a:effectLst>
            <a:outerShdw blurRad="57150" rotWithShape="0" algn="bl" dir="5400000" dist="19050">
              <a:srgbClr val="000000">
                <a:alpha val="50196"/>
              </a:srgbClr>
            </a:outerShdw>
          </a:effectLst>
        </p:spPr>
        <p:txBody>
          <a:bodyPr anchorCtr="0" anchor="t" bIns="34275" lIns="155425" spcFirstLastPara="1" rIns="68575" wrap="square" tIns="182875">
            <a:noAutofit/>
          </a:bodyPr>
          <a:lstStyle/>
          <a:p>
            <a:pPr indent="-514350" lvl="0" marL="628650" rtl="0" algn="l">
              <a:lnSpc>
                <a:spcPct val="150000"/>
              </a:lnSpc>
              <a:spcBef>
                <a:spcPts val="0"/>
              </a:spcBef>
              <a:spcAft>
                <a:spcPts val="0"/>
              </a:spcAft>
              <a:buSzPts val="1800"/>
              <a:buFont typeface="Twentieth Century"/>
              <a:buChar char="➔"/>
            </a:pPr>
            <a:r>
              <a:rPr lang="en" sz="1800">
                <a:solidFill>
                  <a:srgbClr val="000000"/>
                </a:solidFill>
                <a:latin typeface="Twentieth Century"/>
                <a:ea typeface="Twentieth Century"/>
                <a:cs typeface="Twentieth Century"/>
                <a:sym typeface="Twentieth Century"/>
              </a:rPr>
              <a:t>Thank you for attending!</a:t>
            </a:r>
            <a:endParaRPr sz="1800">
              <a:solidFill>
                <a:srgbClr val="000000"/>
              </a:solidFill>
              <a:latin typeface="Twentieth Century"/>
              <a:ea typeface="Twentieth Century"/>
              <a:cs typeface="Twentieth Century"/>
              <a:sym typeface="Twentieth Century"/>
            </a:endParaRPr>
          </a:p>
          <a:p>
            <a:pPr indent="-514350" lvl="0" marL="628650" rtl="0" algn="l">
              <a:lnSpc>
                <a:spcPct val="150000"/>
              </a:lnSpc>
              <a:spcBef>
                <a:spcPts val="0"/>
              </a:spcBef>
              <a:spcAft>
                <a:spcPts val="0"/>
              </a:spcAft>
              <a:buClr>
                <a:srgbClr val="000000"/>
              </a:buClr>
              <a:buSzPts val="1800"/>
              <a:buFont typeface="Twentieth Century"/>
              <a:buChar char="➔"/>
            </a:pPr>
            <a:r>
              <a:rPr lang="en" sz="1800">
                <a:solidFill>
                  <a:srgbClr val="000000"/>
                </a:solidFill>
                <a:latin typeface="Twentieth Century"/>
                <a:ea typeface="Twentieth Century"/>
                <a:cs typeface="Twentieth Century"/>
                <a:sym typeface="Twentieth Century"/>
              </a:rPr>
              <a:t>Any questions?</a:t>
            </a:r>
            <a:endParaRPr sz="1800">
              <a:solidFill>
                <a:srgbClr val="000000"/>
              </a:solidFill>
              <a:latin typeface="Twentieth Century"/>
              <a:ea typeface="Twentieth Century"/>
              <a:cs typeface="Twentieth Century"/>
              <a:sym typeface="Twentieth Century"/>
            </a:endParaRPr>
          </a:p>
          <a:p>
            <a:pPr indent="-514350" lvl="0" marL="628650" rtl="0" algn="l">
              <a:lnSpc>
                <a:spcPct val="150000"/>
              </a:lnSpc>
              <a:spcBef>
                <a:spcPts val="0"/>
              </a:spcBef>
              <a:spcAft>
                <a:spcPts val="0"/>
              </a:spcAft>
              <a:buClr>
                <a:srgbClr val="000000"/>
              </a:buClr>
              <a:buSzPts val="1800"/>
              <a:buFont typeface="Twentieth Century"/>
              <a:buChar char="➔"/>
            </a:pPr>
            <a:r>
              <a:rPr lang="en" sz="1800">
                <a:solidFill>
                  <a:srgbClr val="000000"/>
                </a:solidFill>
                <a:latin typeface="Twentieth Century"/>
                <a:ea typeface="Twentieth Century"/>
                <a:cs typeface="Twentieth Century"/>
                <a:sym typeface="Twentieth Century"/>
              </a:rPr>
              <a:t>Links to materials will stay up at on GitHub at </a:t>
            </a:r>
            <a:r>
              <a:rPr lang="en" sz="1800" u="sng">
                <a:solidFill>
                  <a:srgbClr val="0097A7"/>
                </a:solidFill>
                <a:latin typeface="Twentieth Century"/>
                <a:ea typeface="Twentieth Century"/>
                <a:cs typeface="Twentieth Century"/>
                <a:sym typeface="Twentieth Century"/>
                <a:hlinkClick r:id="rId3">
                  <a:extLst>
                    <a:ext uri="{A12FA001-AC4F-418D-AE19-62706E023703}">
                      <ahyp:hlinkClr val="tx"/>
                    </a:ext>
                  </a:extLst>
                </a:hlinkClick>
              </a:rPr>
              <a:t>https://bit.ly/ipw-aug26-github</a:t>
            </a:r>
            <a:r>
              <a:rPr lang="en" sz="1800">
                <a:solidFill>
                  <a:srgbClr val="595959"/>
                </a:solidFill>
                <a:latin typeface="Twentieth Century"/>
                <a:ea typeface="Twentieth Century"/>
                <a:cs typeface="Twentieth Century"/>
                <a:sym typeface="Twentieth Century"/>
              </a:rPr>
              <a:t> </a:t>
            </a:r>
            <a:endParaRPr sz="1800">
              <a:solidFill>
                <a:srgbClr val="595959"/>
              </a:solidFill>
              <a:latin typeface="Twentieth Century"/>
              <a:ea typeface="Twentieth Century"/>
              <a:cs typeface="Twentieth Century"/>
              <a:sym typeface="Twentieth Century"/>
            </a:endParaRPr>
          </a:p>
          <a:p>
            <a:pPr indent="-342900" lvl="1" marL="914400" rtl="0" algn="l">
              <a:lnSpc>
                <a:spcPct val="150000"/>
              </a:lnSpc>
              <a:spcBef>
                <a:spcPts val="0"/>
              </a:spcBef>
              <a:spcAft>
                <a:spcPts val="0"/>
              </a:spcAft>
              <a:buSzPts val="1800"/>
              <a:buFont typeface="Twentieth Century"/>
              <a:buChar char="•"/>
            </a:pPr>
            <a:r>
              <a:rPr lang="en">
                <a:latin typeface="Twentieth Century"/>
                <a:ea typeface="Twentieth Century"/>
                <a:cs typeface="Twentieth Century"/>
                <a:sym typeface="Twentieth Century"/>
              </a:rPr>
              <a:t>Copies of slides and code will be added to the GitHub page next week</a:t>
            </a:r>
            <a:endParaRPr>
              <a:latin typeface="Twentieth Century"/>
              <a:ea typeface="Twentieth Century"/>
              <a:cs typeface="Twentieth Century"/>
              <a:sym typeface="Twentieth Century"/>
            </a:endParaRPr>
          </a:p>
          <a:p>
            <a:pPr indent="-514350" lvl="0" marL="628650" rtl="0" algn="l">
              <a:lnSpc>
                <a:spcPct val="150000"/>
              </a:lnSpc>
              <a:spcBef>
                <a:spcPts val="0"/>
              </a:spcBef>
              <a:spcAft>
                <a:spcPts val="0"/>
              </a:spcAft>
              <a:buClr>
                <a:srgbClr val="000000"/>
              </a:buClr>
              <a:buSzPts val="1800"/>
              <a:buFont typeface="Twentieth Century"/>
              <a:buChar char="➔"/>
            </a:pPr>
            <a:r>
              <a:rPr lang="en" sz="1800">
                <a:solidFill>
                  <a:srgbClr val="000000"/>
                </a:solidFill>
                <a:latin typeface="Twentieth Century"/>
                <a:ea typeface="Twentieth Century"/>
                <a:cs typeface="Twentieth Century"/>
                <a:sym typeface="Twentieth Century"/>
              </a:rPr>
              <a:t>Please provide Day 3 feedback and </a:t>
            </a:r>
            <a:r>
              <a:rPr b="1" lang="en" sz="1800">
                <a:solidFill>
                  <a:srgbClr val="000000"/>
                </a:solidFill>
                <a:latin typeface="Twentieth Century"/>
                <a:ea typeface="Twentieth Century"/>
                <a:cs typeface="Twentieth Century"/>
                <a:sym typeface="Twentieth Century"/>
              </a:rPr>
              <a:t>claim workshop badge </a:t>
            </a:r>
            <a:r>
              <a:rPr b="1" lang="en" sz="1800" u="sng">
                <a:solidFill>
                  <a:schemeClr val="hlink"/>
                </a:solidFill>
                <a:latin typeface="Twentieth Century"/>
                <a:ea typeface="Twentieth Century"/>
                <a:cs typeface="Twentieth Century"/>
                <a:sym typeface="Twentieth Century"/>
                <a:hlinkClick r:id="rId4"/>
              </a:rPr>
              <a:t>https://bit.ly/ipw-aug26-day3-survey</a:t>
            </a:r>
            <a:r>
              <a:rPr b="1" lang="en" sz="1800">
                <a:solidFill>
                  <a:srgbClr val="000000"/>
                </a:solidFill>
                <a:latin typeface="Twentieth Century"/>
                <a:ea typeface="Twentieth Century"/>
                <a:cs typeface="Twentieth Century"/>
                <a:sym typeface="Twentieth Century"/>
              </a:rPr>
              <a:t> </a:t>
            </a:r>
            <a:endParaRPr b="1" sz="1800">
              <a:solidFill>
                <a:srgbClr val="000000"/>
              </a:solidFill>
              <a:latin typeface="Twentieth Century"/>
              <a:ea typeface="Twentieth Century"/>
              <a:cs typeface="Twentieth Century"/>
              <a:sym typeface="Twentieth Century"/>
            </a:endParaRPr>
          </a:p>
        </p:txBody>
      </p:sp>
      <p:sp>
        <p:nvSpPr>
          <p:cNvPr id="302" name="Google Shape;302;p25"/>
          <p:cNvSpPr txBox="1"/>
          <p:nvPr>
            <p:ph idx="1" type="body"/>
          </p:nvPr>
        </p:nvSpPr>
        <p:spPr>
          <a:xfrm>
            <a:off x="2680600" y="4171300"/>
            <a:ext cx="3505500" cy="603600"/>
          </a:xfrm>
          <a:prstGeom prst="rect">
            <a:avLst/>
          </a:prstGeom>
          <a:solidFill>
            <a:schemeClr val="lt1"/>
          </a:solidFill>
          <a:ln>
            <a:noFill/>
          </a:ln>
          <a:effectLst>
            <a:outerShdw blurRad="57150" rotWithShape="0" algn="bl" dir="5400000" dist="19050">
              <a:srgbClr val="000000">
                <a:alpha val="50196"/>
              </a:srgbClr>
            </a:outerShdw>
          </a:effectLst>
        </p:spPr>
        <p:txBody>
          <a:bodyPr anchorCtr="0" anchor="t" bIns="34275" lIns="155425" spcFirstLastPara="1" rIns="68575" wrap="square" tIns="182875">
            <a:noAutofit/>
          </a:bodyPr>
          <a:lstStyle/>
          <a:p>
            <a:pPr indent="0" lvl="0" marL="177800" rtl="0" algn="l">
              <a:lnSpc>
                <a:spcPct val="150000"/>
              </a:lnSpc>
              <a:spcBef>
                <a:spcPts val="0"/>
              </a:spcBef>
              <a:spcAft>
                <a:spcPts val="0"/>
              </a:spcAft>
              <a:buSzPts val="2100"/>
              <a:buNone/>
            </a:pPr>
            <a:r>
              <a:rPr b="1" lang="en" sz="1800">
                <a:solidFill>
                  <a:srgbClr val="000000"/>
                </a:solidFill>
                <a:latin typeface="Twentieth Century"/>
                <a:ea typeface="Twentieth Century"/>
                <a:cs typeface="Twentieth Century"/>
                <a:sym typeface="Twentieth Century"/>
              </a:rPr>
              <a:t>We appreciate your feedback!</a:t>
            </a:r>
            <a:endParaRPr b="1" sz="2000">
              <a:solidFill>
                <a:srgbClr val="000000"/>
              </a:solidFill>
              <a:latin typeface="Twentieth Century"/>
              <a:ea typeface="Twentieth Century"/>
              <a:cs typeface="Twentieth Century"/>
              <a:sym typeface="Twentieth Century"/>
            </a:endParaRPr>
          </a:p>
        </p:txBody>
      </p:sp>
      <p:sp>
        <p:nvSpPr>
          <p:cNvPr id="303" name="Google Shape;303;p25"/>
          <p:cNvSpPr txBox="1"/>
          <p:nvPr>
            <p:ph type="title"/>
          </p:nvPr>
        </p:nvSpPr>
        <p:spPr>
          <a:xfrm>
            <a:off x="-390906" y="260603"/>
            <a:ext cx="9916800" cy="603600"/>
          </a:xfrm>
          <a:prstGeom prst="rect">
            <a:avLst/>
          </a:prstGeom>
          <a:solidFill>
            <a:srgbClr val="B45F06"/>
          </a:solidFill>
          <a:ln cap="flat" cmpd="sng" w="9525">
            <a:solidFill>
              <a:schemeClr val="lt1"/>
            </a:solidFill>
            <a:prstDash val="solid"/>
            <a:round/>
            <a:headEnd len="sm" w="sm" type="none"/>
            <a:tailEnd len="sm" w="sm" type="none"/>
          </a:ln>
          <a:effectLst>
            <a:outerShdw blurRad="57150" rotWithShape="0" algn="bl" dir="5400000" dist="19050">
              <a:srgbClr val="000000">
                <a:alpha val="50196"/>
              </a:srgbClr>
            </a:outerShdw>
          </a:effectLst>
        </p:spPr>
        <p:txBody>
          <a:bodyPr anchorCtr="0" anchor="ctr" bIns="34275" lIns="68575" spcFirstLastPara="1" rIns="68575" wrap="square" tIns="34275">
            <a:noAutofit/>
          </a:bodyPr>
          <a:lstStyle/>
          <a:p>
            <a:pPr indent="0" lvl="0" marL="685800" rtl="0" algn="l">
              <a:lnSpc>
                <a:spcPct val="90000"/>
              </a:lnSpc>
              <a:spcBef>
                <a:spcPts val="0"/>
              </a:spcBef>
              <a:spcAft>
                <a:spcPts val="0"/>
              </a:spcAft>
              <a:buClr>
                <a:schemeClr val="dk1"/>
              </a:buClr>
              <a:buSzPts val="3000"/>
              <a:buFont typeface="Rockwell"/>
              <a:buNone/>
            </a:pPr>
            <a:r>
              <a:rPr b="1" lang="en" sz="3000">
                <a:solidFill>
                  <a:schemeClr val="lt1"/>
                </a:solidFill>
                <a:latin typeface="Twentieth Century"/>
                <a:ea typeface="Twentieth Century"/>
                <a:cs typeface="Twentieth Century"/>
                <a:sym typeface="Twentieth Century"/>
              </a:rPr>
              <a:t>Workshop Wrap-Up</a:t>
            </a:r>
            <a:endParaRPr b="1" sz="3000">
              <a:solidFill>
                <a:schemeClr val="lt1"/>
              </a:solidFill>
              <a:latin typeface="Twentieth Century"/>
              <a:ea typeface="Twentieth Century"/>
              <a:cs typeface="Twentieth Century"/>
              <a:sym typeface="Twentieth Century"/>
            </a:endParaRPr>
          </a:p>
        </p:txBody>
      </p:sp>
      <p:pic>
        <p:nvPicPr>
          <p:cNvPr descr="Logo for the UT Austin badge for the Immersive Python Workshop." id="304" name="Google Shape;304;p25"/>
          <p:cNvPicPr preferRelativeResize="0"/>
          <p:nvPr/>
        </p:nvPicPr>
        <p:blipFill>
          <a:blip r:embed="rId5">
            <a:alphaModFix/>
          </a:blip>
          <a:stretch>
            <a:fillRect/>
          </a:stretch>
        </p:blipFill>
        <p:spPr>
          <a:xfrm>
            <a:off x="7207900" y="2995050"/>
            <a:ext cx="1861349" cy="1411825"/>
          </a:xfrm>
          <a:prstGeom prst="rect">
            <a:avLst/>
          </a:prstGeom>
          <a:noFill/>
          <a:ln>
            <a:noFill/>
          </a:ln>
          <a:effectLst>
            <a:outerShdw blurRad="57150" rotWithShape="0" algn="bl" dir="5400000" dist="19050">
              <a:srgbClr val="000000">
                <a:alpha val="50000"/>
              </a:srgbClr>
            </a:outerShdw>
          </a:effectLst>
        </p:spPr>
      </p:pic>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