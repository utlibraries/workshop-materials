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9" r:id="rId4"/>
    <p:sldMasterId id="2147483780" r:id="rId5"/>
    <p:sldMasterId id="2147483781" r:id="rId6"/>
    <p:sldMasterId id="2147483782" r:id="rId7"/>
    <p:sldMasterId id="2147483783" r:id="rId8"/>
    <p:sldMasterId id="2147483784"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Lst>
  <p:sldSz cy="5143500" cx="9144000"/>
  <p:notesSz cx="6858000" cy="9144000"/>
  <p:embeddedFontLst>
    <p:embeddedFont>
      <p:font typeface="Mulish"/>
      <p:regular r:id="rId27"/>
      <p:bold r:id="rId28"/>
      <p:italic r:id="rId29"/>
      <p:boldItalic r:id="rId30"/>
    </p:embeddedFont>
    <p:embeddedFont>
      <p:font typeface="Bebas Neue"/>
      <p:regular r:id="rId31"/>
    </p:embeddedFont>
    <p:embeddedFont>
      <p:font typeface="Quicksand"/>
      <p:regular r:id="rId32"/>
      <p:bold r:id="rId33"/>
    </p:embeddedFont>
    <p:embeddedFont>
      <p:font typeface="PT Sans"/>
      <p:regular r:id="rId34"/>
      <p:bold r:id="rId35"/>
      <p:italic r:id="rId36"/>
      <p:boldItalic r:id="rId37"/>
    </p:embeddedFont>
    <p:embeddedFont>
      <p:font typeface="DM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slide" Target="slides/slide10.xml"/><Relationship Id="rId41" Type="http://schemas.openxmlformats.org/officeDocument/2006/relationships/font" Target="fonts/DMSans-boldItalic.fntdata"/><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font" Target="fonts/Mulish-bold.fntdata"/><Relationship Id="rId27" Type="http://schemas.openxmlformats.org/officeDocument/2006/relationships/font" Target="fonts/Mulish-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Mulish-italic.fntdata"/><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BebasNeue-regular.fntdata"/><Relationship Id="rId30" Type="http://schemas.openxmlformats.org/officeDocument/2006/relationships/font" Target="fonts/Mulish-boldItalic.fntdata"/><Relationship Id="rId11" Type="http://schemas.openxmlformats.org/officeDocument/2006/relationships/slide" Target="slides/slide1.xml"/><Relationship Id="rId33" Type="http://schemas.openxmlformats.org/officeDocument/2006/relationships/font" Target="fonts/Quicksand-bold.fntdata"/><Relationship Id="rId10" Type="http://schemas.openxmlformats.org/officeDocument/2006/relationships/notesMaster" Target="notesMasters/notesMaster1.xml"/><Relationship Id="rId32" Type="http://schemas.openxmlformats.org/officeDocument/2006/relationships/font" Target="fonts/Quicksand-regular.fntdata"/><Relationship Id="rId13" Type="http://schemas.openxmlformats.org/officeDocument/2006/relationships/slide" Target="slides/slide3.xml"/><Relationship Id="rId35" Type="http://schemas.openxmlformats.org/officeDocument/2006/relationships/font" Target="fonts/PTSans-bold.fntdata"/><Relationship Id="rId12" Type="http://schemas.openxmlformats.org/officeDocument/2006/relationships/slide" Target="slides/slide2.xml"/><Relationship Id="rId34" Type="http://schemas.openxmlformats.org/officeDocument/2006/relationships/font" Target="fonts/PTSans-regular.fntdata"/><Relationship Id="rId15" Type="http://schemas.openxmlformats.org/officeDocument/2006/relationships/slide" Target="slides/slide5.xml"/><Relationship Id="rId37" Type="http://schemas.openxmlformats.org/officeDocument/2006/relationships/font" Target="fonts/PTSans-boldItalic.fntdata"/><Relationship Id="rId14" Type="http://schemas.openxmlformats.org/officeDocument/2006/relationships/slide" Target="slides/slide4.xml"/><Relationship Id="rId36" Type="http://schemas.openxmlformats.org/officeDocument/2006/relationships/font" Target="fonts/PTSans-italic.fntdata"/><Relationship Id="rId17" Type="http://schemas.openxmlformats.org/officeDocument/2006/relationships/slide" Target="slides/slide7.xml"/><Relationship Id="rId39" Type="http://schemas.openxmlformats.org/officeDocument/2006/relationships/font" Target="fonts/DMSans-bold.fntdata"/><Relationship Id="rId16" Type="http://schemas.openxmlformats.org/officeDocument/2006/relationships/slide" Target="slides/slide6.xml"/><Relationship Id="rId38" Type="http://schemas.openxmlformats.org/officeDocument/2006/relationships/font" Target="fonts/DMSans-regular.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b.utexas.edu/land-acknowledgement-statemen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6d938a4fa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36d938a4fa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I am Meryl Brodsky, a liaison librarian here at UT Libraries.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Today I’ll be presenting with Karina Sanchez, the Scholars Lab Librarian.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also joined by helpers: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Michael Shensky, Head of the Research Data Services Group</a:t>
            </a:r>
            <a:endParaRPr/>
          </a:p>
          <a:p>
            <a:pPr indent="0" lvl="0" marL="0" rtl="0" algn="l">
              <a:spcBef>
                <a:spcPts val="0"/>
              </a:spcBef>
              <a:spcAft>
                <a:spcPts val="0"/>
              </a:spcAft>
              <a:buNone/>
            </a:pPr>
            <a:r>
              <a:rPr lang="en"/>
              <a:t>Anna McGilvray, Liaison Librarian for Physical &amp; Computational Sciences</a:t>
            </a:r>
            <a:endParaRPr/>
          </a:p>
          <a:p>
            <a:pPr indent="0" lvl="0" marL="0" rtl="0" algn="l">
              <a:spcBef>
                <a:spcPts val="0"/>
              </a:spcBef>
              <a:spcAft>
                <a:spcPts val="0"/>
              </a:spcAft>
              <a:buNone/>
            </a:pPr>
            <a:r>
              <a:rPr lang="en"/>
              <a:t>Alex Marden, GIS and Geospatial Coordinator</a:t>
            </a:r>
            <a:endParaRPr/>
          </a:p>
          <a:p>
            <a:pPr indent="0" lvl="0" marL="0" rtl="0" algn="l">
              <a:spcBef>
                <a:spcPts val="0"/>
              </a:spcBef>
              <a:spcAft>
                <a:spcPts val="0"/>
              </a:spcAft>
              <a:buNone/>
            </a:pPr>
            <a:r>
              <a:rPr lang="en"/>
              <a:t>Bryan Gee, Open Research Coordinator for Data &amp; Software</a:t>
            </a:r>
            <a:endParaRPr/>
          </a:p>
          <a:p>
            <a:pPr indent="0" lvl="0" marL="0" rtl="0" algn="l">
              <a:spcBef>
                <a:spcPts val="0"/>
              </a:spcBef>
              <a:spcAft>
                <a:spcPts val="0"/>
              </a:spcAft>
              <a:buNone/>
            </a:pPr>
            <a:r>
              <a:rPr lang="en"/>
              <a:t>Jeremy Thompson, </a:t>
            </a:r>
            <a:r>
              <a:rPr lang="en"/>
              <a:t>Digital Processing Archivist</a:t>
            </a:r>
            <a:r>
              <a:rPr lang="en"/>
              <a:t> </a:t>
            </a:r>
            <a:endParaRPr/>
          </a:p>
          <a:p>
            <a:pPr indent="0" lvl="0" marL="0" rtl="0" algn="l">
              <a:spcBef>
                <a:spcPts val="0"/>
              </a:spcBef>
              <a:spcAft>
                <a:spcPts val="0"/>
              </a:spcAft>
              <a:buNone/>
            </a:pPr>
            <a:r>
              <a:rPr lang="en"/>
              <a:t>Ian Goodale, European Studies Librarian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are on hand to help out if you have a problem or a question. You can just raise your hand.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74317a2b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74317a2b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our itinerary for today.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session is geared towards newbie programmers. It’s at a basic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will find that tomorrow’s workshop covers some of the same topics. This is by design. It is to reinforce today’s learnings.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worry though. By the first 20-30 minutes of tomorrow’s workshop, we will pass where we get to today.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things of note, one is that the Software installation is optional today. We will be on hand to help you install Python and VS code. If you’ve had enough at the end of the instruction, and you want to leave, feel free. </a:t>
            </a:r>
            <a:r>
              <a:rPr lang="en"/>
              <a:t>However</a:t>
            </a:r>
            <a:r>
              <a:rPr lang="en"/>
              <a:t>, you will need the software installed by Thursday’s session, so please make sure you have it ready to go by Thursday.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there are no scheduled breaks. Please feel free to take a break when you need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restrooms on this </a:t>
            </a:r>
            <a:r>
              <a:rPr lang="en"/>
              <a:t>floor</a:t>
            </a:r>
            <a:r>
              <a:rPr lang="en"/>
              <a:t>, if you go around behind the elevators, you’ll see some restrooms directly across from the University Writing Center.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760d4582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760d4582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Link to the full UTL land acknowledgement- </a:t>
            </a:r>
            <a:r>
              <a:rPr lang="en" u="sng">
                <a:solidFill>
                  <a:schemeClr val="hlink"/>
                </a:solidFill>
                <a:hlinkClick r:id="rId2"/>
              </a:rPr>
              <a:t>https://www.lib.utexas.edu/land-acknowledgement-statement</a:t>
            </a:r>
            <a:r>
              <a:rPr lang="en">
                <a:solidFill>
                  <a:schemeClr val="dk1"/>
                </a:solidFill>
              </a:rP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6d938a4fa3_0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6d938a4fa3_0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our goal is introduce you to working with Python. We’ll go over basic vocabulary terms, and you’ll get a chance to actually do some programming using Google Colab, an Integrated Development Environment, and I’ll talk more about what that is in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we’ll talk about how to get help.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6d938a4fa3_0_2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36d938a4fa3_0_2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open source programming language. This means that it’s free. It’s continuously being updated, and there is a large user community. That user community comes in handy when you have questions or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Python is the fastest-growing language in computer programming.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t>
            </a:r>
            <a:r>
              <a:rPr lang="en"/>
              <a:t>should</a:t>
            </a:r>
            <a:r>
              <a:rPr lang="en"/>
              <a:t> learn it because it is: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Compatible with Windows, Mac &amp; Linux</a:t>
            </a:r>
            <a:endParaRPr/>
          </a:p>
          <a:p>
            <a:pPr indent="-298450" lvl="0" marL="457200" rtl="0" algn="l">
              <a:spcBef>
                <a:spcPts val="0"/>
              </a:spcBef>
              <a:spcAft>
                <a:spcPts val="0"/>
              </a:spcAft>
              <a:buSzPts val="1100"/>
              <a:buChar char="●"/>
            </a:pPr>
            <a:r>
              <a:rPr lang="en"/>
              <a:t>It’s used in a </a:t>
            </a:r>
            <a:r>
              <a:rPr lang="en"/>
              <a:t>variety</a:t>
            </a:r>
            <a:r>
              <a:rPr lang="en"/>
              <a:t> of fields </a:t>
            </a:r>
            <a:endParaRPr/>
          </a:p>
          <a:p>
            <a:pPr indent="-298450" lvl="0" marL="457200" rtl="0" algn="l">
              <a:spcBef>
                <a:spcPts val="0"/>
              </a:spcBef>
              <a:spcAft>
                <a:spcPts val="0"/>
              </a:spcAft>
              <a:buSzPts val="1100"/>
              <a:buChar char="●"/>
            </a:pPr>
            <a:r>
              <a:rPr lang="en"/>
              <a:t>Flexible, in that is supports working with numerical and textual data</a:t>
            </a:r>
            <a:endParaRPr/>
          </a:p>
          <a:p>
            <a:pPr indent="-298450" lvl="0" marL="457200" rtl="0" algn="l">
              <a:spcBef>
                <a:spcPts val="0"/>
              </a:spcBef>
              <a:spcAft>
                <a:spcPts val="0"/>
              </a:spcAft>
              <a:buSzPts val="1100"/>
              <a:buChar char="●"/>
            </a:pPr>
            <a:r>
              <a:rPr lang="en"/>
              <a:t>It has many open source packages, which can help to automate certain functions.</a:t>
            </a:r>
            <a:endParaRPr/>
          </a:p>
          <a:p>
            <a:pPr indent="-298450" lvl="0" marL="457200" rtl="0" algn="l">
              <a:spcBef>
                <a:spcPts val="0"/>
              </a:spcBef>
              <a:spcAft>
                <a:spcPts val="0"/>
              </a:spcAft>
              <a:buSzPts val="1100"/>
              <a:buChar char="●"/>
            </a:pPr>
            <a:r>
              <a:rPr lang="en"/>
              <a:t>A skill desired by employers in many different fields.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6d938a4fa3_0_5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36d938a4fa3_0_5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can be used for Text mining, that is looking for words or sentiments expressed in text once it is in a </a:t>
            </a:r>
            <a:r>
              <a:rPr lang="en"/>
              <a:t>machine</a:t>
            </a:r>
            <a:r>
              <a:rPr lang="en"/>
              <a:t> readable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used for Web Scraping, that is to pull data from websites.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an be used for file management or analyzing data, as well as editing data, and visualizing data – that is creating graphs or charts.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Python is used in scientific fields like physics, chemistry, and bioinformatics for simulations and modeling.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36f5b293a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36f5b293a5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we’ll be working with Google Colab, </a:t>
            </a:r>
            <a:r>
              <a:rPr lang="en"/>
              <a:t>which</a:t>
            </a:r>
            <a:r>
              <a:rPr lang="en"/>
              <a:t> is a</a:t>
            </a:r>
            <a:r>
              <a:rPr lang="en"/>
              <a:t>n integrated development environment  or IDE. An IDE is a software application that provides a user interface for software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kind of like a shell that makes working with a programming </a:t>
            </a:r>
            <a:r>
              <a:rPr lang="en"/>
              <a:t>language</a:t>
            </a:r>
            <a:r>
              <a:rPr lang="en"/>
              <a:t> a little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IDEs can enhance productivity and efficiency by offering features like code completion, syntax highlighting, noting where there are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can also help with project management by being able to download </a:t>
            </a:r>
            <a:r>
              <a:rPr lang="en"/>
              <a:t>replicable</a:t>
            </a:r>
            <a:r>
              <a:rPr lang="en"/>
              <a:t> code or upload files.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makes it easier to write code. It improves code quality because it catches typos and other errors, and sometimes make suggestions for fixes. Also, you can share work in an IDE and code with other people.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6d938a4fa3_0_3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6d938a4fa3_0_3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Colab, is a free, cloud-based environment for writing and executing Python code. It's essentially a browser-based Jupyter Notebook environment, allowing users to combine code, text, images, and other media.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works particularly well for education because it is browser-based so no software installation is required.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Just so you know, you’ll have access to the Colab Notebooks and to our slides, after the workshop.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374317a2ba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374317a2b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 link to the Colab Notebook we’ll use for today’s workshop. You can open it up now.</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36f5b293a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36f5b293a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Date	5 July 2006</a:t>
            </a:r>
            <a:endParaRPr/>
          </a:p>
          <a:p>
            <a:pPr indent="0" lvl="0" marL="0" rtl="0" algn="l">
              <a:spcBef>
                <a:spcPts val="0"/>
              </a:spcBef>
              <a:spcAft>
                <a:spcPts val="0"/>
              </a:spcAft>
              <a:buNone/>
            </a:pPr>
            <a:r>
              <a:rPr lang="en"/>
              <a:t>Source	https://www.flickr.com/photos/gracewong/183286968</a:t>
            </a:r>
            <a:endParaRPr/>
          </a:p>
          <a:p>
            <a:pPr indent="0" lvl="0" marL="0" rtl="0" algn="l">
              <a:spcBef>
                <a:spcPts val="0"/>
              </a:spcBef>
              <a:spcAft>
                <a:spcPts val="0"/>
              </a:spcAft>
              <a:buNone/>
            </a:pPr>
            <a:r>
              <a:rPr lang="en"/>
              <a:t>Author	Tommy Wong</a:t>
            </a:r>
            <a:endParaRPr/>
          </a:p>
          <a:p>
            <a:pPr indent="0" lvl="0" marL="0" rtl="0" algn="l">
              <a:spcBef>
                <a:spcPts val="0"/>
              </a:spcBef>
              <a:spcAft>
                <a:spcPts val="0"/>
              </a:spcAft>
              <a:buNone/>
            </a:pPr>
            <a:r>
              <a:rPr lang="en"/>
              <a:t>Permission: (Reusing this file)	Free content licence.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36d938a4fa3_0_4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5" name="Google Shape;1485;g36d938a4fa3_0_4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Here are some extra resources that we have found to be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search for help when you’re having a question or problem, you can also use Google and </a:t>
            </a:r>
            <a:r>
              <a:rPr lang="en"/>
              <a:t>thai</a:t>
            </a:r>
            <a:r>
              <a:rPr lang="en"/>
              <a:t> will likely turn up responses from Reddit or Stack Overflow.</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36d938a4fa3_0_4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5" name="Google Shape;1495;g36d938a4fa3_0_4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fill out our assessment form linked here.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6f5b293a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36f5b293a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four different pieces of </a:t>
            </a:r>
            <a:r>
              <a:rPr lang="en"/>
              <a:t>software</a:t>
            </a:r>
            <a:r>
              <a:rPr lang="en"/>
              <a:t> that we will use during </a:t>
            </a:r>
            <a:r>
              <a:rPr lang="en" u="sng"/>
              <a:t>Thursday’s</a:t>
            </a:r>
            <a:r>
              <a:rPr lang="en"/>
              <a:t> workshop, including Git and Github. Today we’re focusing on Python and Visual Studio Code (an IDE for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like, you can install them now, or begin to install them, and we will be on hand to help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you’ve had enough today, feel free to leave, and we’ll see you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You’ll have another opportunity to install this software at the end of tomorrow’s workshop.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tomorrow, you may see or hear some of the same concepts that we discussed today. It’s not all the same, and tomorrow’s workshop will move on from the introductory material pretty quickly.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36d938a4fa3_0_5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36d938a4fa3_0_5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36d938a4fa3_0_3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36d938a4fa3_0_3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375e3ea66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375e3ea66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troubleshooting document. You can use it if the standard downloading instructions don’t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may have other issues, depending on whether your computer is owned by the university and you’re a staff person, or the age of your </a:t>
            </a:r>
            <a:r>
              <a:rPr lang="en"/>
              <a:t>computer</a:t>
            </a:r>
            <a:r>
              <a:rPr lang="en"/>
              <a:t>, or whether you’ve downloaded python and vs code before.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4" name="Shape 54"/>
        <p:cNvGrpSpPr/>
        <p:nvPr/>
      </p:nvGrpSpPr>
      <p:grpSpPr>
        <a:xfrm>
          <a:off x="0" y="0"/>
          <a:ext cx="0" cy="0"/>
          <a:chOff x="0" y="0"/>
          <a:chExt cx="0" cy="0"/>
        </a:xfrm>
      </p:grpSpPr>
      <p:sp>
        <p:nvSpPr>
          <p:cNvPr id="55" name="Google Shape;55;p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 name="Google Shape;57;p1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58" name="Shape 58"/>
        <p:cNvGrpSpPr/>
        <p:nvPr/>
      </p:nvGrpSpPr>
      <p:grpSpPr>
        <a:xfrm>
          <a:off x="0" y="0"/>
          <a:ext cx="0" cy="0"/>
          <a:chOff x="0" y="0"/>
          <a:chExt cx="0" cy="0"/>
        </a:xfrm>
      </p:grpSpPr>
      <p:sp>
        <p:nvSpPr>
          <p:cNvPr id="59" name="Google Shape;59;p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2" name="Google Shape;62;p15"/>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63" name="Google Shape;63;p1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64" name="Google Shape;64;p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5" name="Google Shape;65;p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1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7" name="Google Shape;67;p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8" name="Google Shape;68;p1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9" name="Google Shape;69;p1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0" name="Google Shape;70;p1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4" name="Google Shape;74;p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 name="Google Shape;75;p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6" name="Google Shape;76;p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7" name="Google Shape;77;p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8" name="Google Shape;78;p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9" name="Google Shape;7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0" name="Google Shape;80;p1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 name="Google Shape;84;p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6" name="Google Shape;86;p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7" name="Google Shape;87;p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8" name="Google Shape;88;p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9" name="Google Shape;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17"/>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91" name="Google Shape;91;p17"/>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92" name="Google Shape;92;p17"/>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93" name="Google Shape;93;p17"/>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 name="Google Shape;96;p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7" name="Google Shape;97;p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 name="Google Shape;98;p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9" name="Google Shape;99;p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0" name="Google Shape;100;p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1" name="Google Shape;101;p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2" name="Google Shape;10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 name="Google Shape;105;p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6" name="Google Shape;106;p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8" name="Google Shape;108;p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9" name="Google Shape;109;p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0" name="Google Shape;110;p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1" name="Google Shape;111;p19"/>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 name="Google Shape;112;p19"/>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3" name="Shape 113"/>
        <p:cNvGrpSpPr/>
        <p:nvPr/>
      </p:nvGrpSpPr>
      <p:grpSpPr>
        <a:xfrm>
          <a:off x="0" y="0"/>
          <a:ext cx="0" cy="0"/>
          <a:chOff x="0" y="0"/>
          <a:chExt cx="0" cy="0"/>
        </a:xfrm>
      </p:grpSpPr>
      <p:sp>
        <p:nvSpPr>
          <p:cNvPr id="114" name="Google Shape;114;p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116" name="Google Shape;116;p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7" name="Google Shape;117;p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 name="Google Shape;119;p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1" name="Google Shape;121;p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2" name="Shape 122"/>
        <p:cNvGrpSpPr/>
        <p:nvPr/>
      </p:nvGrpSpPr>
      <p:grpSpPr>
        <a:xfrm>
          <a:off x="0" y="0"/>
          <a:ext cx="0" cy="0"/>
          <a:chOff x="0" y="0"/>
          <a:chExt cx="0" cy="0"/>
        </a:xfrm>
      </p:grpSpPr>
      <p:sp>
        <p:nvSpPr>
          <p:cNvPr id="123" name="Google Shape;123;p21"/>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 name="Google Shape;124;p21"/>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 name="Google Shape;125;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6" name="Shape 126"/>
        <p:cNvGrpSpPr/>
        <p:nvPr/>
      </p:nvGrpSpPr>
      <p:grpSpPr>
        <a:xfrm>
          <a:off x="0" y="0"/>
          <a:ext cx="0" cy="0"/>
          <a:chOff x="0" y="0"/>
          <a:chExt cx="0" cy="0"/>
        </a:xfrm>
      </p:grpSpPr>
      <p:sp>
        <p:nvSpPr>
          <p:cNvPr id="127" name="Google Shape;127;p22"/>
          <p:cNvSpPr/>
          <p:nvPr>
            <p:ph idx="2" type="pic"/>
          </p:nvPr>
        </p:nvSpPr>
        <p:spPr>
          <a:xfrm>
            <a:off x="0" y="0"/>
            <a:ext cx="9144000" cy="5143500"/>
          </a:xfrm>
          <a:prstGeom prst="rect">
            <a:avLst/>
          </a:prstGeom>
          <a:noFill/>
          <a:ln>
            <a:noFill/>
          </a:ln>
        </p:spPr>
      </p:sp>
      <p:sp>
        <p:nvSpPr>
          <p:cNvPr id="128" name="Google Shape;128;p22"/>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9" name="Shape 129"/>
        <p:cNvGrpSpPr/>
        <p:nvPr/>
      </p:nvGrpSpPr>
      <p:grpSpPr>
        <a:xfrm>
          <a:off x="0" y="0"/>
          <a:ext cx="0" cy="0"/>
          <a:chOff x="0" y="0"/>
          <a:chExt cx="0" cy="0"/>
        </a:xfrm>
      </p:grpSpPr>
      <p:sp>
        <p:nvSpPr>
          <p:cNvPr id="130" name="Google Shape;130;p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 name="Google Shape;131;p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2" name="Google Shape;132;p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2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4" name="Google Shape;134;p2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5" name="Google Shape;135;p2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6" name="Google Shape;136;p2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7" name="Google Shape;137;p23"/>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8" name="Google Shape;138;p23"/>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39" name="Shape 13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0" name="Shape 140"/>
        <p:cNvGrpSpPr/>
        <p:nvPr/>
      </p:nvGrpSpPr>
      <p:grpSpPr>
        <a:xfrm>
          <a:off x="0" y="0"/>
          <a:ext cx="0" cy="0"/>
          <a:chOff x="0" y="0"/>
          <a:chExt cx="0" cy="0"/>
        </a:xfrm>
      </p:grpSpPr>
      <p:sp>
        <p:nvSpPr>
          <p:cNvPr id="141" name="Google Shape;141;p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3" name="Google Shape;143;p25"/>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4" name="Google Shape;144;p25"/>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25"/>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6" name="Google Shape;146;p25"/>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25"/>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8" name="Google Shape;148;p25"/>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9" name="Google Shape;149;p25"/>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0" name="Google Shape;150;p25"/>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1" name="Google Shape;151;p25"/>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2" name="Google Shape;152;p25"/>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3" name="Google Shape;153;p25"/>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4" name="Google Shape;154;p25"/>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5" name="Google Shape;155;p25"/>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6" name="Google Shape;156;p25"/>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7" name="Google Shape;157;p25"/>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8" name="Google Shape;158;p25"/>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9" name="Google Shape;159;p25"/>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60" name="Google Shape;160;p25"/>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61" name="Google Shape;161;p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62" name="Google Shape;162;p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 name="Google Shape;163;p2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64" name="Google Shape;164;p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65" name="Google Shape;165;p2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66" name="Google Shape;166;p2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 name="Shape 167"/>
        <p:cNvGrpSpPr/>
        <p:nvPr/>
      </p:nvGrpSpPr>
      <p:grpSpPr>
        <a:xfrm>
          <a:off x="0" y="0"/>
          <a:ext cx="0" cy="0"/>
          <a:chOff x="0" y="0"/>
          <a:chExt cx="0" cy="0"/>
        </a:xfrm>
      </p:grpSpPr>
      <p:sp>
        <p:nvSpPr>
          <p:cNvPr id="168" name="Google Shape;168;p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70" name="Google Shape;170;p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72" name="Google Shape;172;p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73" name="Google Shape;173;p2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74" name="Google Shape;174;p2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75" name="Google Shape;175;p26"/>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76" name="Google Shape;176;p26"/>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77" name="Shape 177"/>
        <p:cNvGrpSpPr/>
        <p:nvPr/>
      </p:nvGrpSpPr>
      <p:grpSpPr>
        <a:xfrm>
          <a:off x="0" y="0"/>
          <a:ext cx="0" cy="0"/>
          <a:chOff x="0" y="0"/>
          <a:chExt cx="0" cy="0"/>
        </a:xfrm>
      </p:grpSpPr>
      <p:sp>
        <p:nvSpPr>
          <p:cNvPr id="178" name="Google Shape;178;p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80" name="Google Shape;180;p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 name="Google Shape;181;p2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82" name="Google Shape;182;p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83" name="Google Shape;183;p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84" name="Google Shape;184;p2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85" name="Google Shape;185;p2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6" name="Google Shape;186;p2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 name="Google Shape;187;p27"/>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 name="Shape 188"/>
        <p:cNvGrpSpPr/>
        <p:nvPr/>
      </p:nvGrpSpPr>
      <p:grpSpPr>
        <a:xfrm>
          <a:off x="0" y="0"/>
          <a:ext cx="0" cy="0"/>
          <a:chOff x="0" y="0"/>
          <a:chExt cx="0" cy="0"/>
        </a:xfrm>
      </p:grpSpPr>
      <p:sp>
        <p:nvSpPr>
          <p:cNvPr id="189" name="Google Shape;189;p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 name="Google Shape;190;p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91" name="Google Shape;191;p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2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93" name="Google Shape;193;p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94" name="Google Shape;194;p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95" name="Google Shape;195;p2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96" name="Google Shape;196;p28"/>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7" name="Google Shape;197;p28"/>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8" name="Shape 198"/>
        <p:cNvGrpSpPr/>
        <p:nvPr/>
      </p:nvGrpSpPr>
      <p:grpSpPr>
        <a:xfrm>
          <a:off x="0" y="0"/>
          <a:ext cx="0" cy="0"/>
          <a:chOff x="0" y="0"/>
          <a:chExt cx="0" cy="0"/>
        </a:xfrm>
      </p:grpSpPr>
      <p:sp>
        <p:nvSpPr>
          <p:cNvPr id="199" name="Google Shape;199;p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01" name="Google Shape;201;p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2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03" name="Google Shape;203;p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04" name="Google Shape;204;p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05" name="Google Shape;205;p2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06" name="Google Shape;206;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7" name="Google Shape;207;p29"/>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29"/>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29"/>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0" name="Google Shape;210;p29"/>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1" name="Google Shape;211;p29"/>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2" name="Google Shape;212;p29"/>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3" name="Shape 213"/>
        <p:cNvGrpSpPr/>
        <p:nvPr/>
      </p:nvGrpSpPr>
      <p:grpSpPr>
        <a:xfrm>
          <a:off x="0" y="0"/>
          <a:ext cx="0" cy="0"/>
          <a:chOff x="0" y="0"/>
          <a:chExt cx="0" cy="0"/>
        </a:xfrm>
      </p:grpSpPr>
      <p:sp>
        <p:nvSpPr>
          <p:cNvPr id="214" name="Google Shape;214;p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16" name="Google Shape;216;p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3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18" name="Google Shape;218;p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19" name="Google Shape;219;p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20" name="Google Shape;220;p3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21" name="Google Shape;221;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2" name="Google Shape;222;p3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3" name="Google Shape;223;p30"/>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4" name="Google Shape;224;p30"/>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5" name="Google Shape;225;p30"/>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6" name="Google Shape;226;p30"/>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7" name="Google Shape;227;p30"/>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228" name="Shape 228"/>
        <p:cNvGrpSpPr/>
        <p:nvPr/>
      </p:nvGrpSpPr>
      <p:grpSpPr>
        <a:xfrm>
          <a:off x="0" y="0"/>
          <a:ext cx="0" cy="0"/>
          <a:chOff x="0" y="0"/>
          <a:chExt cx="0" cy="0"/>
        </a:xfrm>
      </p:grpSpPr>
      <p:sp>
        <p:nvSpPr>
          <p:cNvPr id="229" name="Google Shape;229;p3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 name="Google Shape;230;p3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31" name="Google Shape;231;p3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p3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33" name="Google Shape;233;p3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34" name="Google Shape;234;p3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35" name="Google Shape;235;p3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36" name="Google Shape;236;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7" name="Google Shape;237;p31"/>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8" name="Google Shape;238;p31"/>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9" name="Google Shape;239;p31"/>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40" name="Google Shape;240;p31"/>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1" name="Google Shape;241;p31"/>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2" name="Google Shape;242;p31"/>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3" name="Shape 243"/>
        <p:cNvGrpSpPr/>
        <p:nvPr/>
      </p:nvGrpSpPr>
      <p:grpSpPr>
        <a:xfrm>
          <a:off x="0" y="0"/>
          <a:ext cx="0" cy="0"/>
          <a:chOff x="0" y="0"/>
          <a:chExt cx="0" cy="0"/>
        </a:xfrm>
      </p:grpSpPr>
      <p:sp>
        <p:nvSpPr>
          <p:cNvPr id="244" name="Google Shape;244;p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46" name="Google Shape;246;p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3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48" name="Google Shape;248;p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49" name="Google Shape;249;p3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50" name="Google Shape;250;p3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51" name="Google Shape;251;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32"/>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3" name="Google Shape;253;p32"/>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4" name="Google Shape;254;p32"/>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5" name="Google Shape;255;p32"/>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6" name="Google Shape;256;p32"/>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7" name="Google Shape;257;p32"/>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8" name="Google Shape;258;p32"/>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9" name="Google Shape;259;p32"/>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60" name="Shape 260"/>
        <p:cNvGrpSpPr/>
        <p:nvPr/>
      </p:nvGrpSpPr>
      <p:grpSpPr>
        <a:xfrm>
          <a:off x="0" y="0"/>
          <a:ext cx="0" cy="0"/>
          <a:chOff x="0" y="0"/>
          <a:chExt cx="0" cy="0"/>
        </a:xfrm>
      </p:grpSpPr>
      <p:sp>
        <p:nvSpPr>
          <p:cNvPr id="261" name="Google Shape;261;p3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 name="Google Shape;262;p3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63" name="Google Shape;263;p3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65" name="Google Shape;265;p3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66" name="Google Shape;266;p3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67" name="Google Shape;267;p3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68" name="Google Shape;26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9" name="Google Shape;269;p33"/>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0" name="Google Shape;270;p33"/>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 name="Google Shape;271;p33"/>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2" name="Google Shape;272;p33"/>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3" name="Google Shape;273;p33"/>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4" name="Google Shape;274;p33"/>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5" name="Google Shape;275;p33"/>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6" name="Google Shape;276;p33"/>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7" name="Google Shape;277;p33"/>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8" name="Google Shape;278;p33"/>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9" name="Google Shape;279;p33"/>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0" name="Google Shape;280;p33"/>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81" name="Shape 281"/>
        <p:cNvGrpSpPr/>
        <p:nvPr/>
      </p:nvGrpSpPr>
      <p:grpSpPr>
        <a:xfrm>
          <a:off x="0" y="0"/>
          <a:ext cx="0" cy="0"/>
          <a:chOff x="0" y="0"/>
          <a:chExt cx="0" cy="0"/>
        </a:xfrm>
      </p:grpSpPr>
      <p:sp>
        <p:nvSpPr>
          <p:cNvPr id="282" name="Google Shape;282;p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 name="Google Shape;283;p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84" name="Google Shape;284;p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3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86" name="Google Shape;286;p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87" name="Google Shape;287;p3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88" name="Google Shape;288;p3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89" name="Google Shape;289;p34"/>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0" name="Google Shape;290;p34"/>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1" name="Google Shape;291;p34"/>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2" name="Google Shape;292;p34"/>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3" name="Google Shape;293;p34"/>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4" name="Google Shape;294;p34"/>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5" name="Shape 295"/>
        <p:cNvGrpSpPr/>
        <p:nvPr/>
      </p:nvGrpSpPr>
      <p:grpSpPr>
        <a:xfrm>
          <a:off x="0" y="0"/>
          <a:ext cx="0" cy="0"/>
          <a:chOff x="0" y="0"/>
          <a:chExt cx="0" cy="0"/>
        </a:xfrm>
      </p:grpSpPr>
      <p:sp>
        <p:nvSpPr>
          <p:cNvPr id="296" name="Google Shape;296;p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8" name="Google Shape;298;p35"/>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9" name="Google Shape;299;p35"/>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300" name="Google Shape;300;p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1" name="Google Shape;301;p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2" name="Google Shape;302;p3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03" name="Google Shape;303;p3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304" name="Shape 304"/>
        <p:cNvGrpSpPr/>
        <p:nvPr/>
      </p:nvGrpSpPr>
      <p:grpSpPr>
        <a:xfrm>
          <a:off x="0" y="0"/>
          <a:ext cx="0" cy="0"/>
          <a:chOff x="0" y="0"/>
          <a:chExt cx="0" cy="0"/>
        </a:xfrm>
      </p:grpSpPr>
      <p:sp>
        <p:nvSpPr>
          <p:cNvPr id="305" name="Google Shape;305;p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07" name="Google Shape;307;p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8" name="Google Shape;308;p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3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0" name="Google Shape;310;p3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11" name="Google Shape;311;p36"/>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12" name="Google Shape;312;p3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313" name="Shape 313"/>
        <p:cNvGrpSpPr/>
        <p:nvPr/>
      </p:nvGrpSpPr>
      <p:grpSpPr>
        <a:xfrm>
          <a:off x="0" y="0"/>
          <a:ext cx="0" cy="0"/>
          <a:chOff x="0" y="0"/>
          <a:chExt cx="0" cy="0"/>
        </a:xfrm>
      </p:grpSpPr>
      <p:sp>
        <p:nvSpPr>
          <p:cNvPr id="314" name="Google Shape;314;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5" name="Google Shape;315;p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6" name="Google Shape;316;p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17" name="Google Shape;317;p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9" name="Google Shape;319;p3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324" name="Shape 324"/>
        <p:cNvGrpSpPr/>
        <p:nvPr/>
      </p:nvGrpSpPr>
      <p:grpSpPr>
        <a:xfrm>
          <a:off x="0" y="0"/>
          <a:ext cx="0" cy="0"/>
          <a:chOff x="0" y="0"/>
          <a:chExt cx="0" cy="0"/>
        </a:xfrm>
      </p:grpSpPr>
      <p:sp>
        <p:nvSpPr>
          <p:cNvPr id="325" name="Google Shape;325;p3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7" name="Google Shape;327;p39"/>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328" name="Shape 328"/>
        <p:cNvGrpSpPr/>
        <p:nvPr/>
      </p:nvGrpSpPr>
      <p:grpSpPr>
        <a:xfrm>
          <a:off x="0" y="0"/>
          <a:ext cx="0" cy="0"/>
          <a:chOff x="0" y="0"/>
          <a:chExt cx="0" cy="0"/>
        </a:xfrm>
      </p:grpSpPr>
      <p:sp>
        <p:nvSpPr>
          <p:cNvPr id="329" name="Google Shape;329;p4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0"/>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1" name="Google Shape;331;p40"/>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32" name="Google Shape;332;p40"/>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333" name="Google Shape;333;p40"/>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334" name="Google Shape;334;p4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35" name="Google Shape;335;p4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4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37" name="Google Shape;337;p4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38" name="Google Shape;338;p4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39" name="Google Shape;339;p4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0" name="Google Shape;340;p40"/>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1" name="Shape 341"/>
        <p:cNvGrpSpPr/>
        <p:nvPr/>
      </p:nvGrpSpPr>
      <p:grpSpPr>
        <a:xfrm>
          <a:off x="0" y="0"/>
          <a:ext cx="0" cy="0"/>
          <a:chOff x="0" y="0"/>
          <a:chExt cx="0" cy="0"/>
        </a:xfrm>
      </p:grpSpPr>
      <p:sp>
        <p:nvSpPr>
          <p:cNvPr id="342" name="Google Shape;342;p4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 name="Google Shape;343;p4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44" name="Google Shape;344;p4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5" name="Google Shape;345;p4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6" name="Google Shape;346;p4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47" name="Google Shape;347;p4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48" name="Google Shape;348;p4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49" name="Google Shape;349;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0" name="Google Shape;350;p41"/>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1" name="Shape 351"/>
        <p:cNvGrpSpPr/>
        <p:nvPr/>
      </p:nvGrpSpPr>
      <p:grpSpPr>
        <a:xfrm>
          <a:off x="0" y="0"/>
          <a:ext cx="0" cy="0"/>
          <a:chOff x="0" y="0"/>
          <a:chExt cx="0" cy="0"/>
        </a:xfrm>
      </p:grpSpPr>
      <p:sp>
        <p:nvSpPr>
          <p:cNvPr id="352" name="Google Shape;352;p4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3" name="Google Shape;353;p4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54" name="Google Shape;354;p4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 name="Google Shape;355;p4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56" name="Google Shape;356;p4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57" name="Google Shape;357;p4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58" name="Google Shape;358;p4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59" name="Google Shape;35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0" name="Google Shape;360;p42"/>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361" name="Google Shape;361;p42"/>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362" name="Google Shape;362;p42"/>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3" name="Google Shape;363;p42"/>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4" name="Shape 364"/>
        <p:cNvGrpSpPr/>
        <p:nvPr/>
      </p:nvGrpSpPr>
      <p:grpSpPr>
        <a:xfrm>
          <a:off x="0" y="0"/>
          <a:ext cx="0" cy="0"/>
          <a:chOff x="0" y="0"/>
          <a:chExt cx="0" cy="0"/>
        </a:xfrm>
      </p:grpSpPr>
      <p:sp>
        <p:nvSpPr>
          <p:cNvPr id="365" name="Google Shape;365;p4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 name="Google Shape;366;p4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67" name="Google Shape;367;p4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8" name="Google Shape;368;p4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69" name="Google Shape;369;p4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0" name="Google Shape;370;p4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71" name="Google Shape;371;p4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72" name="Google Shape;372;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3" name="Shape 373"/>
        <p:cNvGrpSpPr/>
        <p:nvPr/>
      </p:nvGrpSpPr>
      <p:grpSpPr>
        <a:xfrm>
          <a:off x="0" y="0"/>
          <a:ext cx="0" cy="0"/>
          <a:chOff x="0" y="0"/>
          <a:chExt cx="0" cy="0"/>
        </a:xfrm>
      </p:grpSpPr>
      <p:sp>
        <p:nvSpPr>
          <p:cNvPr id="374" name="Google Shape;374;p4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 name="Google Shape;375;p4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76" name="Google Shape;376;p4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4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78" name="Google Shape;378;p4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9" name="Google Shape;379;p4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80" name="Google Shape;380;p4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81" name="Google Shape;381;p44"/>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2" name="Google Shape;382;p44"/>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3" name="Shape 383"/>
        <p:cNvGrpSpPr/>
        <p:nvPr/>
      </p:nvGrpSpPr>
      <p:grpSpPr>
        <a:xfrm>
          <a:off x="0" y="0"/>
          <a:ext cx="0" cy="0"/>
          <a:chOff x="0" y="0"/>
          <a:chExt cx="0" cy="0"/>
        </a:xfrm>
      </p:grpSpPr>
      <p:sp>
        <p:nvSpPr>
          <p:cNvPr id="384" name="Google Shape;384;p4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5"/>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386" name="Google Shape;386;p4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87" name="Google Shape;387;p4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8" name="Google Shape;388;p4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89" name="Google Shape;389;p4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90" name="Google Shape;390;p4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91" name="Google Shape;391;p4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2" name="Shape 392"/>
        <p:cNvGrpSpPr/>
        <p:nvPr/>
      </p:nvGrpSpPr>
      <p:grpSpPr>
        <a:xfrm>
          <a:off x="0" y="0"/>
          <a:ext cx="0" cy="0"/>
          <a:chOff x="0" y="0"/>
          <a:chExt cx="0" cy="0"/>
        </a:xfrm>
      </p:grpSpPr>
      <p:sp>
        <p:nvSpPr>
          <p:cNvPr id="393" name="Google Shape;393;p46"/>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6"/>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5" name="Google Shape;395;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6" name="Shape 396"/>
        <p:cNvGrpSpPr/>
        <p:nvPr/>
      </p:nvGrpSpPr>
      <p:grpSpPr>
        <a:xfrm>
          <a:off x="0" y="0"/>
          <a:ext cx="0" cy="0"/>
          <a:chOff x="0" y="0"/>
          <a:chExt cx="0" cy="0"/>
        </a:xfrm>
      </p:grpSpPr>
      <p:sp>
        <p:nvSpPr>
          <p:cNvPr id="397" name="Google Shape;397;p47"/>
          <p:cNvSpPr/>
          <p:nvPr>
            <p:ph idx="2" type="pic"/>
          </p:nvPr>
        </p:nvSpPr>
        <p:spPr>
          <a:xfrm>
            <a:off x="0" y="0"/>
            <a:ext cx="9144000" cy="5143500"/>
          </a:xfrm>
          <a:prstGeom prst="rect">
            <a:avLst/>
          </a:prstGeom>
          <a:noFill/>
          <a:ln>
            <a:noFill/>
          </a:ln>
        </p:spPr>
      </p:sp>
      <p:sp>
        <p:nvSpPr>
          <p:cNvPr id="398" name="Google Shape;398;p47"/>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9" name="Shape 399"/>
        <p:cNvGrpSpPr/>
        <p:nvPr/>
      </p:nvGrpSpPr>
      <p:grpSpPr>
        <a:xfrm>
          <a:off x="0" y="0"/>
          <a:ext cx="0" cy="0"/>
          <a:chOff x="0" y="0"/>
          <a:chExt cx="0" cy="0"/>
        </a:xfrm>
      </p:grpSpPr>
      <p:sp>
        <p:nvSpPr>
          <p:cNvPr id="400" name="Google Shape;400;p4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 name="Google Shape;401;p4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02" name="Google Shape;402;p4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 name="Google Shape;403;p4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04" name="Google Shape;404;p4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05" name="Google Shape;405;p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06" name="Google Shape;406;p4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07" name="Google Shape;407;p48"/>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8" name="Google Shape;408;p48"/>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409" name="Shape 40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0" name="Shape 410"/>
        <p:cNvGrpSpPr/>
        <p:nvPr/>
      </p:nvGrpSpPr>
      <p:grpSpPr>
        <a:xfrm>
          <a:off x="0" y="0"/>
          <a:ext cx="0" cy="0"/>
          <a:chOff x="0" y="0"/>
          <a:chExt cx="0" cy="0"/>
        </a:xfrm>
      </p:grpSpPr>
      <p:sp>
        <p:nvSpPr>
          <p:cNvPr id="411" name="Google Shape;411;p5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3" name="Google Shape;413;p50"/>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4" name="Google Shape;414;p50"/>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5" name="Google Shape;415;p50"/>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6" name="Google Shape;416;p50"/>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7" name="Google Shape;417;p50"/>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8" name="Google Shape;418;p50"/>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9" name="Google Shape;419;p50"/>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0" name="Google Shape;420;p50"/>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1" name="Google Shape;421;p50"/>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2" name="Google Shape;422;p50"/>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3" name="Google Shape;423;p50"/>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4" name="Google Shape;424;p50"/>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5" name="Google Shape;425;p50"/>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6" name="Google Shape;426;p50"/>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7" name="Google Shape;427;p50"/>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8" name="Google Shape;428;p50"/>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9" name="Google Shape;429;p50"/>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0" name="Google Shape;430;p50"/>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431" name="Google Shape;431;p5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32" name="Google Shape;432;p5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3" name="Google Shape;433;p5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34" name="Google Shape;434;p5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35" name="Google Shape;435;p5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36" name="Google Shape;436;p5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37" name="Shape 437"/>
        <p:cNvGrpSpPr/>
        <p:nvPr/>
      </p:nvGrpSpPr>
      <p:grpSpPr>
        <a:xfrm>
          <a:off x="0" y="0"/>
          <a:ext cx="0" cy="0"/>
          <a:chOff x="0" y="0"/>
          <a:chExt cx="0" cy="0"/>
        </a:xfrm>
      </p:grpSpPr>
      <p:sp>
        <p:nvSpPr>
          <p:cNvPr id="438" name="Google Shape;438;p5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 name="Google Shape;439;p5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40" name="Google Shape;440;p5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 name="Google Shape;441;p5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42" name="Google Shape;442;p5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43" name="Google Shape;443;p5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44" name="Google Shape;444;p5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45" name="Google Shape;445;p51"/>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446" name="Google Shape;446;p51"/>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447" name="Shape 447"/>
        <p:cNvGrpSpPr/>
        <p:nvPr/>
      </p:nvGrpSpPr>
      <p:grpSpPr>
        <a:xfrm>
          <a:off x="0" y="0"/>
          <a:ext cx="0" cy="0"/>
          <a:chOff x="0" y="0"/>
          <a:chExt cx="0" cy="0"/>
        </a:xfrm>
      </p:grpSpPr>
      <p:sp>
        <p:nvSpPr>
          <p:cNvPr id="448" name="Google Shape;448;p5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 name="Google Shape;449;p5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50" name="Google Shape;450;p5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 name="Google Shape;451;p5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52" name="Google Shape;452;p5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53" name="Google Shape;453;p5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54" name="Google Shape;454;p5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55" name="Google Shape;455;p52"/>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2"/>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7" name="Google Shape;457;p52"/>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58" name="Shape 458"/>
        <p:cNvGrpSpPr/>
        <p:nvPr/>
      </p:nvGrpSpPr>
      <p:grpSpPr>
        <a:xfrm>
          <a:off x="0" y="0"/>
          <a:ext cx="0" cy="0"/>
          <a:chOff x="0" y="0"/>
          <a:chExt cx="0" cy="0"/>
        </a:xfrm>
      </p:grpSpPr>
      <p:sp>
        <p:nvSpPr>
          <p:cNvPr id="459" name="Google Shape;459;p5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 name="Google Shape;460;p5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61" name="Google Shape;461;p5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 name="Google Shape;462;p5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63" name="Google Shape;463;p5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64" name="Google Shape;464;p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65" name="Google Shape;465;p5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66" name="Google Shape;466;p53"/>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7" name="Google Shape;467;p53"/>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8" name="Shape 468"/>
        <p:cNvGrpSpPr/>
        <p:nvPr/>
      </p:nvGrpSpPr>
      <p:grpSpPr>
        <a:xfrm>
          <a:off x="0" y="0"/>
          <a:ext cx="0" cy="0"/>
          <a:chOff x="0" y="0"/>
          <a:chExt cx="0" cy="0"/>
        </a:xfrm>
      </p:grpSpPr>
      <p:sp>
        <p:nvSpPr>
          <p:cNvPr id="469" name="Google Shape;469;p5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5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71" name="Google Shape;471;p5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 name="Google Shape;472;p5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73" name="Google Shape;473;p5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74" name="Google Shape;474;p5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75" name="Google Shape;475;p5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76" name="Google Shape;47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7" name="Google Shape;477;p54"/>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8" name="Google Shape;478;p54"/>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9" name="Google Shape;479;p54"/>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0" name="Google Shape;480;p54"/>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1" name="Google Shape;481;p54"/>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2" name="Google Shape;482;p54"/>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483" name="Shape 483"/>
        <p:cNvGrpSpPr/>
        <p:nvPr/>
      </p:nvGrpSpPr>
      <p:grpSpPr>
        <a:xfrm>
          <a:off x="0" y="0"/>
          <a:ext cx="0" cy="0"/>
          <a:chOff x="0" y="0"/>
          <a:chExt cx="0" cy="0"/>
        </a:xfrm>
      </p:grpSpPr>
      <p:sp>
        <p:nvSpPr>
          <p:cNvPr id="484" name="Google Shape;484;p5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5" name="Google Shape;485;p5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86" name="Google Shape;486;p5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5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88" name="Google Shape;488;p5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89" name="Google Shape;489;p5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90" name="Google Shape;490;p5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91" name="Google Shape;491;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2" name="Google Shape;492;p55"/>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3" name="Google Shape;493;p55"/>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4" name="Google Shape;494;p55"/>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5" name="Google Shape;495;p55"/>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6" name="Google Shape;496;p55"/>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7" name="Google Shape;497;p55"/>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498" name="Shape 498"/>
        <p:cNvGrpSpPr/>
        <p:nvPr/>
      </p:nvGrpSpPr>
      <p:grpSpPr>
        <a:xfrm>
          <a:off x="0" y="0"/>
          <a:ext cx="0" cy="0"/>
          <a:chOff x="0" y="0"/>
          <a:chExt cx="0" cy="0"/>
        </a:xfrm>
      </p:grpSpPr>
      <p:sp>
        <p:nvSpPr>
          <p:cNvPr id="499" name="Google Shape;499;p5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0" name="Google Shape;500;p5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01" name="Google Shape;501;p5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5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03" name="Google Shape;503;p5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04" name="Google Shape;504;p5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05" name="Google Shape;505;p5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06" name="Google Shape;506;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07" name="Google Shape;507;p56"/>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8" name="Google Shape;508;p56"/>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9" name="Google Shape;509;p56"/>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10" name="Google Shape;510;p56"/>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1" name="Google Shape;511;p56"/>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2" name="Google Shape;512;p56"/>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13" name="Shape 513"/>
        <p:cNvGrpSpPr/>
        <p:nvPr/>
      </p:nvGrpSpPr>
      <p:grpSpPr>
        <a:xfrm>
          <a:off x="0" y="0"/>
          <a:ext cx="0" cy="0"/>
          <a:chOff x="0" y="0"/>
          <a:chExt cx="0" cy="0"/>
        </a:xfrm>
      </p:grpSpPr>
      <p:sp>
        <p:nvSpPr>
          <p:cNvPr id="514" name="Google Shape;514;p5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5" name="Google Shape;515;p5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16" name="Google Shape;516;p5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 name="Google Shape;517;p5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18" name="Google Shape;518;p5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19" name="Google Shape;519;p5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20" name="Google Shape;520;p5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21" name="Google Shape;521;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2" name="Google Shape;522;p57"/>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3" name="Google Shape;523;p57"/>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4" name="Google Shape;524;p57"/>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5" name="Google Shape;525;p57"/>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6" name="Google Shape;526;p57"/>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7" name="Google Shape;527;p57"/>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8" name="Google Shape;528;p57"/>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9" name="Google Shape;529;p57"/>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530" name="Shape 530"/>
        <p:cNvGrpSpPr/>
        <p:nvPr/>
      </p:nvGrpSpPr>
      <p:grpSpPr>
        <a:xfrm>
          <a:off x="0" y="0"/>
          <a:ext cx="0" cy="0"/>
          <a:chOff x="0" y="0"/>
          <a:chExt cx="0" cy="0"/>
        </a:xfrm>
      </p:grpSpPr>
      <p:sp>
        <p:nvSpPr>
          <p:cNvPr id="531" name="Google Shape;531;p5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2" name="Google Shape;532;p5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33" name="Google Shape;533;p5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5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35" name="Google Shape;535;p5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36" name="Google Shape;536;p5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37" name="Google Shape;537;p5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38" name="Google Shape;538;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9" name="Google Shape;539;p58"/>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0" name="Google Shape;540;p58"/>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1" name="Google Shape;541;p58"/>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2" name="Google Shape;542;p58"/>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3" name="Google Shape;543;p58"/>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4" name="Google Shape;544;p58"/>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5" name="Google Shape;545;p58"/>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6" name="Google Shape;546;p58"/>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58"/>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8" name="Google Shape;548;p58"/>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9" name="Google Shape;549;p58"/>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58"/>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551" name="Shape 551"/>
        <p:cNvGrpSpPr/>
        <p:nvPr/>
      </p:nvGrpSpPr>
      <p:grpSpPr>
        <a:xfrm>
          <a:off x="0" y="0"/>
          <a:ext cx="0" cy="0"/>
          <a:chOff x="0" y="0"/>
          <a:chExt cx="0" cy="0"/>
        </a:xfrm>
      </p:grpSpPr>
      <p:sp>
        <p:nvSpPr>
          <p:cNvPr id="552" name="Google Shape;552;p5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3" name="Google Shape;553;p5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54" name="Google Shape;554;p5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 name="Google Shape;555;p5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56" name="Google Shape;556;p5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57" name="Google Shape;557;p5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58" name="Google Shape;558;p5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59" name="Google Shape;559;p59"/>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0" name="Google Shape;560;p59"/>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1" name="Google Shape;561;p59"/>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2" name="Google Shape;562;p59"/>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3" name="Google Shape;563;p59"/>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4" name="Google Shape;564;p59"/>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65" name="Shape 565"/>
        <p:cNvGrpSpPr/>
        <p:nvPr/>
      </p:nvGrpSpPr>
      <p:grpSpPr>
        <a:xfrm>
          <a:off x="0" y="0"/>
          <a:ext cx="0" cy="0"/>
          <a:chOff x="0" y="0"/>
          <a:chExt cx="0" cy="0"/>
        </a:xfrm>
      </p:grpSpPr>
      <p:sp>
        <p:nvSpPr>
          <p:cNvPr id="566" name="Google Shape;566;p6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0"/>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68" name="Google Shape;568;p60"/>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9" name="Google Shape;569;p6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570" name="Google Shape;570;p6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1" name="Google Shape;571;p6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6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73" name="Google Shape;573;p60"/>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574" name="Shape 574"/>
        <p:cNvGrpSpPr/>
        <p:nvPr/>
      </p:nvGrpSpPr>
      <p:grpSpPr>
        <a:xfrm>
          <a:off x="0" y="0"/>
          <a:ext cx="0" cy="0"/>
          <a:chOff x="0" y="0"/>
          <a:chExt cx="0" cy="0"/>
        </a:xfrm>
      </p:grpSpPr>
      <p:sp>
        <p:nvSpPr>
          <p:cNvPr id="575" name="Google Shape;575;p6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77" name="Google Shape;577;p6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8" name="Google Shape;578;p6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6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0" name="Google Shape;580;p6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81" name="Google Shape;581;p61"/>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82" name="Google Shape;582;p6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583" name="Shape 583"/>
        <p:cNvGrpSpPr/>
        <p:nvPr/>
      </p:nvGrpSpPr>
      <p:grpSpPr>
        <a:xfrm>
          <a:off x="0" y="0"/>
          <a:ext cx="0" cy="0"/>
          <a:chOff x="0" y="0"/>
          <a:chExt cx="0" cy="0"/>
        </a:xfrm>
      </p:grpSpPr>
      <p:sp>
        <p:nvSpPr>
          <p:cNvPr id="584" name="Google Shape;584;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5" name="Google Shape;585;p6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 name="Google Shape;586;p6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87" name="Google Shape;587;p6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8" name="Google Shape;588;p6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9" name="Google Shape;589;p62"/>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94" name="Shape 594"/>
        <p:cNvGrpSpPr/>
        <p:nvPr/>
      </p:nvGrpSpPr>
      <p:grpSpPr>
        <a:xfrm>
          <a:off x="0" y="0"/>
          <a:ext cx="0" cy="0"/>
          <a:chOff x="0" y="0"/>
          <a:chExt cx="0" cy="0"/>
        </a:xfrm>
      </p:grpSpPr>
      <p:sp>
        <p:nvSpPr>
          <p:cNvPr id="595" name="Google Shape;595;p6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4"/>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97" name="Google Shape;597;p6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598" name="Shape 598"/>
        <p:cNvGrpSpPr/>
        <p:nvPr/>
      </p:nvGrpSpPr>
      <p:grpSpPr>
        <a:xfrm>
          <a:off x="0" y="0"/>
          <a:ext cx="0" cy="0"/>
          <a:chOff x="0" y="0"/>
          <a:chExt cx="0" cy="0"/>
        </a:xfrm>
      </p:grpSpPr>
      <p:sp>
        <p:nvSpPr>
          <p:cNvPr id="599" name="Google Shape;599;p6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1" name="Google Shape;601;p65"/>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2" name="Google Shape;602;p65"/>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603" name="Google Shape;603;p6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604" name="Google Shape;604;p6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05" name="Google Shape;605;p6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6" name="Google Shape;606;p6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07" name="Google Shape;607;p6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08" name="Google Shape;608;p6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09" name="Google Shape;609;p6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10" name="Google Shape;610;p6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1" name="Shape 611"/>
        <p:cNvGrpSpPr/>
        <p:nvPr/>
      </p:nvGrpSpPr>
      <p:grpSpPr>
        <a:xfrm>
          <a:off x="0" y="0"/>
          <a:ext cx="0" cy="0"/>
          <a:chOff x="0" y="0"/>
          <a:chExt cx="0" cy="0"/>
        </a:xfrm>
      </p:grpSpPr>
      <p:sp>
        <p:nvSpPr>
          <p:cNvPr id="612" name="Google Shape;612;p6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3" name="Google Shape;613;p6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14" name="Google Shape;614;p6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5" name="Google Shape;615;p6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16" name="Google Shape;616;p6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17" name="Google Shape;617;p6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18" name="Google Shape;618;p6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19" name="Google Shape;619;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20" name="Google Shape;620;p6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1" name="Shape 621"/>
        <p:cNvGrpSpPr/>
        <p:nvPr/>
      </p:nvGrpSpPr>
      <p:grpSpPr>
        <a:xfrm>
          <a:off x="0" y="0"/>
          <a:ext cx="0" cy="0"/>
          <a:chOff x="0" y="0"/>
          <a:chExt cx="0" cy="0"/>
        </a:xfrm>
      </p:grpSpPr>
      <p:sp>
        <p:nvSpPr>
          <p:cNvPr id="622" name="Google Shape;622;p6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3" name="Google Shape;623;p6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24" name="Google Shape;624;p6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5" name="Google Shape;625;p6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26" name="Google Shape;626;p6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27" name="Google Shape;627;p6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28" name="Google Shape;628;p6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29" name="Google Shape;629;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0" name="Google Shape;630;p67"/>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631" name="Google Shape;631;p67"/>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632" name="Google Shape;632;p67"/>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33" name="Google Shape;633;p67"/>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4" name="Shape 634"/>
        <p:cNvGrpSpPr/>
        <p:nvPr/>
      </p:nvGrpSpPr>
      <p:grpSpPr>
        <a:xfrm>
          <a:off x="0" y="0"/>
          <a:ext cx="0" cy="0"/>
          <a:chOff x="0" y="0"/>
          <a:chExt cx="0" cy="0"/>
        </a:xfrm>
      </p:grpSpPr>
      <p:sp>
        <p:nvSpPr>
          <p:cNvPr id="635" name="Google Shape;635;p6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6" name="Google Shape;636;p6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37" name="Google Shape;637;p6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8" name="Google Shape;638;p6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39" name="Google Shape;639;p6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40" name="Google Shape;640;p6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41" name="Google Shape;641;p6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42" name="Google Shape;642;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3" name="Shape 643"/>
        <p:cNvGrpSpPr/>
        <p:nvPr/>
      </p:nvGrpSpPr>
      <p:grpSpPr>
        <a:xfrm>
          <a:off x="0" y="0"/>
          <a:ext cx="0" cy="0"/>
          <a:chOff x="0" y="0"/>
          <a:chExt cx="0" cy="0"/>
        </a:xfrm>
      </p:grpSpPr>
      <p:sp>
        <p:nvSpPr>
          <p:cNvPr id="644" name="Google Shape;644;p6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5" name="Google Shape;645;p6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46" name="Google Shape;646;p6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7" name="Google Shape;647;p6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48" name="Google Shape;648;p6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49" name="Google Shape;649;p6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50" name="Google Shape;650;p6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51" name="Google Shape;651;p69"/>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2" name="Google Shape;652;p69"/>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3" name="Shape 653"/>
        <p:cNvGrpSpPr/>
        <p:nvPr/>
      </p:nvGrpSpPr>
      <p:grpSpPr>
        <a:xfrm>
          <a:off x="0" y="0"/>
          <a:ext cx="0" cy="0"/>
          <a:chOff x="0" y="0"/>
          <a:chExt cx="0" cy="0"/>
        </a:xfrm>
      </p:grpSpPr>
      <p:sp>
        <p:nvSpPr>
          <p:cNvPr id="654" name="Google Shape;654;p7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0"/>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656" name="Google Shape;656;p7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57" name="Google Shape;657;p7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8" name="Google Shape;658;p7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59" name="Google Shape;659;p7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60" name="Google Shape;660;p7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61" name="Google Shape;661;p7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2" name="Shape 662"/>
        <p:cNvGrpSpPr/>
        <p:nvPr/>
      </p:nvGrpSpPr>
      <p:grpSpPr>
        <a:xfrm>
          <a:off x="0" y="0"/>
          <a:ext cx="0" cy="0"/>
          <a:chOff x="0" y="0"/>
          <a:chExt cx="0" cy="0"/>
        </a:xfrm>
      </p:grpSpPr>
      <p:sp>
        <p:nvSpPr>
          <p:cNvPr id="663" name="Google Shape;663;p71"/>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4" name="Google Shape;664;p71"/>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65" name="Google Shape;665;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6" name="Shape 666"/>
        <p:cNvGrpSpPr/>
        <p:nvPr/>
      </p:nvGrpSpPr>
      <p:grpSpPr>
        <a:xfrm>
          <a:off x="0" y="0"/>
          <a:ext cx="0" cy="0"/>
          <a:chOff x="0" y="0"/>
          <a:chExt cx="0" cy="0"/>
        </a:xfrm>
      </p:grpSpPr>
      <p:sp>
        <p:nvSpPr>
          <p:cNvPr id="667" name="Google Shape;667;p72"/>
          <p:cNvSpPr/>
          <p:nvPr>
            <p:ph idx="2" type="pic"/>
          </p:nvPr>
        </p:nvSpPr>
        <p:spPr>
          <a:xfrm>
            <a:off x="0" y="0"/>
            <a:ext cx="9144000" cy="5143500"/>
          </a:xfrm>
          <a:prstGeom prst="rect">
            <a:avLst/>
          </a:prstGeom>
          <a:noFill/>
          <a:ln>
            <a:noFill/>
          </a:ln>
        </p:spPr>
      </p:sp>
      <p:sp>
        <p:nvSpPr>
          <p:cNvPr id="668" name="Google Shape;668;p72"/>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9" name="Shape 669"/>
        <p:cNvGrpSpPr/>
        <p:nvPr/>
      </p:nvGrpSpPr>
      <p:grpSpPr>
        <a:xfrm>
          <a:off x="0" y="0"/>
          <a:ext cx="0" cy="0"/>
          <a:chOff x="0" y="0"/>
          <a:chExt cx="0" cy="0"/>
        </a:xfrm>
      </p:grpSpPr>
      <p:sp>
        <p:nvSpPr>
          <p:cNvPr id="670" name="Google Shape;670;p7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1" name="Google Shape;671;p7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72" name="Google Shape;672;p7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3" name="Google Shape;673;p7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74" name="Google Shape;674;p7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75" name="Google Shape;675;p7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76" name="Google Shape;676;p7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77" name="Google Shape;677;p73"/>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78" name="Google Shape;678;p73"/>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679" name="Shape 679"/>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0" name="Shape 680"/>
        <p:cNvGrpSpPr/>
        <p:nvPr/>
      </p:nvGrpSpPr>
      <p:grpSpPr>
        <a:xfrm>
          <a:off x="0" y="0"/>
          <a:ext cx="0" cy="0"/>
          <a:chOff x="0" y="0"/>
          <a:chExt cx="0" cy="0"/>
        </a:xfrm>
      </p:grpSpPr>
      <p:sp>
        <p:nvSpPr>
          <p:cNvPr id="681" name="Google Shape;681;p7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3" name="Google Shape;683;p75"/>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4" name="Google Shape;684;p75"/>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5" name="Google Shape;685;p75"/>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6" name="Google Shape;686;p75"/>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7" name="Google Shape;687;p75"/>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8" name="Google Shape;688;p75"/>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9" name="Google Shape;689;p75"/>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0" name="Google Shape;690;p75"/>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1" name="Google Shape;691;p75"/>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2" name="Google Shape;692;p75"/>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3" name="Google Shape;693;p75"/>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4" name="Google Shape;694;p75"/>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5" name="Google Shape;695;p75"/>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96" name="Google Shape;696;p75"/>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97" name="Google Shape;697;p75"/>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98" name="Google Shape;698;p75"/>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99" name="Google Shape;699;p75"/>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0" name="Google Shape;700;p75"/>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701" name="Google Shape;701;p7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02" name="Google Shape;702;p7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3" name="Google Shape;703;p7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04" name="Google Shape;704;p7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05" name="Google Shape;705;p7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06" name="Google Shape;706;p7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07" name="Shape 707"/>
        <p:cNvGrpSpPr/>
        <p:nvPr/>
      </p:nvGrpSpPr>
      <p:grpSpPr>
        <a:xfrm>
          <a:off x="0" y="0"/>
          <a:ext cx="0" cy="0"/>
          <a:chOff x="0" y="0"/>
          <a:chExt cx="0" cy="0"/>
        </a:xfrm>
      </p:grpSpPr>
      <p:sp>
        <p:nvSpPr>
          <p:cNvPr id="708" name="Google Shape;708;p7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9" name="Google Shape;709;p7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10" name="Google Shape;710;p7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1" name="Google Shape;711;p7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12" name="Google Shape;712;p7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13" name="Google Shape;713;p7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14" name="Google Shape;714;p7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15" name="Google Shape;715;p76"/>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716" name="Google Shape;716;p76"/>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717" name="Shape 717"/>
        <p:cNvGrpSpPr/>
        <p:nvPr/>
      </p:nvGrpSpPr>
      <p:grpSpPr>
        <a:xfrm>
          <a:off x="0" y="0"/>
          <a:ext cx="0" cy="0"/>
          <a:chOff x="0" y="0"/>
          <a:chExt cx="0" cy="0"/>
        </a:xfrm>
      </p:grpSpPr>
      <p:sp>
        <p:nvSpPr>
          <p:cNvPr id="718" name="Google Shape;718;p7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9" name="Google Shape;719;p7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20" name="Google Shape;720;p7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1" name="Google Shape;721;p7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22" name="Google Shape;722;p7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23" name="Google Shape;723;p7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24" name="Google Shape;724;p7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25" name="Google Shape;725;p7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6" name="Google Shape;726;p7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27" name="Google Shape;727;p77"/>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28" name="Shape 728"/>
        <p:cNvGrpSpPr/>
        <p:nvPr/>
      </p:nvGrpSpPr>
      <p:grpSpPr>
        <a:xfrm>
          <a:off x="0" y="0"/>
          <a:ext cx="0" cy="0"/>
          <a:chOff x="0" y="0"/>
          <a:chExt cx="0" cy="0"/>
        </a:xfrm>
      </p:grpSpPr>
      <p:sp>
        <p:nvSpPr>
          <p:cNvPr id="729" name="Google Shape;729;p7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0" name="Google Shape;730;p7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31" name="Google Shape;731;p7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2" name="Google Shape;732;p7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33" name="Google Shape;733;p7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34" name="Google Shape;734;p7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35" name="Google Shape;735;p7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36" name="Google Shape;736;p78"/>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37" name="Google Shape;737;p78"/>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38" name="Shape 738"/>
        <p:cNvGrpSpPr/>
        <p:nvPr/>
      </p:nvGrpSpPr>
      <p:grpSpPr>
        <a:xfrm>
          <a:off x="0" y="0"/>
          <a:ext cx="0" cy="0"/>
          <a:chOff x="0" y="0"/>
          <a:chExt cx="0" cy="0"/>
        </a:xfrm>
      </p:grpSpPr>
      <p:sp>
        <p:nvSpPr>
          <p:cNvPr id="739" name="Google Shape;739;p7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0" name="Google Shape;740;p7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41" name="Google Shape;741;p7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2" name="Google Shape;742;p7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43" name="Google Shape;743;p7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44" name="Google Shape;744;p7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45" name="Google Shape;745;p7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46" name="Google Shape;746;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7" name="Google Shape;747;p79"/>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8" name="Google Shape;748;p79"/>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9" name="Google Shape;749;p79"/>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0" name="Google Shape;750;p79"/>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51" name="Google Shape;751;p79"/>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52" name="Google Shape;752;p79"/>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753" name="Shape 753"/>
        <p:cNvGrpSpPr/>
        <p:nvPr/>
      </p:nvGrpSpPr>
      <p:grpSpPr>
        <a:xfrm>
          <a:off x="0" y="0"/>
          <a:ext cx="0" cy="0"/>
          <a:chOff x="0" y="0"/>
          <a:chExt cx="0" cy="0"/>
        </a:xfrm>
      </p:grpSpPr>
      <p:sp>
        <p:nvSpPr>
          <p:cNvPr id="754" name="Google Shape;754;p8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5" name="Google Shape;755;p8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56" name="Google Shape;756;p8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7" name="Google Shape;757;p8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58" name="Google Shape;758;p8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59" name="Google Shape;759;p8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60" name="Google Shape;760;p8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61" name="Google Shape;761;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2" name="Google Shape;762;p8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63" name="Google Shape;763;p80"/>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64" name="Google Shape;764;p80"/>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65" name="Google Shape;765;p80"/>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66" name="Google Shape;766;p80"/>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67" name="Google Shape;767;p80"/>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768" name="Shape 768"/>
        <p:cNvGrpSpPr/>
        <p:nvPr/>
      </p:nvGrpSpPr>
      <p:grpSpPr>
        <a:xfrm>
          <a:off x="0" y="0"/>
          <a:ext cx="0" cy="0"/>
          <a:chOff x="0" y="0"/>
          <a:chExt cx="0" cy="0"/>
        </a:xfrm>
      </p:grpSpPr>
      <p:sp>
        <p:nvSpPr>
          <p:cNvPr id="769" name="Google Shape;769;p8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0" name="Google Shape;770;p8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71" name="Google Shape;771;p8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2" name="Google Shape;772;p8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73" name="Google Shape;773;p8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74" name="Google Shape;774;p8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75" name="Google Shape;775;p8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76" name="Google Shape;776;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77" name="Google Shape;777;p81"/>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78" name="Google Shape;778;p81"/>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79" name="Google Shape;779;p81"/>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80" name="Google Shape;780;p81"/>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81" name="Google Shape;781;p81"/>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82" name="Google Shape;782;p81"/>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83" name="Shape 783"/>
        <p:cNvGrpSpPr/>
        <p:nvPr/>
      </p:nvGrpSpPr>
      <p:grpSpPr>
        <a:xfrm>
          <a:off x="0" y="0"/>
          <a:ext cx="0" cy="0"/>
          <a:chOff x="0" y="0"/>
          <a:chExt cx="0" cy="0"/>
        </a:xfrm>
      </p:grpSpPr>
      <p:sp>
        <p:nvSpPr>
          <p:cNvPr id="784" name="Google Shape;784;p8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5" name="Google Shape;785;p8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86" name="Google Shape;786;p8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7" name="Google Shape;787;p8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88" name="Google Shape;788;p8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89" name="Google Shape;789;p8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90" name="Google Shape;790;p8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91" name="Google Shape;791;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2" name="Google Shape;792;p82"/>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3" name="Google Shape;793;p82"/>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4" name="Google Shape;794;p82"/>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5" name="Google Shape;795;p82"/>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6" name="Google Shape;796;p82"/>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97" name="Google Shape;797;p82"/>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98" name="Google Shape;798;p82"/>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99" name="Google Shape;799;p82"/>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800" name="Shape 800"/>
        <p:cNvGrpSpPr/>
        <p:nvPr/>
      </p:nvGrpSpPr>
      <p:grpSpPr>
        <a:xfrm>
          <a:off x="0" y="0"/>
          <a:ext cx="0" cy="0"/>
          <a:chOff x="0" y="0"/>
          <a:chExt cx="0" cy="0"/>
        </a:xfrm>
      </p:grpSpPr>
      <p:sp>
        <p:nvSpPr>
          <p:cNvPr id="801" name="Google Shape;801;p8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2" name="Google Shape;802;p8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03" name="Google Shape;803;p8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4" name="Google Shape;804;p8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05" name="Google Shape;805;p8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06" name="Google Shape;806;p8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07" name="Google Shape;807;p8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08" name="Google Shape;808;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09" name="Google Shape;809;p83"/>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0" name="Google Shape;810;p83"/>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1" name="Google Shape;811;p83"/>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2" name="Google Shape;812;p83"/>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3" name="Google Shape;813;p83"/>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4" name="Google Shape;814;p83"/>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5" name="Google Shape;815;p83"/>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6" name="Google Shape;816;p83"/>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7" name="Google Shape;817;p83"/>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8" name="Google Shape;818;p83"/>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9" name="Google Shape;819;p83"/>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0" name="Google Shape;820;p83"/>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821" name="Shape 821"/>
        <p:cNvGrpSpPr/>
        <p:nvPr/>
      </p:nvGrpSpPr>
      <p:grpSpPr>
        <a:xfrm>
          <a:off x="0" y="0"/>
          <a:ext cx="0" cy="0"/>
          <a:chOff x="0" y="0"/>
          <a:chExt cx="0" cy="0"/>
        </a:xfrm>
      </p:grpSpPr>
      <p:sp>
        <p:nvSpPr>
          <p:cNvPr id="822" name="Google Shape;822;p8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3" name="Google Shape;823;p8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24" name="Google Shape;824;p8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5" name="Google Shape;825;p8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26" name="Google Shape;826;p8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27" name="Google Shape;827;p8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28" name="Google Shape;828;p8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29" name="Google Shape;829;p84"/>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0" name="Google Shape;830;p84"/>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31" name="Google Shape;831;p84"/>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2" name="Google Shape;832;p84"/>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33" name="Google Shape;833;p84"/>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4" name="Google Shape;834;p84"/>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5" name="Shape 835"/>
        <p:cNvGrpSpPr/>
        <p:nvPr/>
      </p:nvGrpSpPr>
      <p:grpSpPr>
        <a:xfrm>
          <a:off x="0" y="0"/>
          <a:ext cx="0" cy="0"/>
          <a:chOff x="0" y="0"/>
          <a:chExt cx="0" cy="0"/>
        </a:xfrm>
      </p:grpSpPr>
      <p:sp>
        <p:nvSpPr>
          <p:cNvPr id="836" name="Google Shape;836;p8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85"/>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8" name="Google Shape;838;p85"/>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9" name="Google Shape;839;p85"/>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840" name="Google Shape;840;p8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1" name="Google Shape;841;p8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2" name="Google Shape;842;p8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43" name="Google Shape;843;p8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844" name="Shape 844"/>
        <p:cNvGrpSpPr/>
        <p:nvPr/>
      </p:nvGrpSpPr>
      <p:grpSpPr>
        <a:xfrm>
          <a:off x="0" y="0"/>
          <a:ext cx="0" cy="0"/>
          <a:chOff x="0" y="0"/>
          <a:chExt cx="0" cy="0"/>
        </a:xfrm>
      </p:grpSpPr>
      <p:sp>
        <p:nvSpPr>
          <p:cNvPr id="845" name="Google Shape;845;p8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8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847" name="Google Shape;847;p8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8" name="Google Shape;848;p8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9" name="Google Shape;849;p8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50" name="Google Shape;850;p8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51" name="Google Shape;851;p86"/>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52" name="Google Shape;852;p8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853" name="Shape 853"/>
        <p:cNvGrpSpPr/>
        <p:nvPr/>
      </p:nvGrpSpPr>
      <p:grpSpPr>
        <a:xfrm>
          <a:off x="0" y="0"/>
          <a:ext cx="0" cy="0"/>
          <a:chOff x="0" y="0"/>
          <a:chExt cx="0" cy="0"/>
        </a:xfrm>
      </p:grpSpPr>
      <p:sp>
        <p:nvSpPr>
          <p:cNvPr id="854" name="Google Shape;854;p8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55" name="Google Shape;855;p8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6" name="Google Shape;856;p8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57" name="Google Shape;857;p8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8" name="Google Shape;858;p8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59" name="Google Shape;859;p8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64" name="Shape 864"/>
        <p:cNvGrpSpPr/>
        <p:nvPr/>
      </p:nvGrpSpPr>
      <p:grpSpPr>
        <a:xfrm>
          <a:off x="0" y="0"/>
          <a:ext cx="0" cy="0"/>
          <a:chOff x="0" y="0"/>
          <a:chExt cx="0" cy="0"/>
        </a:xfrm>
      </p:grpSpPr>
      <p:sp>
        <p:nvSpPr>
          <p:cNvPr id="865" name="Google Shape;865;p8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89"/>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67" name="Google Shape;867;p89"/>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868" name="Shape 868"/>
        <p:cNvGrpSpPr/>
        <p:nvPr/>
      </p:nvGrpSpPr>
      <p:grpSpPr>
        <a:xfrm>
          <a:off x="0" y="0"/>
          <a:ext cx="0" cy="0"/>
          <a:chOff x="0" y="0"/>
          <a:chExt cx="0" cy="0"/>
        </a:xfrm>
      </p:grpSpPr>
      <p:sp>
        <p:nvSpPr>
          <p:cNvPr id="869" name="Google Shape;869;p9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90"/>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71" name="Google Shape;871;p90"/>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872" name="Google Shape;872;p90"/>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873" name="Google Shape;873;p90"/>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874" name="Google Shape;874;p9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75" name="Google Shape;875;p9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6" name="Google Shape;876;p9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77" name="Google Shape;877;p9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78" name="Google Shape;878;p9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79" name="Google Shape;879;p9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80" name="Google Shape;880;p90"/>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1" name="Shape 881"/>
        <p:cNvGrpSpPr/>
        <p:nvPr/>
      </p:nvGrpSpPr>
      <p:grpSpPr>
        <a:xfrm>
          <a:off x="0" y="0"/>
          <a:ext cx="0" cy="0"/>
          <a:chOff x="0" y="0"/>
          <a:chExt cx="0" cy="0"/>
        </a:xfrm>
      </p:grpSpPr>
      <p:sp>
        <p:nvSpPr>
          <p:cNvPr id="882" name="Google Shape;882;p9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 name="Google Shape;883;p9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84" name="Google Shape;884;p9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5" name="Google Shape;885;p9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86" name="Google Shape;886;p9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87" name="Google Shape;887;p9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88" name="Google Shape;888;p9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89" name="Google Shape;889;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91"/>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1" name="Shape 891"/>
        <p:cNvGrpSpPr/>
        <p:nvPr/>
      </p:nvGrpSpPr>
      <p:grpSpPr>
        <a:xfrm>
          <a:off x="0" y="0"/>
          <a:ext cx="0" cy="0"/>
          <a:chOff x="0" y="0"/>
          <a:chExt cx="0" cy="0"/>
        </a:xfrm>
      </p:grpSpPr>
      <p:sp>
        <p:nvSpPr>
          <p:cNvPr id="892" name="Google Shape;892;p9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3" name="Google Shape;893;p9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94" name="Google Shape;894;p9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5" name="Google Shape;895;p9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96" name="Google Shape;896;p9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97" name="Google Shape;897;p9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98" name="Google Shape;898;p9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99" name="Google Shape;899;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0" name="Google Shape;900;p92"/>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901" name="Google Shape;901;p92"/>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902" name="Google Shape;902;p92"/>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903" name="Google Shape;903;p92"/>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4" name="Shape 904"/>
        <p:cNvGrpSpPr/>
        <p:nvPr/>
      </p:nvGrpSpPr>
      <p:grpSpPr>
        <a:xfrm>
          <a:off x="0" y="0"/>
          <a:ext cx="0" cy="0"/>
          <a:chOff x="0" y="0"/>
          <a:chExt cx="0" cy="0"/>
        </a:xfrm>
      </p:grpSpPr>
      <p:sp>
        <p:nvSpPr>
          <p:cNvPr id="905" name="Google Shape;905;p9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6" name="Google Shape;906;p9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07" name="Google Shape;907;p9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8" name="Google Shape;908;p9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09" name="Google Shape;909;p9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10" name="Google Shape;910;p9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11" name="Google Shape;911;p9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12" name="Google Shape;912;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3" name="Shape 913"/>
        <p:cNvGrpSpPr/>
        <p:nvPr/>
      </p:nvGrpSpPr>
      <p:grpSpPr>
        <a:xfrm>
          <a:off x="0" y="0"/>
          <a:ext cx="0" cy="0"/>
          <a:chOff x="0" y="0"/>
          <a:chExt cx="0" cy="0"/>
        </a:xfrm>
      </p:grpSpPr>
      <p:sp>
        <p:nvSpPr>
          <p:cNvPr id="914" name="Google Shape;914;p9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5" name="Google Shape;915;p9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16" name="Google Shape;916;p9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7" name="Google Shape;917;p9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18" name="Google Shape;918;p9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19" name="Google Shape;919;p9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20" name="Google Shape;920;p9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21" name="Google Shape;921;p94"/>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2" name="Google Shape;922;p94"/>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23" name="Shape 923"/>
        <p:cNvGrpSpPr/>
        <p:nvPr/>
      </p:nvGrpSpPr>
      <p:grpSpPr>
        <a:xfrm>
          <a:off x="0" y="0"/>
          <a:ext cx="0" cy="0"/>
          <a:chOff x="0" y="0"/>
          <a:chExt cx="0" cy="0"/>
        </a:xfrm>
      </p:grpSpPr>
      <p:sp>
        <p:nvSpPr>
          <p:cNvPr id="924" name="Google Shape;924;p9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95"/>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926" name="Google Shape;926;p9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27" name="Google Shape;927;p9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8" name="Google Shape;928;p9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29" name="Google Shape;929;p9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30" name="Google Shape;930;p9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31" name="Google Shape;931;p9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2" name="Shape 932"/>
        <p:cNvGrpSpPr/>
        <p:nvPr/>
      </p:nvGrpSpPr>
      <p:grpSpPr>
        <a:xfrm>
          <a:off x="0" y="0"/>
          <a:ext cx="0" cy="0"/>
          <a:chOff x="0" y="0"/>
          <a:chExt cx="0" cy="0"/>
        </a:xfrm>
      </p:grpSpPr>
      <p:sp>
        <p:nvSpPr>
          <p:cNvPr id="933" name="Google Shape;933;p96"/>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4" name="Google Shape;934;p96"/>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5" name="Google Shape;935;p9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6" name="Shape 936"/>
        <p:cNvGrpSpPr/>
        <p:nvPr/>
      </p:nvGrpSpPr>
      <p:grpSpPr>
        <a:xfrm>
          <a:off x="0" y="0"/>
          <a:ext cx="0" cy="0"/>
          <a:chOff x="0" y="0"/>
          <a:chExt cx="0" cy="0"/>
        </a:xfrm>
      </p:grpSpPr>
      <p:sp>
        <p:nvSpPr>
          <p:cNvPr id="937" name="Google Shape;937;p97"/>
          <p:cNvSpPr/>
          <p:nvPr>
            <p:ph idx="2" type="pic"/>
          </p:nvPr>
        </p:nvSpPr>
        <p:spPr>
          <a:xfrm>
            <a:off x="0" y="0"/>
            <a:ext cx="9144000" cy="5143500"/>
          </a:xfrm>
          <a:prstGeom prst="rect">
            <a:avLst/>
          </a:prstGeom>
          <a:noFill/>
          <a:ln>
            <a:noFill/>
          </a:ln>
        </p:spPr>
      </p:sp>
      <p:sp>
        <p:nvSpPr>
          <p:cNvPr id="938" name="Google Shape;938;p97"/>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9" name="Shape 939"/>
        <p:cNvGrpSpPr/>
        <p:nvPr/>
      </p:nvGrpSpPr>
      <p:grpSpPr>
        <a:xfrm>
          <a:off x="0" y="0"/>
          <a:ext cx="0" cy="0"/>
          <a:chOff x="0" y="0"/>
          <a:chExt cx="0" cy="0"/>
        </a:xfrm>
      </p:grpSpPr>
      <p:sp>
        <p:nvSpPr>
          <p:cNvPr id="940" name="Google Shape;940;p9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1" name="Google Shape;941;p9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42" name="Google Shape;942;p9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3" name="Google Shape;943;p9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44" name="Google Shape;944;p9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45" name="Google Shape;945;p9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46" name="Google Shape;946;p9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47" name="Google Shape;947;p98"/>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48" name="Google Shape;948;p98"/>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949" name="Shape 949"/>
        <p:cNvGrpSpPr/>
        <p:nvPr/>
      </p:nvGrpSpPr>
      <p:grpSpPr>
        <a:xfrm>
          <a:off x="0" y="0"/>
          <a:ext cx="0" cy="0"/>
          <a:chOff x="0" y="0"/>
          <a:chExt cx="0" cy="0"/>
        </a:xfrm>
      </p:grpSpPr>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50" name="Shape 950"/>
        <p:cNvGrpSpPr/>
        <p:nvPr/>
      </p:nvGrpSpPr>
      <p:grpSpPr>
        <a:xfrm>
          <a:off x="0" y="0"/>
          <a:ext cx="0" cy="0"/>
          <a:chOff x="0" y="0"/>
          <a:chExt cx="0" cy="0"/>
        </a:xfrm>
      </p:grpSpPr>
      <p:sp>
        <p:nvSpPr>
          <p:cNvPr id="951" name="Google Shape;951;p10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0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3" name="Google Shape;953;p100"/>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4" name="Google Shape;954;p100"/>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5" name="Google Shape;955;p100"/>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6" name="Google Shape;956;p100"/>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7" name="Google Shape;957;p100"/>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8" name="Google Shape;958;p100"/>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9" name="Google Shape;959;p100"/>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0" name="Google Shape;960;p100"/>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1" name="Google Shape;961;p100"/>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2" name="Google Shape;962;p100"/>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3" name="Google Shape;963;p100"/>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4" name="Google Shape;964;p100"/>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5" name="Google Shape;965;p100"/>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66" name="Google Shape;966;p100"/>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67" name="Google Shape;967;p100"/>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68" name="Google Shape;968;p100"/>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69" name="Google Shape;969;p100"/>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0" name="Google Shape;970;p100"/>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971" name="Google Shape;971;p10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72" name="Google Shape;972;p10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3" name="Google Shape;973;p10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74" name="Google Shape;974;p10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75" name="Google Shape;975;p10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76" name="Google Shape;976;p10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7" name="Shape 977"/>
        <p:cNvGrpSpPr/>
        <p:nvPr/>
      </p:nvGrpSpPr>
      <p:grpSpPr>
        <a:xfrm>
          <a:off x="0" y="0"/>
          <a:ext cx="0" cy="0"/>
          <a:chOff x="0" y="0"/>
          <a:chExt cx="0" cy="0"/>
        </a:xfrm>
      </p:grpSpPr>
      <p:sp>
        <p:nvSpPr>
          <p:cNvPr id="978" name="Google Shape;978;p10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9" name="Google Shape;979;p10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80" name="Google Shape;980;p10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1" name="Google Shape;981;p10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82" name="Google Shape;982;p10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83" name="Google Shape;983;p10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84" name="Google Shape;984;p10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85" name="Google Shape;985;p101"/>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986" name="Google Shape;986;p101"/>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987" name="Shape 987"/>
        <p:cNvGrpSpPr/>
        <p:nvPr/>
      </p:nvGrpSpPr>
      <p:grpSpPr>
        <a:xfrm>
          <a:off x="0" y="0"/>
          <a:ext cx="0" cy="0"/>
          <a:chOff x="0" y="0"/>
          <a:chExt cx="0" cy="0"/>
        </a:xfrm>
      </p:grpSpPr>
      <p:sp>
        <p:nvSpPr>
          <p:cNvPr id="988" name="Google Shape;988;p10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9" name="Google Shape;989;p10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90" name="Google Shape;990;p10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1" name="Google Shape;991;p10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92" name="Google Shape;992;p10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93" name="Google Shape;993;p10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94" name="Google Shape;994;p10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95" name="Google Shape;995;p102"/>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96" name="Google Shape;996;p102"/>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97" name="Google Shape;997;p102"/>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998" name="Shape 998"/>
        <p:cNvGrpSpPr/>
        <p:nvPr/>
      </p:nvGrpSpPr>
      <p:grpSpPr>
        <a:xfrm>
          <a:off x="0" y="0"/>
          <a:ext cx="0" cy="0"/>
          <a:chOff x="0" y="0"/>
          <a:chExt cx="0" cy="0"/>
        </a:xfrm>
      </p:grpSpPr>
      <p:sp>
        <p:nvSpPr>
          <p:cNvPr id="999" name="Google Shape;999;p10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0" name="Google Shape;1000;p10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01" name="Google Shape;1001;p10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2" name="Google Shape;1002;p10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03" name="Google Shape;1003;p10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04" name="Google Shape;1004;p10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05" name="Google Shape;1005;p10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06" name="Google Shape;1006;p103"/>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7" name="Google Shape;1007;p103"/>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08" name="Shape 1008"/>
        <p:cNvGrpSpPr/>
        <p:nvPr/>
      </p:nvGrpSpPr>
      <p:grpSpPr>
        <a:xfrm>
          <a:off x="0" y="0"/>
          <a:ext cx="0" cy="0"/>
          <a:chOff x="0" y="0"/>
          <a:chExt cx="0" cy="0"/>
        </a:xfrm>
      </p:grpSpPr>
      <p:sp>
        <p:nvSpPr>
          <p:cNvPr id="1009" name="Google Shape;1009;p10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0" name="Google Shape;1010;p10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11" name="Google Shape;1011;p10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2" name="Google Shape;1012;p10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13" name="Google Shape;1013;p10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14" name="Google Shape;1014;p10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15" name="Google Shape;1015;p10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16" name="Google Shape;1016;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7" name="Google Shape;1017;p104"/>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18" name="Google Shape;1018;p104"/>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19" name="Google Shape;1019;p104"/>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0" name="Google Shape;1020;p104"/>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21" name="Google Shape;1021;p104"/>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22" name="Google Shape;1022;p104"/>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023" name="Shape 1023"/>
        <p:cNvGrpSpPr/>
        <p:nvPr/>
      </p:nvGrpSpPr>
      <p:grpSpPr>
        <a:xfrm>
          <a:off x="0" y="0"/>
          <a:ext cx="0" cy="0"/>
          <a:chOff x="0" y="0"/>
          <a:chExt cx="0" cy="0"/>
        </a:xfrm>
      </p:grpSpPr>
      <p:sp>
        <p:nvSpPr>
          <p:cNvPr id="1024" name="Google Shape;1024;p10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5" name="Google Shape;1025;p10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26" name="Google Shape;1026;p10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7" name="Google Shape;1027;p10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28" name="Google Shape;1028;p10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29" name="Google Shape;1029;p10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30" name="Google Shape;1030;p10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31" name="Google Shape;1031;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2" name="Google Shape;1032;p105"/>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33" name="Google Shape;1033;p105"/>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34" name="Google Shape;1034;p105"/>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35" name="Google Shape;1035;p105"/>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36" name="Google Shape;1036;p105"/>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37" name="Google Shape;1037;p105"/>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038" name="Shape 1038"/>
        <p:cNvGrpSpPr/>
        <p:nvPr/>
      </p:nvGrpSpPr>
      <p:grpSpPr>
        <a:xfrm>
          <a:off x="0" y="0"/>
          <a:ext cx="0" cy="0"/>
          <a:chOff x="0" y="0"/>
          <a:chExt cx="0" cy="0"/>
        </a:xfrm>
      </p:grpSpPr>
      <p:sp>
        <p:nvSpPr>
          <p:cNvPr id="1039" name="Google Shape;1039;p10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0" name="Google Shape;1040;p10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41" name="Google Shape;1041;p10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2" name="Google Shape;1042;p10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43" name="Google Shape;1043;p10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44" name="Google Shape;1044;p10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45" name="Google Shape;1045;p10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46" name="Google Shape;1046;p1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47" name="Google Shape;1047;p106"/>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48" name="Google Shape;1048;p106"/>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49" name="Google Shape;1049;p106"/>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50" name="Google Shape;1050;p106"/>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51" name="Google Shape;1051;p106"/>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52" name="Google Shape;1052;p106"/>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53" name="Shape 1053"/>
        <p:cNvGrpSpPr/>
        <p:nvPr/>
      </p:nvGrpSpPr>
      <p:grpSpPr>
        <a:xfrm>
          <a:off x="0" y="0"/>
          <a:ext cx="0" cy="0"/>
          <a:chOff x="0" y="0"/>
          <a:chExt cx="0" cy="0"/>
        </a:xfrm>
      </p:grpSpPr>
      <p:sp>
        <p:nvSpPr>
          <p:cNvPr id="1054" name="Google Shape;1054;p10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5" name="Google Shape;1055;p10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56" name="Google Shape;1056;p10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7" name="Google Shape;1057;p10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58" name="Google Shape;1058;p10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59" name="Google Shape;1059;p10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60" name="Google Shape;1060;p10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61" name="Google Shape;1061;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62" name="Google Shape;1062;p107"/>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3" name="Google Shape;1063;p107"/>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4" name="Google Shape;1064;p107"/>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5" name="Google Shape;1065;p107"/>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6" name="Google Shape;1066;p107"/>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67" name="Google Shape;1067;p107"/>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68" name="Google Shape;1068;p107"/>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69" name="Google Shape;1069;p107"/>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070" name="Shape 1070"/>
        <p:cNvGrpSpPr/>
        <p:nvPr/>
      </p:nvGrpSpPr>
      <p:grpSpPr>
        <a:xfrm>
          <a:off x="0" y="0"/>
          <a:ext cx="0" cy="0"/>
          <a:chOff x="0" y="0"/>
          <a:chExt cx="0" cy="0"/>
        </a:xfrm>
      </p:grpSpPr>
      <p:sp>
        <p:nvSpPr>
          <p:cNvPr id="1071" name="Google Shape;1071;p10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2" name="Google Shape;1072;p10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73" name="Google Shape;1073;p10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4" name="Google Shape;1074;p10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75" name="Google Shape;1075;p10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76" name="Google Shape;1076;p10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77" name="Google Shape;1077;p10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78" name="Google Shape;1078;p1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79" name="Google Shape;1079;p108"/>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0" name="Google Shape;1080;p108"/>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1" name="Google Shape;1081;p108"/>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2" name="Google Shape;1082;p108"/>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3" name="Google Shape;1083;p108"/>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4" name="Google Shape;1084;p108"/>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5" name="Google Shape;1085;p108"/>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6" name="Google Shape;1086;p108"/>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7" name="Google Shape;1087;p108"/>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8" name="Google Shape;1088;p108"/>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89" name="Google Shape;1089;p108"/>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0" name="Google Shape;1090;p108"/>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091" name="Shape 1091"/>
        <p:cNvGrpSpPr/>
        <p:nvPr/>
      </p:nvGrpSpPr>
      <p:grpSpPr>
        <a:xfrm>
          <a:off x="0" y="0"/>
          <a:ext cx="0" cy="0"/>
          <a:chOff x="0" y="0"/>
          <a:chExt cx="0" cy="0"/>
        </a:xfrm>
      </p:grpSpPr>
      <p:sp>
        <p:nvSpPr>
          <p:cNvPr id="1092" name="Google Shape;1092;p10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3" name="Google Shape;1093;p10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94" name="Google Shape;1094;p10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5" name="Google Shape;1095;p10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96" name="Google Shape;1096;p10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97" name="Google Shape;1097;p10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98" name="Google Shape;1098;p10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99" name="Google Shape;1099;p109"/>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0" name="Google Shape;1100;p109"/>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01" name="Google Shape;1101;p109"/>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2" name="Google Shape;1102;p109"/>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03" name="Google Shape;1103;p109"/>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4" name="Google Shape;1104;p109"/>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05" name="Shape 1105"/>
        <p:cNvGrpSpPr/>
        <p:nvPr/>
      </p:nvGrpSpPr>
      <p:grpSpPr>
        <a:xfrm>
          <a:off x="0" y="0"/>
          <a:ext cx="0" cy="0"/>
          <a:chOff x="0" y="0"/>
          <a:chExt cx="0" cy="0"/>
        </a:xfrm>
      </p:grpSpPr>
      <p:sp>
        <p:nvSpPr>
          <p:cNvPr id="1106" name="Google Shape;1106;p11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10"/>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08" name="Google Shape;1108;p110"/>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9" name="Google Shape;1109;p11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1110" name="Google Shape;1110;p11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11" name="Google Shape;1111;p11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2" name="Google Shape;1112;p11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13" name="Google Shape;1113;p110"/>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114" name="Shape 1114"/>
        <p:cNvGrpSpPr/>
        <p:nvPr/>
      </p:nvGrpSpPr>
      <p:grpSpPr>
        <a:xfrm>
          <a:off x="0" y="0"/>
          <a:ext cx="0" cy="0"/>
          <a:chOff x="0" y="0"/>
          <a:chExt cx="0" cy="0"/>
        </a:xfrm>
      </p:grpSpPr>
      <p:sp>
        <p:nvSpPr>
          <p:cNvPr id="1115" name="Google Shape;1115;p11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17" name="Google Shape;1117;p11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18" name="Google Shape;1118;p11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9" name="Google Shape;1119;p11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20" name="Google Shape;1120;p11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21" name="Google Shape;1121;p111"/>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22" name="Google Shape;1122;p11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123" name="Shape 1123"/>
        <p:cNvGrpSpPr/>
        <p:nvPr/>
      </p:nvGrpSpPr>
      <p:grpSpPr>
        <a:xfrm>
          <a:off x="0" y="0"/>
          <a:ext cx="0" cy="0"/>
          <a:chOff x="0" y="0"/>
          <a:chExt cx="0" cy="0"/>
        </a:xfrm>
      </p:grpSpPr>
      <p:sp>
        <p:nvSpPr>
          <p:cNvPr id="1124" name="Google Shape;1124;p1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5" name="Google Shape;1125;p11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6" name="Google Shape;1126;p11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27" name="Google Shape;1127;p11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8" name="Google Shape;1128;p11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29" name="Google Shape;1129;p112"/>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134" name="Shape 1134"/>
        <p:cNvGrpSpPr/>
        <p:nvPr/>
      </p:nvGrpSpPr>
      <p:grpSpPr>
        <a:xfrm>
          <a:off x="0" y="0"/>
          <a:ext cx="0" cy="0"/>
          <a:chOff x="0" y="0"/>
          <a:chExt cx="0" cy="0"/>
        </a:xfrm>
      </p:grpSpPr>
      <p:sp>
        <p:nvSpPr>
          <p:cNvPr id="1135" name="Google Shape;1135;p1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14"/>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37" name="Google Shape;1137;p11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138" name="Shape 1138"/>
        <p:cNvGrpSpPr/>
        <p:nvPr/>
      </p:nvGrpSpPr>
      <p:grpSpPr>
        <a:xfrm>
          <a:off x="0" y="0"/>
          <a:ext cx="0" cy="0"/>
          <a:chOff x="0" y="0"/>
          <a:chExt cx="0" cy="0"/>
        </a:xfrm>
      </p:grpSpPr>
      <p:sp>
        <p:nvSpPr>
          <p:cNvPr id="1139" name="Google Shape;1139;p1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1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41" name="Google Shape;1141;p115"/>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42" name="Google Shape;1142;p115"/>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1143" name="Google Shape;1143;p11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1144" name="Google Shape;1144;p1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45" name="Google Shape;1145;p1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6" name="Google Shape;1146;p11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47" name="Google Shape;1147;p1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48" name="Google Shape;1148;p11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49" name="Google Shape;1149;p11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50" name="Google Shape;1150;p11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1" name="Shape 1151"/>
        <p:cNvGrpSpPr/>
        <p:nvPr/>
      </p:nvGrpSpPr>
      <p:grpSpPr>
        <a:xfrm>
          <a:off x="0" y="0"/>
          <a:ext cx="0" cy="0"/>
          <a:chOff x="0" y="0"/>
          <a:chExt cx="0" cy="0"/>
        </a:xfrm>
      </p:grpSpPr>
      <p:sp>
        <p:nvSpPr>
          <p:cNvPr id="1152" name="Google Shape;1152;p1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3" name="Google Shape;1153;p1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54" name="Google Shape;1154;p1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5" name="Google Shape;1155;p1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56" name="Google Shape;1156;p1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57" name="Google Shape;1157;p1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58" name="Google Shape;1158;p1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59" name="Google Shape;1159;p1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0" name="Google Shape;1160;p11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1" name="Shape 1161"/>
        <p:cNvGrpSpPr/>
        <p:nvPr/>
      </p:nvGrpSpPr>
      <p:grpSpPr>
        <a:xfrm>
          <a:off x="0" y="0"/>
          <a:ext cx="0" cy="0"/>
          <a:chOff x="0" y="0"/>
          <a:chExt cx="0" cy="0"/>
        </a:xfrm>
      </p:grpSpPr>
      <p:sp>
        <p:nvSpPr>
          <p:cNvPr id="1162" name="Google Shape;1162;p1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3" name="Google Shape;1163;p1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64" name="Google Shape;1164;p1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5" name="Google Shape;1165;p1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66" name="Google Shape;1166;p1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67" name="Google Shape;1167;p1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68" name="Google Shape;1168;p1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69" name="Google Shape;1169;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0" name="Google Shape;1170;p117"/>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1171" name="Google Shape;1171;p117"/>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1172" name="Google Shape;1172;p117"/>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73" name="Google Shape;1173;p117"/>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4" name="Shape 1174"/>
        <p:cNvGrpSpPr/>
        <p:nvPr/>
      </p:nvGrpSpPr>
      <p:grpSpPr>
        <a:xfrm>
          <a:off x="0" y="0"/>
          <a:ext cx="0" cy="0"/>
          <a:chOff x="0" y="0"/>
          <a:chExt cx="0" cy="0"/>
        </a:xfrm>
      </p:grpSpPr>
      <p:sp>
        <p:nvSpPr>
          <p:cNvPr id="1175" name="Google Shape;1175;p1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6" name="Google Shape;1176;p1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77" name="Google Shape;1177;p1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8" name="Google Shape;1178;p1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79" name="Google Shape;1179;p1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80" name="Google Shape;1180;p1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81" name="Google Shape;1181;p1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82" name="Google Shape;1182;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3" name="Shape 1183"/>
        <p:cNvGrpSpPr/>
        <p:nvPr/>
      </p:nvGrpSpPr>
      <p:grpSpPr>
        <a:xfrm>
          <a:off x="0" y="0"/>
          <a:ext cx="0" cy="0"/>
          <a:chOff x="0" y="0"/>
          <a:chExt cx="0" cy="0"/>
        </a:xfrm>
      </p:grpSpPr>
      <p:sp>
        <p:nvSpPr>
          <p:cNvPr id="1184" name="Google Shape;1184;p1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5" name="Google Shape;1185;p1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86" name="Google Shape;1186;p1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7" name="Google Shape;1187;p1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88" name="Google Shape;1188;p1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89" name="Google Shape;1189;p1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90" name="Google Shape;1190;p1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91" name="Google Shape;1191;p119"/>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92" name="Google Shape;1192;p119"/>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3" name="Shape 1193"/>
        <p:cNvGrpSpPr/>
        <p:nvPr/>
      </p:nvGrpSpPr>
      <p:grpSpPr>
        <a:xfrm>
          <a:off x="0" y="0"/>
          <a:ext cx="0" cy="0"/>
          <a:chOff x="0" y="0"/>
          <a:chExt cx="0" cy="0"/>
        </a:xfrm>
      </p:grpSpPr>
      <p:sp>
        <p:nvSpPr>
          <p:cNvPr id="1194" name="Google Shape;1194;p1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20"/>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1196" name="Google Shape;1196;p1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97" name="Google Shape;1197;p1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8" name="Google Shape;1198;p1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9" name="Google Shape;1199;p1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0" name="Google Shape;1200;p1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01" name="Google Shape;1201;p1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02" name="Shape 1202"/>
        <p:cNvGrpSpPr/>
        <p:nvPr/>
      </p:nvGrpSpPr>
      <p:grpSpPr>
        <a:xfrm>
          <a:off x="0" y="0"/>
          <a:ext cx="0" cy="0"/>
          <a:chOff x="0" y="0"/>
          <a:chExt cx="0" cy="0"/>
        </a:xfrm>
      </p:grpSpPr>
      <p:sp>
        <p:nvSpPr>
          <p:cNvPr id="1203" name="Google Shape;1203;p121"/>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4" name="Google Shape;1204;p121"/>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5" name="Google Shape;1205;p1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6" name="Shape 1206"/>
        <p:cNvGrpSpPr/>
        <p:nvPr/>
      </p:nvGrpSpPr>
      <p:grpSpPr>
        <a:xfrm>
          <a:off x="0" y="0"/>
          <a:ext cx="0" cy="0"/>
          <a:chOff x="0" y="0"/>
          <a:chExt cx="0" cy="0"/>
        </a:xfrm>
      </p:grpSpPr>
      <p:sp>
        <p:nvSpPr>
          <p:cNvPr id="1207" name="Google Shape;1207;p122"/>
          <p:cNvSpPr/>
          <p:nvPr>
            <p:ph idx="2" type="pic"/>
          </p:nvPr>
        </p:nvSpPr>
        <p:spPr>
          <a:xfrm>
            <a:off x="0" y="0"/>
            <a:ext cx="9144000" cy="5143500"/>
          </a:xfrm>
          <a:prstGeom prst="rect">
            <a:avLst/>
          </a:prstGeom>
          <a:noFill/>
          <a:ln>
            <a:noFill/>
          </a:ln>
        </p:spPr>
      </p:sp>
      <p:sp>
        <p:nvSpPr>
          <p:cNvPr id="1208" name="Google Shape;1208;p122"/>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09" name="Shape 1209"/>
        <p:cNvGrpSpPr/>
        <p:nvPr/>
      </p:nvGrpSpPr>
      <p:grpSpPr>
        <a:xfrm>
          <a:off x="0" y="0"/>
          <a:ext cx="0" cy="0"/>
          <a:chOff x="0" y="0"/>
          <a:chExt cx="0" cy="0"/>
        </a:xfrm>
      </p:grpSpPr>
      <p:sp>
        <p:nvSpPr>
          <p:cNvPr id="1210" name="Google Shape;1210;p1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1" name="Google Shape;1211;p1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12" name="Google Shape;1212;p1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3" name="Google Shape;1213;p12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14" name="Google Shape;1214;p12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15" name="Google Shape;1215;p12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16" name="Google Shape;1216;p12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17" name="Google Shape;1217;p123"/>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18" name="Google Shape;1218;p123"/>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219" name="Shape 1219"/>
        <p:cNvGrpSpPr/>
        <p:nvPr/>
      </p:nvGrpSpPr>
      <p:grpSpPr>
        <a:xfrm>
          <a:off x="0" y="0"/>
          <a:ext cx="0" cy="0"/>
          <a:chOff x="0" y="0"/>
          <a:chExt cx="0" cy="0"/>
        </a:xfrm>
      </p:grpSpPr>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20" name="Shape 1220"/>
        <p:cNvGrpSpPr/>
        <p:nvPr/>
      </p:nvGrpSpPr>
      <p:grpSpPr>
        <a:xfrm>
          <a:off x="0" y="0"/>
          <a:ext cx="0" cy="0"/>
          <a:chOff x="0" y="0"/>
          <a:chExt cx="0" cy="0"/>
        </a:xfrm>
      </p:grpSpPr>
      <p:sp>
        <p:nvSpPr>
          <p:cNvPr id="1221" name="Google Shape;1221;p1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23" name="Google Shape;1223;p125"/>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4" name="Google Shape;1224;p125"/>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5" name="Google Shape;1225;p125"/>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6" name="Google Shape;1226;p125"/>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7" name="Google Shape;1227;p125"/>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28" name="Google Shape;1228;p125"/>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29" name="Google Shape;1229;p125"/>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0" name="Google Shape;1230;p125"/>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1" name="Google Shape;1231;p125"/>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2" name="Google Shape;1232;p125"/>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3" name="Google Shape;1233;p125"/>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4" name="Google Shape;1234;p125"/>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5" name="Google Shape;1235;p125"/>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36" name="Google Shape;1236;p125"/>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37" name="Google Shape;1237;p125"/>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38" name="Google Shape;1238;p125"/>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39" name="Google Shape;1239;p125"/>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0" name="Google Shape;1240;p125"/>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241" name="Google Shape;1241;p1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42" name="Google Shape;1242;p1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3" name="Google Shape;1243;p12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44" name="Google Shape;1244;p1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45" name="Google Shape;1245;p12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46" name="Google Shape;1246;p12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47" name="Shape 1247"/>
        <p:cNvGrpSpPr/>
        <p:nvPr/>
      </p:nvGrpSpPr>
      <p:grpSpPr>
        <a:xfrm>
          <a:off x="0" y="0"/>
          <a:ext cx="0" cy="0"/>
          <a:chOff x="0" y="0"/>
          <a:chExt cx="0" cy="0"/>
        </a:xfrm>
      </p:grpSpPr>
      <p:sp>
        <p:nvSpPr>
          <p:cNvPr id="1248" name="Google Shape;1248;p1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9" name="Google Shape;1249;p1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50" name="Google Shape;1250;p1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1" name="Google Shape;1251;p12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52" name="Google Shape;1252;p1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53" name="Google Shape;1253;p12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54" name="Google Shape;1254;p12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55" name="Google Shape;1255;p126"/>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256" name="Google Shape;1256;p126"/>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57" name="Shape 1257"/>
        <p:cNvGrpSpPr/>
        <p:nvPr/>
      </p:nvGrpSpPr>
      <p:grpSpPr>
        <a:xfrm>
          <a:off x="0" y="0"/>
          <a:ext cx="0" cy="0"/>
          <a:chOff x="0" y="0"/>
          <a:chExt cx="0" cy="0"/>
        </a:xfrm>
      </p:grpSpPr>
      <p:sp>
        <p:nvSpPr>
          <p:cNvPr id="1258" name="Google Shape;1258;p1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9" name="Google Shape;1259;p1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60" name="Google Shape;1260;p1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1" name="Google Shape;1261;p12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62" name="Google Shape;1262;p1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63" name="Google Shape;1263;p1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64" name="Google Shape;1264;p12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65" name="Google Shape;1265;p12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66" name="Google Shape;1266;p12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67" name="Google Shape;1267;p127"/>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268" name="Shape 1268"/>
        <p:cNvGrpSpPr/>
        <p:nvPr/>
      </p:nvGrpSpPr>
      <p:grpSpPr>
        <a:xfrm>
          <a:off x="0" y="0"/>
          <a:ext cx="0" cy="0"/>
          <a:chOff x="0" y="0"/>
          <a:chExt cx="0" cy="0"/>
        </a:xfrm>
      </p:grpSpPr>
      <p:sp>
        <p:nvSpPr>
          <p:cNvPr id="1269" name="Google Shape;1269;p1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0" name="Google Shape;1270;p1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71" name="Google Shape;1271;p1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2" name="Google Shape;1272;p12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73" name="Google Shape;1273;p1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74" name="Google Shape;1274;p1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75" name="Google Shape;1275;p12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76" name="Google Shape;1276;p128"/>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77" name="Google Shape;1277;p128"/>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78" name="Shape 1278"/>
        <p:cNvGrpSpPr/>
        <p:nvPr/>
      </p:nvGrpSpPr>
      <p:grpSpPr>
        <a:xfrm>
          <a:off x="0" y="0"/>
          <a:ext cx="0" cy="0"/>
          <a:chOff x="0" y="0"/>
          <a:chExt cx="0" cy="0"/>
        </a:xfrm>
      </p:grpSpPr>
      <p:sp>
        <p:nvSpPr>
          <p:cNvPr id="1279" name="Google Shape;1279;p1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0" name="Google Shape;1280;p1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81" name="Google Shape;1281;p1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2" name="Google Shape;1282;p12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83" name="Google Shape;1283;p1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84" name="Google Shape;1284;p1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85" name="Google Shape;1285;p12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86" name="Google Shape;1286;p1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87" name="Google Shape;1287;p129"/>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88" name="Google Shape;1288;p129"/>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89" name="Google Shape;1289;p129"/>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0" name="Google Shape;1290;p129"/>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1" name="Google Shape;1291;p129"/>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2" name="Google Shape;1292;p129"/>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293" name="Shape 1293"/>
        <p:cNvGrpSpPr/>
        <p:nvPr/>
      </p:nvGrpSpPr>
      <p:grpSpPr>
        <a:xfrm>
          <a:off x="0" y="0"/>
          <a:ext cx="0" cy="0"/>
          <a:chOff x="0" y="0"/>
          <a:chExt cx="0" cy="0"/>
        </a:xfrm>
      </p:grpSpPr>
      <p:sp>
        <p:nvSpPr>
          <p:cNvPr id="1294" name="Google Shape;1294;p1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5" name="Google Shape;1295;p1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96" name="Google Shape;1296;p1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7" name="Google Shape;1297;p13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98" name="Google Shape;1298;p1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99" name="Google Shape;1299;p1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00" name="Google Shape;1300;p13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01" name="Google Shape;1301;p1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02" name="Google Shape;1302;p13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03" name="Google Shape;1303;p130"/>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04" name="Google Shape;1304;p130"/>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05" name="Google Shape;1305;p130"/>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06" name="Google Shape;1306;p130"/>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07" name="Google Shape;1307;p130"/>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308" name="Shape 1308"/>
        <p:cNvGrpSpPr/>
        <p:nvPr/>
      </p:nvGrpSpPr>
      <p:grpSpPr>
        <a:xfrm>
          <a:off x="0" y="0"/>
          <a:ext cx="0" cy="0"/>
          <a:chOff x="0" y="0"/>
          <a:chExt cx="0" cy="0"/>
        </a:xfrm>
      </p:grpSpPr>
      <p:sp>
        <p:nvSpPr>
          <p:cNvPr id="1309" name="Google Shape;1309;p13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0" name="Google Shape;1310;p13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11" name="Google Shape;1311;p13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2" name="Google Shape;1312;p13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13" name="Google Shape;1313;p13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14" name="Google Shape;1314;p13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15" name="Google Shape;1315;p13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16" name="Google Shape;1316;p1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17" name="Google Shape;1317;p131"/>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18" name="Google Shape;1318;p131"/>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19" name="Google Shape;1319;p131"/>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20" name="Google Shape;1320;p131"/>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321" name="Google Shape;1321;p131"/>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322" name="Google Shape;1322;p131"/>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323" name="Shape 1323"/>
        <p:cNvGrpSpPr/>
        <p:nvPr/>
      </p:nvGrpSpPr>
      <p:grpSpPr>
        <a:xfrm>
          <a:off x="0" y="0"/>
          <a:ext cx="0" cy="0"/>
          <a:chOff x="0" y="0"/>
          <a:chExt cx="0" cy="0"/>
        </a:xfrm>
      </p:grpSpPr>
      <p:sp>
        <p:nvSpPr>
          <p:cNvPr id="1324" name="Google Shape;1324;p1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5" name="Google Shape;1325;p1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26" name="Google Shape;1326;p1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7" name="Google Shape;1327;p13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28" name="Google Shape;1328;p1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29" name="Google Shape;1329;p13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30" name="Google Shape;1330;p13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31" name="Google Shape;1331;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32" name="Google Shape;1332;p132"/>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3" name="Google Shape;1333;p132"/>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4" name="Google Shape;1334;p132"/>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5" name="Google Shape;1335;p132"/>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6" name="Google Shape;1336;p132"/>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37" name="Google Shape;1337;p132"/>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38" name="Google Shape;1338;p132"/>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39" name="Google Shape;1339;p132"/>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340" name="Shape 1340"/>
        <p:cNvGrpSpPr/>
        <p:nvPr/>
      </p:nvGrpSpPr>
      <p:grpSpPr>
        <a:xfrm>
          <a:off x="0" y="0"/>
          <a:ext cx="0" cy="0"/>
          <a:chOff x="0" y="0"/>
          <a:chExt cx="0" cy="0"/>
        </a:xfrm>
      </p:grpSpPr>
      <p:sp>
        <p:nvSpPr>
          <p:cNvPr id="1341" name="Google Shape;1341;p13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2" name="Google Shape;1342;p13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43" name="Google Shape;1343;p13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4" name="Google Shape;1344;p13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45" name="Google Shape;1345;p13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46" name="Google Shape;1346;p13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47" name="Google Shape;1347;p13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48" name="Google Shape;1348;p1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49" name="Google Shape;1349;p133"/>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0" name="Google Shape;1350;p133"/>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1" name="Google Shape;1351;p133"/>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2" name="Google Shape;1352;p133"/>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3" name="Google Shape;1353;p133"/>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4" name="Google Shape;1354;p133"/>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5" name="Google Shape;1355;p133"/>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6" name="Google Shape;1356;p133"/>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7" name="Google Shape;1357;p133"/>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8" name="Google Shape;1358;p133"/>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9" name="Google Shape;1359;p133"/>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0" name="Google Shape;1360;p133"/>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361" name="Shape 1361"/>
        <p:cNvGrpSpPr/>
        <p:nvPr/>
      </p:nvGrpSpPr>
      <p:grpSpPr>
        <a:xfrm>
          <a:off x="0" y="0"/>
          <a:ext cx="0" cy="0"/>
          <a:chOff x="0" y="0"/>
          <a:chExt cx="0" cy="0"/>
        </a:xfrm>
      </p:grpSpPr>
      <p:sp>
        <p:nvSpPr>
          <p:cNvPr id="1362" name="Google Shape;1362;p1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3" name="Google Shape;1363;p1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64" name="Google Shape;1364;p1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5" name="Google Shape;1365;p13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66" name="Google Shape;1366;p1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67" name="Google Shape;1367;p13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68" name="Google Shape;1368;p13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69" name="Google Shape;1369;p134"/>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0" name="Google Shape;1370;p134"/>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71" name="Google Shape;1371;p134"/>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2" name="Google Shape;1372;p134"/>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73" name="Google Shape;1373;p134"/>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4" name="Google Shape;1374;p134"/>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75" name="Shape 1375"/>
        <p:cNvGrpSpPr/>
        <p:nvPr/>
      </p:nvGrpSpPr>
      <p:grpSpPr>
        <a:xfrm>
          <a:off x="0" y="0"/>
          <a:ext cx="0" cy="0"/>
          <a:chOff x="0" y="0"/>
          <a:chExt cx="0" cy="0"/>
        </a:xfrm>
      </p:grpSpPr>
      <p:sp>
        <p:nvSpPr>
          <p:cNvPr id="1376" name="Google Shape;1376;p1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35"/>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78" name="Google Shape;1378;p135"/>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79" name="Google Shape;1379;p135"/>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1380" name="Google Shape;1380;p1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81" name="Google Shape;1381;p1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2" name="Google Shape;1382;p13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83" name="Google Shape;1383;p13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384" name="Shape 1384"/>
        <p:cNvGrpSpPr/>
        <p:nvPr/>
      </p:nvGrpSpPr>
      <p:grpSpPr>
        <a:xfrm>
          <a:off x="0" y="0"/>
          <a:ext cx="0" cy="0"/>
          <a:chOff x="0" y="0"/>
          <a:chExt cx="0" cy="0"/>
        </a:xfrm>
      </p:grpSpPr>
      <p:sp>
        <p:nvSpPr>
          <p:cNvPr id="1385" name="Google Shape;1385;p1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87" name="Google Shape;1387;p1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88" name="Google Shape;1388;p1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9" name="Google Shape;1389;p13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90" name="Google Shape;1390;p13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91" name="Google Shape;1391;p136"/>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92" name="Google Shape;1392;p13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393" name="Shape 1393"/>
        <p:cNvGrpSpPr/>
        <p:nvPr/>
      </p:nvGrpSpPr>
      <p:grpSpPr>
        <a:xfrm>
          <a:off x="0" y="0"/>
          <a:ext cx="0" cy="0"/>
          <a:chOff x="0" y="0"/>
          <a:chExt cx="0" cy="0"/>
        </a:xfrm>
      </p:grpSpPr>
      <p:sp>
        <p:nvSpPr>
          <p:cNvPr id="1394" name="Google Shape;1394;p1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5" name="Google Shape;1395;p1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6" name="Google Shape;1396;p1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97" name="Google Shape;1397;p1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8" name="Google Shape;1398;p13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99" name="Google Shape;1399;p13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7.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5" Type="http://schemas.openxmlformats.org/officeDocument/2006/relationships/theme" Target="../theme/theme6.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25" Type="http://schemas.openxmlformats.org/officeDocument/2006/relationships/theme" Target="../theme/theme2.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3.xml"/><Relationship Id="rId22" Type="http://schemas.openxmlformats.org/officeDocument/2006/relationships/slideLayout" Target="../slideLayouts/slideLayout105.xml"/><Relationship Id="rId21" Type="http://schemas.openxmlformats.org/officeDocument/2006/relationships/slideLayout" Target="../slideLayouts/slideLayout104.xml"/><Relationship Id="rId24" Type="http://schemas.openxmlformats.org/officeDocument/2006/relationships/slideLayout" Target="../slideLayouts/slideLayout107.xml"/><Relationship Id="rId23" Type="http://schemas.openxmlformats.org/officeDocument/2006/relationships/slideLayout" Target="../slideLayouts/slideLayout106.xml"/><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9" Type="http://schemas.openxmlformats.org/officeDocument/2006/relationships/slideLayout" Target="../slideLayouts/slideLayout92.xml"/><Relationship Id="rId25" Type="http://schemas.openxmlformats.org/officeDocument/2006/relationships/theme" Target="../theme/theme4.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11" Type="http://schemas.openxmlformats.org/officeDocument/2006/relationships/slideLayout" Target="../slideLayouts/slideLayout94.xml"/><Relationship Id="rId10" Type="http://schemas.openxmlformats.org/officeDocument/2006/relationships/slideLayout" Target="../slideLayouts/slideLayout93.xml"/><Relationship Id="rId13" Type="http://schemas.openxmlformats.org/officeDocument/2006/relationships/slideLayout" Target="../slideLayouts/slideLayout96.xml"/><Relationship Id="rId12" Type="http://schemas.openxmlformats.org/officeDocument/2006/relationships/slideLayout" Target="../slideLayouts/slideLayout95.xml"/><Relationship Id="rId15" Type="http://schemas.openxmlformats.org/officeDocument/2006/relationships/slideLayout" Target="../slideLayouts/slideLayout98.xml"/><Relationship Id="rId14" Type="http://schemas.openxmlformats.org/officeDocument/2006/relationships/slideLayout" Target="../slideLayouts/slideLayout97.xml"/><Relationship Id="rId17" Type="http://schemas.openxmlformats.org/officeDocument/2006/relationships/slideLayout" Target="../slideLayouts/slideLayout100.xml"/><Relationship Id="rId16" Type="http://schemas.openxmlformats.org/officeDocument/2006/relationships/slideLayout" Target="../slideLayouts/slideLayout99.xml"/><Relationship Id="rId19" Type="http://schemas.openxmlformats.org/officeDocument/2006/relationships/slideLayout" Target="../slideLayouts/slideLayout102.xml"/><Relationship Id="rId18" Type="http://schemas.openxmlformats.org/officeDocument/2006/relationships/slideLayout" Target="../slideLayouts/slideLayout101.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7.xml"/><Relationship Id="rId22" Type="http://schemas.openxmlformats.org/officeDocument/2006/relationships/slideLayout" Target="../slideLayouts/slideLayout129.xml"/><Relationship Id="rId21" Type="http://schemas.openxmlformats.org/officeDocument/2006/relationships/slideLayout" Target="../slideLayouts/slideLayout128.xml"/><Relationship Id="rId24" Type="http://schemas.openxmlformats.org/officeDocument/2006/relationships/slideLayout" Target="../slideLayouts/slideLayout131.xml"/><Relationship Id="rId23" Type="http://schemas.openxmlformats.org/officeDocument/2006/relationships/slideLayout" Target="../slideLayouts/slideLayout130.xml"/><Relationship Id="rId1" Type="http://schemas.openxmlformats.org/officeDocument/2006/relationships/slideLayout" Target="../slideLayouts/slideLayout108.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25" Type="http://schemas.openxmlformats.org/officeDocument/2006/relationships/theme" Target="../theme/theme5.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11" Type="http://schemas.openxmlformats.org/officeDocument/2006/relationships/slideLayout" Target="../slideLayouts/slideLayout118.xml"/><Relationship Id="rId10" Type="http://schemas.openxmlformats.org/officeDocument/2006/relationships/slideLayout" Target="../slideLayouts/slideLayout117.xml"/><Relationship Id="rId13" Type="http://schemas.openxmlformats.org/officeDocument/2006/relationships/slideLayout" Target="../slideLayouts/slideLayout120.xml"/><Relationship Id="rId12" Type="http://schemas.openxmlformats.org/officeDocument/2006/relationships/slideLayout" Target="../slideLayouts/slideLayout119.xml"/><Relationship Id="rId15" Type="http://schemas.openxmlformats.org/officeDocument/2006/relationships/slideLayout" Target="../slideLayouts/slideLayout122.xml"/><Relationship Id="rId14" Type="http://schemas.openxmlformats.org/officeDocument/2006/relationships/slideLayout" Target="../slideLayouts/slideLayout121.xml"/><Relationship Id="rId17" Type="http://schemas.openxmlformats.org/officeDocument/2006/relationships/slideLayout" Target="../slideLayouts/slideLayout124.xml"/><Relationship Id="rId16" Type="http://schemas.openxmlformats.org/officeDocument/2006/relationships/slideLayout" Target="../slideLayouts/slideLayout123.xml"/><Relationship Id="rId19" Type="http://schemas.openxmlformats.org/officeDocument/2006/relationships/slideLayout" Target="../slideLayouts/slideLayout126.xml"/><Relationship Id="rId18"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52" name="Google Shape;52;p1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0" name="Shape 320"/>
        <p:cNvGrpSpPr/>
        <p:nvPr/>
      </p:nvGrpSpPr>
      <p:grpSpPr>
        <a:xfrm>
          <a:off x="0" y="0"/>
          <a:ext cx="0" cy="0"/>
          <a:chOff x="0" y="0"/>
          <a:chExt cx="0" cy="0"/>
        </a:xfrm>
      </p:grpSpPr>
      <p:sp>
        <p:nvSpPr>
          <p:cNvPr id="321" name="Google Shape;321;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322" name="Google Shape;322;p38"/>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323" name="Google Shape;32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90" name="Shape 590"/>
        <p:cNvGrpSpPr/>
        <p:nvPr/>
      </p:nvGrpSpPr>
      <p:grpSpPr>
        <a:xfrm>
          <a:off x="0" y="0"/>
          <a:ext cx="0" cy="0"/>
          <a:chOff x="0" y="0"/>
          <a:chExt cx="0" cy="0"/>
        </a:xfrm>
      </p:grpSpPr>
      <p:sp>
        <p:nvSpPr>
          <p:cNvPr id="591" name="Google Shape;591;p6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592" name="Google Shape;592;p6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593" name="Google Shape;593;p6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60" name="Shape 860"/>
        <p:cNvGrpSpPr/>
        <p:nvPr/>
      </p:nvGrpSpPr>
      <p:grpSpPr>
        <a:xfrm>
          <a:off x="0" y="0"/>
          <a:ext cx="0" cy="0"/>
          <a:chOff x="0" y="0"/>
          <a:chExt cx="0" cy="0"/>
        </a:xfrm>
      </p:grpSpPr>
      <p:sp>
        <p:nvSpPr>
          <p:cNvPr id="861" name="Google Shape;861;p8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862" name="Google Shape;862;p88"/>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863" name="Google Shape;863;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30" name="Shape 1130"/>
        <p:cNvGrpSpPr/>
        <p:nvPr/>
      </p:nvGrpSpPr>
      <p:grpSpPr>
        <a:xfrm>
          <a:off x="0" y="0"/>
          <a:ext cx="0" cy="0"/>
          <a:chOff x="0" y="0"/>
          <a:chExt cx="0" cy="0"/>
        </a:xfrm>
      </p:grpSpPr>
      <p:sp>
        <p:nvSpPr>
          <p:cNvPr id="1131" name="Google Shape;1131;p1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1132" name="Google Shape;1132;p11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1133" name="Google Shape;1133;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bit.ly/4mBcqfs" TargetMode="External"/><Relationship Id="rId4" Type="http://schemas.openxmlformats.org/officeDocument/2006/relationships/hyperlink" Target="http://bit.ly/4fHMax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9.xml"/><Relationship Id="rId3" Type="http://schemas.openxmlformats.org/officeDocument/2006/relationships/hyperlink" Target="http://bit.ly/40TXfpj" TargetMode="External"/><Relationship Id="rId4" Type="http://schemas.openxmlformats.org/officeDocument/2006/relationships/hyperlink" Target="http://bit.ly/40TXfpj" TargetMode="External"/><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notesSlide" Target="../notesSlides/notesSlide12.xml"/><Relationship Id="rId3" Type="http://schemas.openxmlformats.org/officeDocument/2006/relationships/hyperlink" Target="http://bit.ly/41x9ubz"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4.xml"/><Relationship Id="rId3" Type="http://schemas.openxmlformats.org/officeDocument/2006/relationships/hyperlink" Target="https://code.visualstudio.com/downloa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5.xml"/><Relationship Id="rId3" Type="http://schemas.openxmlformats.org/officeDocument/2006/relationships/hyperlink" Target="https://code.visualstudio.com/downloa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6.xml"/><Relationship Id="rId3" Type="http://schemas.openxmlformats.org/officeDocument/2006/relationships/hyperlink" Target="http://bit.ly/3J8adK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3" name="Shape 1403"/>
        <p:cNvGrpSpPr/>
        <p:nvPr/>
      </p:nvGrpSpPr>
      <p:grpSpPr>
        <a:xfrm>
          <a:off x="0" y="0"/>
          <a:ext cx="0" cy="0"/>
          <a:chOff x="0" y="0"/>
          <a:chExt cx="0" cy="0"/>
        </a:xfrm>
      </p:grpSpPr>
      <p:sp>
        <p:nvSpPr>
          <p:cNvPr id="1404" name="Google Shape;1404;p138"/>
          <p:cNvSpPr txBox="1"/>
          <p:nvPr>
            <p:ph type="ctrTitle"/>
          </p:nvPr>
        </p:nvSpPr>
        <p:spPr>
          <a:xfrm>
            <a:off x="1617750" y="1276575"/>
            <a:ext cx="5925600" cy="207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900">
                <a:solidFill>
                  <a:schemeClr val="dk2"/>
                </a:solidFill>
              </a:rPr>
              <a:t>Python Basics</a:t>
            </a:r>
            <a:r>
              <a:rPr lang="en" sz="5900">
                <a:solidFill>
                  <a:schemeClr val="dk2"/>
                </a:solidFill>
              </a:rPr>
              <a:t> </a:t>
            </a:r>
            <a:endParaRPr sz="5900">
              <a:solidFill>
                <a:schemeClr val="dk2"/>
              </a:solidFill>
            </a:endParaRPr>
          </a:p>
        </p:txBody>
      </p:sp>
      <p:sp>
        <p:nvSpPr>
          <p:cNvPr id="1405" name="Google Shape;1405;p138"/>
          <p:cNvSpPr txBox="1"/>
          <p:nvPr>
            <p:ph idx="1" type="subTitle"/>
          </p:nvPr>
        </p:nvSpPr>
        <p:spPr>
          <a:xfrm>
            <a:off x="1609200" y="3573775"/>
            <a:ext cx="6945300" cy="147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Meryl</a:t>
            </a:r>
            <a:r>
              <a:rPr lang="en"/>
              <a:t> Brodsky, Liaison Librarian for Communication &amp; Information</a:t>
            </a:r>
            <a:endParaRPr/>
          </a:p>
          <a:p>
            <a:pPr indent="0" lvl="0" marL="0" rtl="0" algn="l">
              <a:spcBef>
                <a:spcPts val="0"/>
              </a:spcBef>
              <a:spcAft>
                <a:spcPts val="0"/>
              </a:spcAft>
              <a:buNone/>
            </a:pPr>
            <a:r>
              <a:rPr lang="en"/>
              <a:t>Karina Sánchez, Scholars Lab Librarian</a:t>
            </a:r>
            <a:endParaRPr/>
          </a:p>
          <a:p>
            <a:pPr indent="0" lvl="0" marL="0" rtl="0" algn="l">
              <a:spcBef>
                <a:spcPts val="0"/>
              </a:spcBef>
              <a:spcAft>
                <a:spcPts val="0"/>
              </a:spcAft>
              <a:buNone/>
            </a:pPr>
            <a:r>
              <a:rPr lang="en"/>
              <a:t>August 12, 2025</a:t>
            </a:r>
            <a:endParaRPr/>
          </a:p>
          <a:p>
            <a:pPr indent="0" lvl="0" marL="0" rtl="0" algn="l">
              <a:spcBef>
                <a:spcPts val="0"/>
              </a:spcBef>
              <a:spcAft>
                <a:spcPts val="0"/>
              </a:spcAft>
              <a:buNone/>
            </a:pPr>
            <a:r>
              <a:rPr lang="en" u="sng">
                <a:solidFill>
                  <a:schemeClr val="hlink"/>
                </a:solidFill>
                <a:hlinkClick r:id="rId3"/>
              </a:rPr>
              <a:t>http://bit.ly/4mBcqfs</a:t>
            </a:r>
            <a:endParaRPr/>
          </a:p>
          <a:p>
            <a:pPr indent="0" lvl="0" marL="0" rtl="0" algn="l">
              <a:spcBef>
                <a:spcPts val="0"/>
              </a:spcBef>
              <a:spcAft>
                <a:spcPts val="0"/>
              </a:spcAft>
              <a:buNone/>
            </a:pPr>
            <a:r>
              <a:rPr lang="en"/>
              <a:t>Check in here: </a:t>
            </a:r>
            <a:r>
              <a:rPr lang="en" u="sng">
                <a:solidFill>
                  <a:schemeClr val="hlink"/>
                </a:solidFill>
                <a:latin typeface="Arial"/>
                <a:ea typeface="Arial"/>
                <a:cs typeface="Arial"/>
                <a:sym typeface="Arial"/>
                <a:hlinkClick r:id="rId4"/>
              </a:rPr>
              <a:t>http://bit.ly/4fHMaxS</a:t>
            </a:r>
            <a:endParaRPr sz="2100"/>
          </a:p>
          <a:p>
            <a:pPr indent="0" lvl="0" marL="0" rtl="0" algn="l">
              <a:spcBef>
                <a:spcPts val="0"/>
              </a:spcBef>
              <a:spcAft>
                <a:spcPts val="0"/>
              </a:spcAft>
              <a:buNone/>
            </a:pPr>
            <a:r>
              <a:t/>
            </a:r>
            <a:endParaRPr/>
          </a:p>
        </p:txBody>
      </p:sp>
      <p:cxnSp>
        <p:nvCxnSpPr>
          <p:cNvPr id="1406" name="Google Shape;1406;p138"/>
          <p:cNvCxnSpPr/>
          <p:nvPr/>
        </p:nvCxnSpPr>
        <p:spPr>
          <a:xfrm flipH="1" rot="10800000">
            <a:off x="1762950" y="3150013"/>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1407" name="Google Shape;1407;p138"/>
          <p:cNvCxnSpPr/>
          <p:nvPr/>
        </p:nvCxnSpPr>
        <p:spPr>
          <a:xfrm flipH="1" rot="10800000">
            <a:off x="1600600" y="1348663"/>
            <a:ext cx="5942700" cy="6600"/>
          </a:xfrm>
          <a:prstGeom prst="straightConnector1">
            <a:avLst/>
          </a:prstGeom>
          <a:noFill/>
          <a:ln cap="flat" cmpd="sng" w="19050">
            <a:solidFill>
              <a:schemeClr val="lt1"/>
            </a:solidFill>
            <a:prstDash val="solid"/>
            <a:round/>
            <a:headEnd len="med" w="med" type="oval"/>
            <a:tailEnd len="med" w="med" type="oval"/>
          </a:ln>
        </p:spPr>
      </p:cxnSp>
      <p:sp>
        <p:nvSpPr>
          <p:cNvPr id="1408" name="Google Shape;1408;p138"/>
          <p:cNvSpPr/>
          <p:nvPr/>
        </p:nvSpPr>
        <p:spPr>
          <a:xfrm>
            <a:off x="16627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38"/>
          <p:cNvSpPr/>
          <p:nvPr/>
        </p:nvSpPr>
        <p:spPr>
          <a:xfrm>
            <a:off x="72649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a:t>
            </a:r>
            <a:endParaRPr/>
          </a:p>
        </p:txBody>
      </p:sp>
      <p:sp>
        <p:nvSpPr>
          <p:cNvPr id="1415" name="Google Shape;1415;p139"/>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1:00pm - Welcome and introductory slides</a:t>
            </a:r>
            <a:endParaRPr/>
          </a:p>
        </p:txBody>
      </p:sp>
      <p:sp>
        <p:nvSpPr>
          <p:cNvPr id="1416" name="Google Shape;1416;p139"/>
          <p:cNvSpPr txBox="1"/>
          <p:nvPr>
            <p:ph idx="2" type="subTitle"/>
          </p:nvPr>
        </p:nvSpPr>
        <p:spPr>
          <a:xfrm>
            <a:off x="720025" y="2702477"/>
            <a:ext cx="7704000" cy="6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1:10pm - Google Colab introduction + basic terms for Python</a:t>
            </a:r>
            <a:endParaRPr/>
          </a:p>
          <a:p>
            <a:pPr indent="0" lvl="0" marL="0" rtl="0" algn="l">
              <a:spcBef>
                <a:spcPts val="0"/>
              </a:spcBef>
              <a:spcAft>
                <a:spcPts val="0"/>
              </a:spcAft>
              <a:buNone/>
            </a:pPr>
            <a:r>
              <a:rPr lang="en"/>
              <a:t>1:30pm - Google Colab Python expressions &amp; operators</a:t>
            </a:r>
            <a:endParaRPr/>
          </a:p>
        </p:txBody>
      </p:sp>
      <p:sp>
        <p:nvSpPr>
          <p:cNvPr id="1417" name="Google Shape;1417;p139"/>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2:30pm-3:00pm Python + VS code installation (not needed for tomorrow, but </a:t>
            </a:r>
            <a:r>
              <a:rPr lang="en"/>
              <a:t>helpful</a:t>
            </a:r>
            <a:r>
              <a:rPr lang="en"/>
              <a:t>)</a:t>
            </a:r>
            <a:endParaRPr/>
          </a:p>
        </p:txBody>
      </p:sp>
      <p:sp>
        <p:nvSpPr>
          <p:cNvPr id="1418" name="Google Shape;1418;p139"/>
          <p:cNvSpPr txBox="1"/>
          <p:nvPr>
            <p:ph idx="4" type="subTitle"/>
          </p:nvPr>
        </p:nvSpPr>
        <p:spPr>
          <a:xfrm>
            <a:off x="720025" y="1241274"/>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Itinerary for the day</a:t>
            </a:r>
            <a:endParaRPr/>
          </a:p>
        </p:txBody>
      </p:sp>
      <p:sp>
        <p:nvSpPr>
          <p:cNvPr id="1419" name="Google Shape;1419;p139"/>
          <p:cNvSpPr txBox="1"/>
          <p:nvPr>
            <p:ph idx="5" type="subTitle"/>
          </p:nvPr>
        </p:nvSpPr>
        <p:spPr>
          <a:xfrm>
            <a:off x="720025" y="2206852"/>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Instruction</a:t>
            </a:r>
            <a:endParaRPr/>
          </a:p>
        </p:txBody>
      </p:sp>
      <p:sp>
        <p:nvSpPr>
          <p:cNvPr id="1420" name="Google Shape;1420;p139"/>
          <p:cNvSpPr txBox="1"/>
          <p:nvPr>
            <p:ph idx="6" type="subTitle"/>
          </p:nvPr>
        </p:nvSpPr>
        <p:spPr>
          <a:xfrm>
            <a:off x="720025" y="3470625"/>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Software installation* </a:t>
            </a:r>
            <a:r>
              <a:rPr i="1" lang="en"/>
              <a:t>optional today</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Land Acknowledgement</a:t>
            </a:r>
            <a:endParaRPr/>
          </a:p>
        </p:txBody>
      </p:sp>
      <p:sp>
        <p:nvSpPr>
          <p:cNvPr id="1426" name="Google Shape;1426;p140"/>
          <p:cNvSpPr txBox="1"/>
          <p:nvPr/>
        </p:nvSpPr>
        <p:spPr>
          <a:xfrm>
            <a:off x="530100" y="1160100"/>
            <a:ext cx="8252400" cy="39834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200"/>
              </a:spcBef>
              <a:spcAft>
                <a:spcPts val="0"/>
              </a:spcAft>
              <a:buNone/>
            </a:pPr>
            <a:r>
              <a:rPr lang="en" sz="1900">
                <a:latin typeface="Twentieth Century"/>
                <a:ea typeface="Twentieth Century"/>
                <a:cs typeface="Twentieth Century"/>
                <a:sym typeface="Twentieth Century"/>
              </a:rPr>
              <a:t>We would like to acknowledge that we are meeting on the Indigenous lands of Turtle Island, the ancestral name for what now is called North America.</a:t>
            </a:r>
            <a:endParaRPr sz="1900">
              <a:latin typeface="Twentieth Century"/>
              <a:ea typeface="Twentieth Century"/>
              <a:cs typeface="Twentieth Century"/>
              <a:sym typeface="Twentieth Century"/>
            </a:endParaRPr>
          </a:p>
          <a:p>
            <a:pPr indent="0" lvl="0" marL="0" rtl="0" algn="l">
              <a:lnSpc>
                <a:spcPct val="160000"/>
              </a:lnSpc>
              <a:spcBef>
                <a:spcPts val="1200"/>
              </a:spcBef>
              <a:spcAft>
                <a:spcPts val="0"/>
              </a:spcAft>
              <a:buNone/>
            </a:pPr>
            <a:r>
              <a:rPr lang="en" sz="1900">
                <a:latin typeface="Twentieth Century"/>
                <a:ea typeface="Twentieth Century"/>
                <a:cs typeface="Twentieth Century"/>
                <a:sym typeface="Twentieth Century"/>
              </a:rPr>
              <a:t>Moreover, (I) 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900">
              <a:latin typeface="Twentieth Century"/>
              <a:ea typeface="Twentieth Century"/>
              <a:cs typeface="Twentieth Century"/>
              <a:sym typeface="Twentieth Century"/>
            </a:endParaRPr>
          </a:p>
          <a:p>
            <a:pPr indent="0" lvl="0" marL="0" rtl="0" algn="l">
              <a:spcBef>
                <a:spcPts val="1200"/>
              </a:spcBef>
              <a:spcAft>
                <a:spcPts val="0"/>
              </a:spcAft>
              <a:buNone/>
            </a:pPr>
            <a:r>
              <a:t/>
            </a:r>
            <a:endParaRPr>
              <a:solidFill>
                <a:schemeClr val="dk1"/>
              </a:solidFill>
              <a:latin typeface="Mulish"/>
              <a:ea typeface="Mulish"/>
              <a:cs typeface="Mulish"/>
              <a:sym typeface="Mulish"/>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 - Introduce you to Python </a:t>
            </a:r>
            <a:endParaRPr/>
          </a:p>
        </p:txBody>
      </p:sp>
      <p:sp>
        <p:nvSpPr>
          <p:cNvPr id="1432" name="Google Shape;1432;p141"/>
          <p:cNvSpPr txBox="1"/>
          <p:nvPr>
            <p:ph idx="4" type="subTitle"/>
          </p:nvPr>
        </p:nvSpPr>
        <p:spPr>
          <a:xfrm>
            <a:off x="720025" y="1162375"/>
            <a:ext cx="7704000" cy="47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chemeClr val="dk1"/>
                </a:solidFill>
              </a:rPr>
              <a:t>Introduce the fundamental knowledge required to help you start using Python</a:t>
            </a:r>
            <a:endParaRPr sz="1400">
              <a:solidFill>
                <a:schemeClr val="dk1"/>
              </a:solidFill>
            </a:endParaRPr>
          </a:p>
          <a:p>
            <a:pPr indent="0" lvl="0" marL="0" rtl="0" algn="l">
              <a:spcBef>
                <a:spcPts val="0"/>
              </a:spcBef>
              <a:spcAft>
                <a:spcPts val="0"/>
              </a:spcAft>
              <a:buNone/>
            </a:pPr>
            <a:r>
              <a:t/>
            </a:r>
            <a:endParaRPr/>
          </a:p>
        </p:txBody>
      </p:sp>
      <p:sp>
        <p:nvSpPr>
          <p:cNvPr id="1433" name="Google Shape;1433;p141"/>
          <p:cNvSpPr txBox="1"/>
          <p:nvPr>
            <p:ph idx="5" type="subTitle"/>
          </p:nvPr>
        </p:nvSpPr>
        <p:spPr>
          <a:xfrm>
            <a:off x="720000" y="1919150"/>
            <a:ext cx="77040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solidFill>
                  <a:schemeClr val="dk1"/>
                </a:solidFill>
              </a:rPr>
              <a:t>Learn some of the vocabulary of Python, such as Data Types, Variables, Functions</a:t>
            </a:r>
            <a:endParaRPr sz="1400">
              <a:solidFill>
                <a:schemeClr val="dk1"/>
              </a:solidFill>
            </a:endParaRPr>
          </a:p>
          <a:p>
            <a:pPr indent="0" lvl="0" marL="0" rtl="0" algn="l">
              <a:spcBef>
                <a:spcPts val="0"/>
              </a:spcBef>
              <a:spcAft>
                <a:spcPts val="0"/>
              </a:spcAft>
              <a:buNone/>
            </a:pPr>
            <a:r>
              <a:t/>
            </a:r>
            <a:endParaRPr/>
          </a:p>
        </p:txBody>
      </p:sp>
      <p:sp>
        <p:nvSpPr>
          <p:cNvPr id="1434" name="Google Shape;1434;p141"/>
          <p:cNvSpPr txBox="1"/>
          <p:nvPr>
            <p:ph idx="6" type="subTitle"/>
          </p:nvPr>
        </p:nvSpPr>
        <p:spPr>
          <a:xfrm>
            <a:off x="720000" y="2731125"/>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1"/>
                </a:solidFill>
              </a:rPr>
              <a:t>U</a:t>
            </a:r>
            <a:r>
              <a:rPr lang="en" sz="1400">
                <a:solidFill>
                  <a:schemeClr val="dk1"/>
                </a:solidFill>
              </a:rPr>
              <a:t>se Python without installing any software - this workshop will use Google Colab</a:t>
            </a:r>
            <a:endParaRPr/>
          </a:p>
        </p:txBody>
      </p:sp>
      <p:sp>
        <p:nvSpPr>
          <p:cNvPr id="1435" name="Google Shape;1435;p14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36" name="Google Shape;1436;p141"/>
          <p:cNvSpPr txBox="1"/>
          <p:nvPr>
            <p:ph idx="6" type="subTitle"/>
          </p:nvPr>
        </p:nvSpPr>
        <p:spPr>
          <a:xfrm>
            <a:off x="720025" y="3409000"/>
            <a:ext cx="7767900" cy="47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Learn about resources to help you when you have a question or a problem</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1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Python &amp; why </a:t>
            </a:r>
            <a:r>
              <a:rPr lang="en"/>
              <a:t>should</a:t>
            </a:r>
            <a:r>
              <a:rPr lang="en"/>
              <a:t> you learn it</a:t>
            </a:r>
            <a:endParaRPr/>
          </a:p>
        </p:txBody>
      </p:sp>
      <p:sp>
        <p:nvSpPr>
          <p:cNvPr id="1442" name="Google Shape;1442;p142"/>
          <p:cNvSpPr txBox="1"/>
          <p:nvPr/>
        </p:nvSpPr>
        <p:spPr>
          <a:xfrm>
            <a:off x="855300" y="1372950"/>
            <a:ext cx="5217900" cy="2324100"/>
          </a:xfrm>
          <a:prstGeom prst="rect">
            <a:avLst/>
          </a:prstGeom>
          <a:noFill/>
          <a:ln>
            <a:noFill/>
          </a:ln>
        </p:spPr>
        <p:txBody>
          <a:bodyPr anchorCtr="0" anchor="t" bIns="91425" lIns="91425" spcFirstLastPara="1" rIns="91425" wrap="square" tIns="91425">
            <a:noAutofit/>
          </a:bodyPr>
          <a:lstStyle/>
          <a:p>
            <a:pPr indent="-317500" lvl="0" marL="457200" rtl="0" algn="l">
              <a:lnSpc>
                <a:spcPct val="200000"/>
              </a:lnSpc>
              <a:spcBef>
                <a:spcPts val="0"/>
              </a:spcBef>
              <a:spcAft>
                <a:spcPts val="0"/>
              </a:spcAft>
              <a:buClr>
                <a:schemeClr val="dk2"/>
              </a:buClr>
              <a:buSzPts val="1400"/>
              <a:buFont typeface="Mulish"/>
              <a:buChar char="●"/>
            </a:pPr>
            <a:r>
              <a:rPr lang="en">
                <a:solidFill>
                  <a:schemeClr val="dk1"/>
                </a:solidFill>
                <a:latin typeface="Mulish"/>
                <a:ea typeface="Mulish"/>
                <a:cs typeface="Mulish"/>
                <a:sym typeface="Mulish"/>
              </a:rPr>
              <a:t>Open source programming language</a:t>
            </a:r>
            <a:endParaRPr>
              <a:solidFill>
                <a:schemeClr val="dk1"/>
              </a:solidFill>
              <a:latin typeface="Mulish"/>
              <a:ea typeface="Mulish"/>
              <a:cs typeface="Mulish"/>
              <a:sym typeface="Mulish"/>
            </a:endParaRPr>
          </a:p>
          <a:p>
            <a:pPr indent="-317500" lvl="0" marL="457200" rtl="0" algn="l">
              <a:lnSpc>
                <a:spcPct val="200000"/>
              </a:lnSpc>
              <a:spcBef>
                <a:spcPts val="0"/>
              </a:spcBef>
              <a:spcAft>
                <a:spcPts val="0"/>
              </a:spcAft>
              <a:buClr>
                <a:schemeClr val="dk2"/>
              </a:buClr>
              <a:buSzPts val="1400"/>
              <a:buFont typeface="Mulish"/>
              <a:buChar char="●"/>
            </a:pPr>
            <a:r>
              <a:rPr lang="en">
                <a:solidFill>
                  <a:schemeClr val="dk1"/>
                </a:solidFill>
                <a:latin typeface="Mulish"/>
                <a:ea typeface="Mulish"/>
                <a:cs typeface="Mulish"/>
                <a:sym typeface="Mulish"/>
              </a:rPr>
              <a:t>Cross platform compatible (Windows, MacOS, &amp; Linux)</a:t>
            </a:r>
            <a:endParaRPr>
              <a:solidFill>
                <a:schemeClr val="dk1"/>
              </a:solidFill>
              <a:latin typeface="Mulish"/>
              <a:ea typeface="Mulish"/>
              <a:cs typeface="Mulish"/>
              <a:sym typeface="Mulish"/>
            </a:endParaRPr>
          </a:p>
          <a:p>
            <a:pPr indent="-317500" lvl="0" marL="457200" rtl="0" algn="l">
              <a:lnSpc>
                <a:spcPct val="200000"/>
              </a:lnSpc>
              <a:spcBef>
                <a:spcPts val="0"/>
              </a:spcBef>
              <a:spcAft>
                <a:spcPts val="0"/>
              </a:spcAft>
              <a:buClr>
                <a:schemeClr val="dk2"/>
              </a:buClr>
              <a:buSzPts val="1400"/>
              <a:buFont typeface="Mulish"/>
              <a:buChar char="●"/>
            </a:pPr>
            <a:r>
              <a:rPr lang="en">
                <a:solidFill>
                  <a:schemeClr val="dk1"/>
                </a:solidFill>
                <a:latin typeface="Mulish"/>
                <a:ea typeface="Mulish"/>
                <a:cs typeface="Mulish"/>
                <a:sym typeface="Mulish"/>
              </a:rPr>
              <a:t>Used in a variety of fields</a:t>
            </a:r>
            <a:endParaRPr>
              <a:solidFill>
                <a:schemeClr val="dk1"/>
              </a:solidFill>
              <a:latin typeface="Mulish"/>
              <a:ea typeface="Mulish"/>
              <a:cs typeface="Mulish"/>
              <a:sym typeface="Mulish"/>
            </a:endParaRPr>
          </a:p>
          <a:p>
            <a:pPr indent="-317500" lvl="0" marL="457200" rtl="0" algn="l">
              <a:lnSpc>
                <a:spcPct val="200000"/>
              </a:lnSpc>
              <a:spcBef>
                <a:spcPts val="0"/>
              </a:spcBef>
              <a:spcAft>
                <a:spcPts val="0"/>
              </a:spcAft>
              <a:buClr>
                <a:schemeClr val="dk2"/>
              </a:buClr>
              <a:buSzPts val="1400"/>
              <a:buFont typeface="Mulish"/>
              <a:buChar char="●"/>
            </a:pPr>
            <a:r>
              <a:rPr lang="en">
                <a:solidFill>
                  <a:schemeClr val="dk1"/>
                </a:solidFill>
                <a:latin typeface="Mulish"/>
                <a:ea typeface="Mulish"/>
                <a:cs typeface="Mulish"/>
                <a:sym typeface="Mulish"/>
              </a:rPr>
              <a:t>Large ecosystem of open source packages</a:t>
            </a:r>
            <a:endParaRPr>
              <a:solidFill>
                <a:schemeClr val="dk1"/>
              </a:solidFill>
              <a:latin typeface="Mulish"/>
              <a:ea typeface="Mulish"/>
              <a:cs typeface="Mulish"/>
              <a:sym typeface="Mulish"/>
            </a:endParaRPr>
          </a:p>
          <a:p>
            <a:pPr indent="-317500" lvl="0" marL="457200" rtl="0" algn="l">
              <a:lnSpc>
                <a:spcPct val="200000"/>
              </a:lnSpc>
              <a:spcBef>
                <a:spcPts val="0"/>
              </a:spcBef>
              <a:spcAft>
                <a:spcPts val="0"/>
              </a:spcAft>
              <a:buClr>
                <a:schemeClr val="dk2"/>
              </a:buClr>
              <a:buSzPts val="1400"/>
              <a:buFont typeface="Mulish"/>
              <a:buChar char="●"/>
            </a:pPr>
            <a:r>
              <a:rPr lang="en">
                <a:solidFill>
                  <a:schemeClr val="dk1"/>
                </a:solidFill>
                <a:latin typeface="Mulish"/>
                <a:ea typeface="Mulish"/>
                <a:cs typeface="Mulish"/>
                <a:sym typeface="Mulish"/>
              </a:rPr>
              <a:t>Shared code can foster reproducibility</a:t>
            </a:r>
            <a:endParaRPr>
              <a:solidFill>
                <a:schemeClr val="dk1"/>
              </a:solidFill>
              <a:latin typeface="Mulish"/>
              <a:ea typeface="Mulish"/>
              <a:cs typeface="Mulish"/>
              <a:sym typeface="Mulish"/>
            </a:endParaRPr>
          </a:p>
          <a:p>
            <a:pPr indent="0" lvl="0" marL="0" rtl="0" algn="l">
              <a:lnSpc>
                <a:spcPct val="115000"/>
              </a:lnSpc>
              <a:spcBef>
                <a:spcPts val="0"/>
              </a:spcBef>
              <a:spcAft>
                <a:spcPts val="0"/>
              </a:spcAft>
              <a:buNone/>
            </a:pPr>
            <a:r>
              <a:t/>
            </a:r>
            <a:endParaRPr sz="1200">
              <a:solidFill>
                <a:schemeClr val="dk1"/>
              </a:solidFill>
              <a:latin typeface="Mulish"/>
              <a:ea typeface="Mulish"/>
              <a:cs typeface="Mulish"/>
              <a:sym typeface="Mulish"/>
            </a:endParaRPr>
          </a:p>
          <a:p>
            <a:pPr indent="0" lvl="0" marL="0" rtl="0" algn="l">
              <a:lnSpc>
                <a:spcPct val="115000"/>
              </a:lnSpc>
              <a:spcBef>
                <a:spcPts val="0"/>
              </a:spcBef>
              <a:spcAft>
                <a:spcPts val="0"/>
              </a:spcAft>
              <a:buNone/>
            </a:pPr>
            <a:r>
              <a:t/>
            </a:r>
            <a:endParaRPr sz="1200">
              <a:solidFill>
                <a:schemeClr val="dk1"/>
              </a:solidFill>
              <a:latin typeface="Mulish"/>
              <a:ea typeface="Mulish"/>
              <a:cs typeface="Mulish"/>
              <a:sym typeface="Mulish"/>
            </a:endParaRPr>
          </a:p>
        </p:txBody>
      </p:sp>
      <p:sp>
        <p:nvSpPr>
          <p:cNvPr id="1443" name="Google Shape;1443;p14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Can You Do with Python</a:t>
            </a:r>
            <a:endParaRPr/>
          </a:p>
        </p:txBody>
      </p:sp>
      <p:sp>
        <p:nvSpPr>
          <p:cNvPr id="1449" name="Google Shape;1449;p143"/>
          <p:cNvSpPr txBox="1"/>
          <p:nvPr>
            <p:ph idx="2" type="subTitle"/>
          </p:nvPr>
        </p:nvSpPr>
        <p:spPr>
          <a:xfrm>
            <a:off x="770950" y="1289378"/>
            <a:ext cx="3698100" cy="2736300"/>
          </a:xfrm>
          <a:prstGeom prst="rect">
            <a:avLst/>
          </a:prstGeom>
        </p:spPr>
        <p:txBody>
          <a:bodyPr anchorCtr="0" anchor="t" bIns="91425" lIns="91425" spcFirstLastPara="1" rIns="91425" wrap="square" tIns="91425">
            <a:noAutofit/>
          </a:bodyPr>
          <a:lstStyle/>
          <a:p>
            <a:pPr indent="-342900" lvl="0" marL="257175" rtl="0" algn="l">
              <a:spcBef>
                <a:spcPts val="0"/>
              </a:spcBef>
              <a:spcAft>
                <a:spcPts val="0"/>
              </a:spcAft>
              <a:buSzPts val="1800"/>
              <a:buChar char="●"/>
            </a:pPr>
            <a:r>
              <a:rPr lang="en" sz="1800"/>
              <a:t>Text Mining</a:t>
            </a:r>
            <a:endParaRPr sz="1800"/>
          </a:p>
          <a:p>
            <a:pPr indent="-342900" lvl="0" marL="257175" rtl="0" algn="l">
              <a:spcBef>
                <a:spcPts val="1600"/>
              </a:spcBef>
              <a:spcAft>
                <a:spcPts val="0"/>
              </a:spcAft>
              <a:buSzPts val="1800"/>
              <a:buChar char="●"/>
            </a:pPr>
            <a:r>
              <a:rPr lang="en" sz="1800"/>
              <a:t>Web Scraping</a:t>
            </a:r>
            <a:endParaRPr sz="1800"/>
          </a:p>
          <a:p>
            <a:pPr indent="-342900" lvl="0" marL="257175" rtl="0" algn="l">
              <a:spcBef>
                <a:spcPts val="1600"/>
              </a:spcBef>
              <a:spcAft>
                <a:spcPts val="0"/>
              </a:spcAft>
              <a:buSzPts val="1800"/>
              <a:buChar char="●"/>
            </a:pPr>
            <a:r>
              <a:rPr lang="en" sz="1800"/>
              <a:t>Data Analysis </a:t>
            </a:r>
            <a:endParaRPr sz="1800"/>
          </a:p>
          <a:p>
            <a:pPr indent="-342900" lvl="0" marL="257175" rtl="0" algn="l">
              <a:spcBef>
                <a:spcPts val="1600"/>
              </a:spcBef>
              <a:spcAft>
                <a:spcPts val="0"/>
              </a:spcAft>
              <a:buSzPts val="1800"/>
              <a:buChar char="●"/>
            </a:pPr>
            <a:r>
              <a:rPr lang="en" sz="1800"/>
              <a:t>Data Visualization</a:t>
            </a:r>
            <a:endParaRPr sz="1800"/>
          </a:p>
          <a:p>
            <a:pPr indent="-342900" lvl="0" marL="257175" rtl="0" algn="l">
              <a:spcBef>
                <a:spcPts val="1000"/>
              </a:spcBef>
              <a:spcAft>
                <a:spcPts val="0"/>
              </a:spcAft>
              <a:buSzPts val="1800"/>
              <a:buChar char="●"/>
            </a:pPr>
            <a:r>
              <a:rPr lang="en" sz="1800"/>
              <a:t>Simulations &amp; Modeling</a:t>
            </a:r>
            <a:endParaRPr sz="1800"/>
          </a:p>
        </p:txBody>
      </p:sp>
      <p:sp>
        <p:nvSpPr>
          <p:cNvPr id="1450" name="Google Shape;1450;p14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44"/>
          <p:cNvSpPr txBox="1"/>
          <p:nvPr>
            <p:ph type="title"/>
          </p:nvPr>
        </p:nvSpPr>
        <p:spPr>
          <a:xfrm>
            <a:off x="365150" y="445025"/>
            <a:ext cx="8513400" cy="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Integrated Development Environment (IDE)</a:t>
            </a:r>
            <a:endParaRPr/>
          </a:p>
        </p:txBody>
      </p:sp>
      <p:sp>
        <p:nvSpPr>
          <p:cNvPr id="1456" name="Google Shape;1456;p144"/>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a:t>Easier to write code</a:t>
            </a:r>
            <a:endParaRPr/>
          </a:p>
          <a:p>
            <a:pPr indent="0" lvl="0" marL="0" rtl="0" algn="l">
              <a:lnSpc>
                <a:spcPct val="200000"/>
              </a:lnSpc>
              <a:spcBef>
                <a:spcPts val="0"/>
              </a:spcBef>
              <a:spcAft>
                <a:spcPts val="0"/>
              </a:spcAft>
              <a:buNone/>
            </a:pPr>
            <a:r>
              <a:rPr lang="en"/>
              <a:t>Improves code quality </a:t>
            </a:r>
            <a:endParaRPr/>
          </a:p>
          <a:p>
            <a:pPr indent="0" lvl="0" marL="0" rtl="0" algn="l">
              <a:lnSpc>
                <a:spcPct val="200000"/>
              </a:lnSpc>
              <a:spcBef>
                <a:spcPts val="0"/>
              </a:spcBef>
              <a:spcAft>
                <a:spcPts val="0"/>
              </a:spcAft>
              <a:buNone/>
            </a:pPr>
            <a:r>
              <a:rPr lang="en"/>
              <a:t>F</a:t>
            </a:r>
            <a:r>
              <a:rPr lang="en"/>
              <a:t>acilitates</a:t>
            </a:r>
            <a:r>
              <a:rPr lang="en"/>
              <a:t> code </a:t>
            </a:r>
            <a:r>
              <a:rPr lang="en"/>
              <a:t>sharing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57" name="Google Shape;1457;p144"/>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Jupyter Notebooks</a:t>
            </a:r>
            <a:endParaRPr/>
          </a:p>
          <a:p>
            <a:pPr indent="0" lvl="0" marL="0" rtl="0" algn="l">
              <a:spcBef>
                <a:spcPts val="1600"/>
              </a:spcBef>
              <a:spcAft>
                <a:spcPts val="0"/>
              </a:spcAft>
              <a:buNone/>
            </a:pPr>
            <a:r>
              <a:rPr lang="en"/>
              <a:t>Visual Studio </a:t>
            </a:r>
            <a:endParaRPr/>
          </a:p>
          <a:p>
            <a:pPr indent="0" lvl="0" marL="0" rtl="0" algn="l">
              <a:spcBef>
                <a:spcPts val="1600"/>
              </a:spcBef>
              <a:spcAft>
                <a:spcPts val="0"/>
              </a:spcAft>
              <a:buNone/>
            </a:pPr>
            <a:r>
              <a:rPr lang="en"/>
              <a:t>PyCharm</a:t>
            </a:r>
            <a:endParaRPr/>
          </a:p>
          <a:p>
            <a:pPr indent="0" lvl="0" marL="0" rtl="0" algn="l">
              <a:spcBef>
                <a:spcPts val="1600"/>
              </a:spcBef>
              <a:spcAft>
                <a:spcPts val="1600"/>
              </a:spcAft>
              <a:buNone/>
            </a:pPr>
            <a:r>
              <a:rPr lang="en"/>
              <a:t>Many others</a:t>
            </a:r>
            <a:endParaRPr/>
          </a:p>
        </p:txBody>
      </p:sp>
      <p:sp>
        <p:nvSpPr>
          <p:cNvPr id="1458" name="Google Shape;1458;p144"/>
          <p:cNvSpPr txBox="1"/>
          <p:nvPr>
            <p:ph idx="3" type="subTitle"/>
          </p:nvPr>
        </p:nvSpPr>
        <p:spPr>
          <a:xfrm>
            <a:off x="726675" y="1313225"/>
            <a:ext cx="36981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Examples</a:t>
            </a:r>
            <a:endParaRPr/>
          </a:p>
        </p:txBody>
      </p:sp>
      <p:sp>
        <p:nvSpPr>
          <p:cNvPr id="1459" name="Google Shape;1459;p144"/>
          <p:cNvSpPr txBox="1"/>
          <p:nvPr>
            <p:ph idx="4" type="subTitle"/>
          </p:nvPr>
        </p:nvSpPr>
        <p:spPr>
          <a:xfrm>
            <a:off x="4747375" y="1313225"/>
            <a:ext cx="3698100" cy="4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Benefits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45"/>
          <p:cNvSpPr txBox="1"/>
          <p:nvPr>
            <p:ph type="title"/>
          </p:nvPr>
        </p:nvSpPr>
        <p:spPr>
          <a:xfrm>
            <a:off x="720000" y="381118"/>
            <a:ext cx="3944700" cy="68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Google Colab</a:t>
            </a:r>
            <a:endParaRPr/>
          </a:p>
        </p:txBody>
      </p:sp>
      <p:sp>
        <p:nvSpPr>
          <p:cNvPr id="1465" name="Google Shape;1465;p145"/>
          <p:cNvSpPr txBox="1"/>
          <p:nvPr>
            <p:ph idx="1" type="subTitle"/>
          </p:nvPr>
        </p:nvSpPr>
        <p:spPr>
          <a:xfrm>
            <a:off x="720000" y="1660175"/>
            <a:ext cx="8091300" cy="30135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2"/>
              </a:buClr>
              <a:buSzPts val="1600"/>
              <a:buChar char="●"/>
            </a:pPr>
            <a:r>
              <a:rPr lang="en" sz="1600"/>
              <a:t>Colab is a free Google service that allows you to create and run Jupyter Notebooks in the cloud</a:t>
            </a:r>
            <a:endParaRPr sz="1600"/>
          </a:p>
          <a:p>
            <a:pPr indent="-330200" lvl="0" marL="457200" rtl="0" algn="l">
              <a:lnSpc>
                <a:spcPct val="150000"/>
              </a:lnSpc>
              <a:spcBef>
                <a:spcPts val="0"/>
              </a:spcBef>
              <a:spcAft>
                <a:spcPts val="0"/>
              </a:spcAft>
              <a:buClr>
                <a:schemeClr val="dk2"/>
              </a:buClr>
              <a:buSzPts val="1600"/>
              <a:buChar char="●"/>
            </a:pPr>
            <a:r>
              <a:rPr lang="en" sz="1600"/>
              <a:t>You can use it to write Python code and text notes in compartmentalized cells within a notebook</a:t>
            </a:r>
            <a:endParaRPr sz="1600"/>
          </a:p>
          <a:p>
            <a:pPr indent="-330200" lvl="0" marL="457200" rtl="0" algn="l">
              <a:lnSpc>
                <a:spcPct val="150000"/>
              </a:lnSpc>
              <a:spcBef>
                <a:spcPts val="0"/>
              </a:spcBef>
              <a:spcAft>
                <a:spcPts val="0"/>
              </a:spcAft>
              <a:buClr>
                <a:schemeClr val="dk2"/>
              </a:buClr>
              <a:buSzPts val="1600"/>
              <a:buChar char="●"/>
            </a:pPr>
            <a:r>
              <a:rPr lang="en" sz="1600"/>
              <a:t>Code cells can be run individually to allow for previewing outputs and troubleshooting issues</a:t>
            </a:r>
            <a:endParaRPr sz="1600"/>
          </a:p>
          <a:p>
            <a:pPr indent="-330200" lvl="0" marL="457200" rtl="0" algn="l">
              <a:lnSpc>
                <a:spcPct val="150000"/>
              </a:lnSpc>
              <a:spcBef>
                <a:spcPts val="0"/>
              </a:spcBef>
              <a:spcAft>
                <a:spcPts val="0"/>
              </a:spcAft>
              <a:buClr>
                <a:schemeClr val="dk2"/>
              </a:buClr>
              <a:buSzPts val="1600"/>
              <a:buChar char="●"/>
            </a:pPr>
            <a:r>
              <a:rPr lang="en" sz="1600"/>
              <a:t>Notebooks are stored in Google Drive and can access other files in Google Drive</a:t>
            </a:r>
            <a:endParaRPr sz="2400"/>
          </a:p>
          <a:p>
            <a:pPr indent="0" lvl="0" marL="0" rtl="0" algn="l">
              <a:spcBef>
                <a:spcPts val="1600"/>
              </a:spcBef>
              <a:spcAft>
                <a:spcPts val="1600"/>
              </a:spcAft>
              <a:buNone/>
            </a:pPr>
            <a:r>
              <a:t/>
            </a:r>
            <a:endParaRPr/>
          </a:p>
        </p:txBody>
      </p:sp>
      <p:sp>
        <p:nvSpPr>
          <p:cNvPr id="1466" name="Google Shape;1466;p14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467" name="Google Shape;1467;p145"/>
          <p:cNvPicPr preferRelativeResize="0"/>
          <p:nvPr/>
        </p:nvPicPr>
        <p:blipFill>
          <a:blip r:embed="rId3">
            <a:alphaModFix/>
          </a:blip>
          <a:stretch>
            <a:fillRect/>
          </a:stretch>
        </p:blipFill>
        <p:spPr>
          <a:xfrm>
            <a:off x="7236550" y="391426"/>
            <a:ext cx="847250" cy="107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46"/>
          <p:cNvSpPr txBox="1"/>
          <p:nvPr>
            <p:ph type="title"/>
          </p:nvPr>
        </p:nvSpPr>
        <p:spPr>
          <a:xfrm>
            <a:off x="2665084" y="1324763"/>
            <a:ext cx="3944700" cy="1607100"/>
          </a:xfrm>
          <a:prstGeom prst="rect">
            <a:avLst/>
          </a:prstGeom>
        </p:spPr>
        <p:txBody>
          <a:bodyPr anchorCtr="0" anchor="b" bIns="91425" lIns="91425" spcFirstLastPara="1" rIns="91425" wrap="square" tIns="91425">
            <a:noAutofit/>
          </a:bodyPr>
          <a:lstStyle/>
          <a:p>
            <a:pPr indent="0" lvl="0" marL="0" rtl="0" algn="l">
              <a:lnSpc>
                <a:spcPct val="150000"/>
              </a:lnSpc>
              <a:spcBef>
                <a:spcPts val="0"/>
              </a:spcBef>
              <a:spcAft>
                <a:spcPts val="1600"/>
              </a:spcAft>
              <a:buNone/>
            </a:pPr>
            <a:r>
              <a:rPr lang="en" sz="2800" u="sng">
                <a:solidFill>
                  <a:schemeClr val="hlink"/>
                </a:solidFill>
                <a:latin typeface="Mulish"/>
                <a:ea typeface="Mulish"/>
                <a:cs typeface="Mulish"/>
                <a:sym typeface="Mulish"/>
                <a:hlinkClick r:id="rId3"/>
              </a:rPr>
              <a:t> </a:t>
            </a:r>
            <a:r>
              <a:rPr lang="en" sz="2800" u="sng">
                <a:solidFill>
                  <a:schemeClr val="hlink"/>
                </a:solidFill>
                <a:latin typeface="Mulish"/>
                <a:ea typeface="Mulish"/>
                <a:cs typeface="Mulish"/>
                <a:sym typeface="Mulish"/>
                <a:hlinkClick r:id="rId4"/>
              </a:rPr>
              <a:t>http://bit.ly/40TXfpj</a:t>
            </a:r>
            <a:endParaRPr sz="3600"/>
          </a:p>
        </p:txBody>
      </p:sp>
      <p:pic>
        <p:nvPicPr>
          <p:cNvPr descr="This slide shows the introduction section of the colab notebook." id="1473" name="Google Shape;1473;p146" title="Screenshot 2025-08-09 at 11.49.09 AM.png"/>
          <p:cNvPicPr preferRelativeResize="0"/>
          <p:nvPr/>
        </p:nvPicPr>
        <p:blipFill>
          <a:blip r:embed="rId5">
            <a:alphaModFix/>
          </a:blip>
          <a:stretch>
            <a:fillRect/>
          </a:stretch>
        </p:blipFill>
        <p:spPr>
          <a:xfrm>
            <a:off x="756321" y="2749050"/>
            <a:ext cx="7962776" cy="2175300"/>
          </a:xfrm>
          <a:prstGeom prst="rect">
            <a:avLst/>
          </a:prstGeom>
          <a:noFill/>
          <a:ln>
            <a:noFill/>
          </a:ln>
        </p:spPr>
      </p:pic>
      <p:sp>
        <p:nvSpPr>
          <p:cNvPr id="1474" name="Google Shape;1474;p146"/>
          <p:cNvSpPr txBox="1"/>
          <p:nvPr>
            <p:ph type="title"/>
          </p:nvPr>
        </p:nvSpPr>
        <p:spPr>
          <a:xfrm>
            <a:off x="315300" y="549600"/>
            <a:ext cx="8513400" cy="60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Google Colab Notebook for today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4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Post programming</a:t>
            </a:r>
            <a:endParaRPr/>
          </a:p>
        </p:txBody>
      </p:sp>
      <p:sp>
        <p:nvSpPr>
          <p:cNvPr id="1480" name="Google Shape;1480;p14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to find Help</a:t>
            </a:r>
            <a:endParaRPr/>
          </a:p>
          <a:p>
            <a:pPr indent="0" lvl="0" marL="0" rtl="0" algn="l">
              <a:spcBef>
                <a:spcPts val="1600"/>
              </a:spcBef>
              <a:spcAft>
                <a:spcPts val="0"/>
              </a:spcAft>
              <a:buNone/>
            </a:pPr>
            <a:r>
              <a:rPr lang="en"/>
              <a:t>Software installation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481" name="Google Shape;1481;p147" title="Girl_with_swimming_board.jpg"/>
          <p:cNvPicPr preferRelativeResize="0"/>
          <p:nvPr>
            <p:ph idx="2" type="pic"/>
          </p:nvPr>
        </p:nvPicPr>
        <p:blipFill rotWithShape="1">
          <a:blip r:embed="rId3">
            <a:alphaModFix/>
          </a:blip>
          <a:srcRect b="0" l="22768" r="22762" t="0"/>
          <a:stretch/>
        </p:blipFill>
        <p:spPr>
          <a:xfrm>
            <a:off x="5149825" y="691038"/>
            <a:ext cx="3070800" cy="3761400"/>
          </a:xfrm>
          <a:prstGeom prst="ellipse">
            <a:avLst/>
          </a:prstGeom>
        </p:spPr>
      </p:pic>
      <p:sp>
        <p:nvSpPr>
          <p:cNvPr id="1482" name="Google Shape;1482;p147"/>
          <p:cNvSpPr txBox="1"/>
          <p:nvPr/>
        </p:nvSpPr>
        <p:spPr>
          <a:xfrm>
            <a:off x="720000" y="4498400"/>
            <a:ext cx="7817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Imag</a:t>
            </a:r>
            <a:r>
              <a:rPr lang="en" sz="1100"/>
              <a:t>e: Wong, Tommy. (July 5, 2006). https://www.flickr.com/photos/gracewong/183286968</a:t>
            </a:r>
            <a:endParaRPr>
              <a:solidFill>
                <a:schemeClr val="dk1"/>
              </a:solidFill>
              <a:latin typeface="Mulish"/>
              <a:ea typeface="Mulish"/>
              <a:cs typeface="Mulish"/>
              <a:sym typeface="Mulish"/>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48"/>
          <p:cNvSpPr txBox="1"/>
          <p:nvPr>
            <p:ph idx="1" type="body"/>
          </p:nvPr>
        </p:nvSpPr>
        <p:spPr>
          <a:xfrm>
            <a:off x="720000" y="1215750"/>
            <a:ext cx="5146800" cy="3233100"/>
          </a:xfrm>
          <a:prstGeom prst="rect">
            <a:avLst/>
          </a:prstGeom>
        </p:spPr>
        <p:txBody>
          <a:bodyPr anchorCtr="0" anchor="t" bIns="91425" lIns="91425" spcFirstLastPara="1" rIns="91425" wrap="square" tIns="91425">
            <a:noAutofit/>
          </a:bodyPr>
          <a:lstStyle/>
          <a:p>
            <a:pPr indent="-203200" lvl="0" marL="241300" rtl="0" algn="l">
              <a:lnSpc>
                <a:spcPct val="115000"/>
              </a:lnSpc>
              <a:spcBef>
                <a:spcPts val="300"/>
              </a:spcBef>
              <a:spcAft>
                <a:spcPts val="0"/>
              </a:spcAft>
              <a:buSzPts val="1200"/>
              <a:buFont typeface="Anaheim"/>
              <a:buChar char="●"/>
            </a:pPr>
            <a:r>
              <a:rPr lang="en" sz="1200"/>
              <a:t>Stack Overflow   (https://stackoverflow.com/) </a:t>
            </a:r>
            <a:endParaRPr sz="1200"/>
          </a:p>
          <a:p>
            <a:pPr indent="-203200" lvl="0" marL="241300" rtl="0" algn="l">
              <a:lnSpc>
                <a:spcPct val="115000"/>
              </a:lnSpc>
              <a:spcBef>
                <a:spcPts val="300"/>
              </a:spcBef>
              <a:spcAft>
                <a:spcPts val="0"/>
              </a:spcAft>
              <a:buSzPts val="1200"/>
              <a:buFont typeface="Anaheim"/>
              <a:buChar char="●"/>
            </a:pPr>
            <a:r>
              <a:rPr lang="en" sz="1200"/>
              <a:t>Data Carpentry  (https://datacarpentry.org/python-ecology-lesson/) </a:t>
            </a:r>
            <a:endParaRPr sz="1200"/>
          </a:p>
          <a:p>
            <a:pPr indent="-203200" lvl="0" marL="241300" rtl="0" algn="l">
              <a:lnSpc>
                <a:spcPct val="115000"/>
              </a:lnSpc>
              <a:spcBef>
                <a:spcPts val="300"/>
              </a:spcBef>
              <a:spcAft>
                <a:spcPts val="0"/>
              </a:spcAft>
              <a:buSzPts val="1200"/>
              <a:buFont typeface="Anaheim"/>
              <a:buChar char="●"/>
            </a:pPr>
            <a:r>
              <a:rPr lang="en" sz="1200"/>
              <a:t>Python Documentation  (https://docs.python.org/3/library/index.html) </a:t>
            </a:r>
            <a:endParaRPr sz="1200"/>
          </a:p>
          <a:p>
            <a:pPr indent="-203200" lvl="0" marL="241300" rtl="0" algn="l">
              <a:lnSpc>
                <a:spcPct val="115000"/>
              </a:lnSpc>
              <a:spcBef>
                <a:spcPts val="300"/>
              </a:spcBef>
              <a:spcAft>
                <a:spcPts val="0"/>
              </a:spcAft>
              <a:buSzPts val="1200"/>
              <a:buChar char="●"/>
            </a:pPr>
            <a:r>
              <a:rPr lang="en" sz="1200"/>
              <a:t>Python Glossary</a:t>
            </a:r>
            <a:endParaRPr sz="1200"/>
          </a:p>
          <a:p>
            <a:pPr indent="-203200" lvl="0" marL="241300" rtl="0" algn="l">
              <a:lnSpc>
                <a:spcPct val="115000"/>
              </a:lnSpc>
              <a:spcBef>
                <a:spcPts val="300"/>
              </a:spcBef>
              <a:spcAft>
                <a:spcPts val="0"/>
              </a:spcAft>
              <a:buSzPts val="1200"/>
              <a:buChar char="●"/>
            </a:pPr>
            <a:r>
              <a:rPr lang="en" sz="1200"/>
              <a:t>(https://www.w3schools.com/python/python_ref_glossary.asp)</a:t>
            </a:r>
            <a:endParaRPr sz="1200"/>
          </a:p>
          <a:p>
            <a:pPr indent="-203200" lvl="0" marL="241300" rtl="0" algn="l">
              <a:lnSpc>
                <a:spcPct val="115000"/>
              </a:lnSpc>
              <a:spcBef>
                <a:spcPts val="300"/>
              </a:spcBef>
              <a:spcAft>
                <a:spcPts val="0"/>
              </a:spcAft>
              <a:buSzPts val="1200"/>
              <a:buFont typeface="Anaheim"/>
              <a:buChar char="●"/>
            </a:pPr>
            <a:r>
              <a:rPr lang="en" sz="1200"/>
              <a:t>Python Tutorial   (https://docs.python.org/3/tutorial/index.html) </a:t>
            </a:r>
            <a:endParaRPr sz="1200"/>
          </a:p>
          <a:p>
            <a:pPr indent="-203200" lvl="0" marL="241300" rtl="0" algn="l">
              <a:lnSpc>
                <a:spcPct val="115000"/>
              </a:lnSpc>
              <a:spcBef>
                <a:spcPts val="300"/>
              </a:spcBef>
              <a:spcAft>
                <a:spcPts val="0"/>
              </a:spcAft>
              <a:buSzPts val="1200"/>
              <a:buFont typeface="Anaheim"/>
              <a:buChar char="●"/>
            </a:pPr>
            <a:r>
              <a:rPr lang="en" sz="1200"/>
              <a:t>LinkedIn Learning  (https://www.linkedin.com/learning/topics/python)</a:t>
            </a:r>
            <a:endParaRPr sz="1200"/>
          </a:p>
          <a:p>
            <a:pPr indent="-203200" lvl="0" marL="241300" rtl="0" algn="l">
              <a:lnSpc>
                <a:spcPct val="115000"/>
              </a:lnSpc>
              <a:spcBef>
                <a:spcPts val="300"/>
              </a:spcBef>
              <a:spcAft>
                <a:spcPts val="0"/>
              </a:spcAft>
              <a:buSzPts val="1200"/>
              <a:buFont typeface="Anaheim"/>
              <a:buChar char="●"/>
            </a:pPr>
            <a:r>
              <a:rPr lang="en" sz="1200"/>
              <a:t>UT Statistics Short Courses (https://stat.utexas.edu/training/software-short-courses) </a:t>
            </a:r>
            <a:endParaRPr sz="1200"/>
          </a:p>
          <a:p>
            <a:pPr indent="-203200" lvl="0" marL="241300" rtl="0" algn="l">
              <a:lnSpc>
                <a:spcPct val="115000"/>
              </a:lnSpc>
              <a:spcBef>
                <a:spcPts val="300"/>
              </a:spcBef>
              <a:spcAft>
                <a:spcPts val="0"/>
              </a:spcAft>
              <a:buSzPts val="1200"/>
              <a:buFont typeface="Anaheim"/>
              <a:buChar char="●"/>
            </a:pPr>
            <a:r>
              <a:rPr lang="en" sz="1200"/>
              <a:t>Google Colab: Intro to Python (https://colab.research.google.com/notebooks/intro.ipynb)</a:t>
            </a:r>
            <a:endParaRPr sz="1200"/>
          </a:p>
          <a:p>
            <a:pPr indent="0" lvl="0" marL="0" rtl="0" algn="l">
              <a:lnSpc>
                <a:spcPct val="115000"/>
              </a:lnSpc>
              <a:spcBef>
                <a:spcPts val="300"/>
              </a:spcBef>
              <a:spcAft>
                <a:spcPts val="0"/>
              </a:spcAft>
              <a:buNone/>
            </a:pPr>
            <a:r>
              <a:t/>
            </a:r>
            <a:endParaRPr sz="1100">
              <a:solidFill>
                <a:schemeClr val="dk1"/>
              </a:solidFill>
            </a:endParaRPr>
          </a:p>
        </p:txBody>
      </p:sp>
      <p:sp>
        <p:nvSpPr>
          <p:cNvPr id="1488" name="Google Shape;1488;p1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Helpful Resources</a:t>
            </a:r>
            <a:endParaRPr/>
          </a:p>
        </p:txBody>
      </p:sp>
      <p:sp>
        <p:nvSpPr>
          <p:cNvPr id="1489" name="Google Shape;1489;p1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490" name="Google Shape;1490;p148"/>
          <p:cNvPicPr preferRelativeResize="0"/>
          <p:nvPr/>
        </p:nvPicPr>
        <p:blipFill>
          <a:blip r:embed="rId3">
            <a:alphaModFix/>
          </a:blip>
          <a:stretch>
            <a:fillRect/>
          </a:stretch>
        </p:blipFill>
        <p:spPr>
          <a:xfrm>
            <a:off x="6422349" y="619225"/>
            <a:ext cx="1898427" cy="1024274"/>
          </a:xfrm>
          <a:prstGeom prst="rect">
            <a:avLst/>
          </a:prstGeom>
          <a:noFill/>
          <a:ln>
            <a:noFill/>
          </a:ln>
          <a:effectLst>
            <a:outerShdw blurRad="57150" rotWithShape="0" algn="bl" dir="5400000" dist="19050">
              <a:srgbClr val="000000">
                <a:alpha val="50000"/>
              </a:srgbClr>
            </a:outerShdw>
          </a:effectLst>
        </p:spPr>
      </p:pic>
      <p:pic>
        <p:nvPicPr>
          <p:cNvPr id="1491" name="Google Shape;1491;p148"/>
          <p:cNvPicPr preferRelativeResize="0"/>
          <p:nvPr/>
        </p:nvPicPr>
        <p:blipFill>
          <a:blip r:embed="rId4">
            <a:alphaModFix/>
          </a:blip>
          <a:stretch>
            <a:fillRect/>
          </a:stretch>
        </p:blipFill>
        <p:spPr>
          <a:xfrm>
            <a:off x="6422350" y="1958612"/>
            <a:ext cx="1898425" cy="1226275"/>
          </a:xfrm>
          <a:prstGeom prst="rect">
            <a:avLst/>
          </a:prstGeom>
          <a:noFill/>
          <a:ln>
            <a:noFill/>
          </a:ln>
          <a:effectLst>
            <a:outerShdw blurRad="57150" rotWithShape="0" algn="bl" dir="5400000" dist="19050">
              <a:srgbClr val="000000">
                <a:alpha val="50000"/>
              </a:srgbClr>
            </a:outerShdw>
          </a:effectLst>
        </p:spPr>
      </p:pic>
      <p:pic>
        <p:nvPicPr>
          <p:cNvPr id="1492" name="Google Shape;1492;p148"/>
          <p:cNvPicPr preferRelativeResize="0"/>
          <p:nvPr/>
        </p:nvPicPr>
        <p:blipFill>
          <a:blip r:embed="rId5">
            <a:alphaModFix/>
          </a:blip>
          <a:stretch>
            <a:fillRect/>
          </a:stretch>
        </p:blipFill>
        <p:spPr>
          <a:xfrm>
            <a:off x="6422350" y="3499972"/>
            <a:ext cx="1898427" cy="10511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149"/>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Thank you for coming!</a:t>
            </a:r>
            <a:endParaRPr sz="3000"/>
          </a:p>
          <a:p>
            <a:pPr indent="0" lvl="0" marL="0" rtl="0" algn="ctr">
              <a:spcBef>
                <a:spcPts val="0"/>
              </a:spcBef>
              <a:spcAft>
                <a:spcPts val="0"/>
              </a:spcAft>
              <a:buNone/>
            </a:pPr>
            <a:r>
              <a:rPr lang="en" sz="3000" u="sng">
                <a:solidFill>
                  <a:schemeClr val="hlink"/>
                </a:solidFill>
                <a:hlinkClick r:id="rId3"/>
              </a:rPr>
              <a:t>http://bit.ly/41x9ubz</a:t>
            </a:r>
            <a:endParaRPr sz="3000"/>
          </a:p>
        </p:txBody>
      </p:sp>
      <p:sp>
        <p:nvSpPr>
          <p:cNvPr id="1498" name="Google Shape;1498;p149"/>
          <p:cNvSpPr txBox="1"/>
          <p:nvPr>
            <p:ph idx="1" type="subTitle"/>
          </p:nvPr>
        </p:nvSpPr>
        <p:spPr>
          <a:xfrm>
            <a:off x="2406975" y="1947062"/>
            <a:ext cx="4535100" cy="155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Quicksand"/>
                <a:ea typeface="Quicksand"/>
                <a:cs typeface="Quicksand"/>
                <a:sym typeface="Quicksand"/>
              </a:rPr>
              <a:t>Q</a:t>
            </a:r>
            <a:r>
              <a:rPr b="1" lang="en" sz="1800">
                <a:solidFill>
                  <a:schemeClr val="dk2"/>
                </a:solidFill>
                <a:latin typeface="Quicksand"/>
                <a:ea typeface="Quicksand"/>
                <a:cs typeface="Quicksand"/>
                <a:sym typeface="Quicksand"/>
              </a:rPr>
              <a:t>uestions?</a:t>
            </a:r>
            <a:endParaRPr b="1" sz="1800">
              <a:solidFill>
                <a:schemeClr val="dk2"/>
              </a:solidFill>
              <a:latin typeface="Quicksand"/>
              <a:ea typeface="Quicksand"/>
              <a:cs typeface="Quicksand"/>
              <a:sym typeface="Quicksand"/>
            </a:endParaRPr>
          </a:p>
          <a:p>
            <a:pPr indent="0" lvl="0" marL="0" rtl="0" algn="ctr">
              <a:spcBef>
                <a:spcPts val="0"/>
              </a:spcBef>
              <a:spcAft>
                <a:spcPts val="0"/>
              </a:spcAft>
              <a:buNone/>
            </a:pPr>
            <a:r>
              <a:t/>
            </a:r>
            <a:endParaRPr b="1" sz="1800">
              <a:solidFill>
                <a:schemeClr val="dk2"/>
              </a:solidFill>
              <a:latin typeface="Quicksand"/>
              <a:ea typeface="Quicksand"/>
              <a:cs typeface="Quicksand"/>
              <a:sym typeface="Quicksand"/>
            </a:endParaRPr>
          </a:p>
          <a:p>
            <a:pPr indent="0" lvl="0" marL="0" rtl="0" algn="l">
              <a:spcBef>
                <a:spcPts val="0"/>
              </a:spcBef>
              <a:spcAft>
                <a:spcPts val="0"/>
              </a:spcAft>
              <a:buNone/>
            </a:pPr>
            <a:r>
              <a:rPr lang="en"/>
              <a:t>Meryl Brodsky: Meryl.Brodsky@austin.utexas.edu</a:t>
            </a:r>
            <a:endParaRPr/>
          </a:p>
          <a:p>
            <a:pPr indent="0" lvl="0" marL="0" rtl="0" algn="l">
              <a:spcBef>
                <a:spcPts val="0"/>
              </a:spcBef>
              <a:spcAft>
                <a:spcPts val="0"/>
              </a:spcAft>
              <a:buNone/>
            </a:pPr>
            <a:r>
              <a:rPr lang="en"/>
              <a:t>Karina Sánchez: karinasanchez@austin.utexas.edu</a:t>
            </a:r>
            <a:endParaRPr/>
          </a:p>
        </p:txBody>
      </p:sp>
      <p:sp>
        <p:nvSpPr>
          <p:cNvPr id="1499" name="Google Shape;1499;p149"/>
          <p:cNvSpPr txBox="1"/>
          <p:nvPr/>
        </p:nvSpPr>
        <p:spPr>
          <a:xfrm>
            <a:off x="2496150" y="4125850"/>
            <a:ext cx="4151700" cy="2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Mulish"/>
                <a:ea typeface="Mulish"/>
                <a:cs typeface="Mulish"/>
                <a:sym typeface="Mulish"/>
              </a:rPr>
              <a:t>Please keep this slide for attribution</a:t>
            </a:r>
            <a:endParaRPr sz="1200">
              <a:solidFill>
                <a:schemeClr val="dk1"/>
              </a:solidFill>
              <a:latin typeface="Mulish"/>
              <a:ea typeface="Mulish"/>
              <a:cs typeface="Mulish"/>
              <a:sym typeface="Mulish"/>
            </a:endParaRPr>
          </a:p>
        </p:txBody>
      </p:sp>
      <p:cxnSp>
        <p:nvCxnSpPr>
          <p:cNvPr id="1500" name="Google Shape;1500;p149"/>
          <p:cNvCxnSpPr/>
          <p:nvPr/>
        </p:nvCxnSpPr>
        <p:spPr>
          <a:xfrm>
            <a:off x="2202000" y="1717825"/>
            <a:ext cx="4740000" cy="0"/>
          </a:xfrm>
          <a:prstGeom prst="straightConnector1">
            <a:avLst/>
          </a:prstGeom>
          <a:noFill/>
          <a:ln cap="flat" cmpd="sng" w="19050">
            <a:solidFill>
              <a:schemeClr val="lt1"/>
            </a:solidFill>
            <a:prstDash val="solid"/>
            <a:round/>
            <a:headEnd len="med" w="med" type="oval"/>
            <a:tailEnd len="med" w="med" type="oval"/>
          </a:ln>
        </p:spPr>
      </p:cxnSp>
      <p:sp>
        <p:nvSpPr>
          <p:cNvPr id="1501" name="Google Shape;1501;p149"/>
          <p:cNvSpPr/>
          <p:nvPr/>
        </p:nvSpPr>
        <p:spPr>
          <a:xfrm>
            <a:off x="16504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49"/>
          <p:cNvSpPr/>
          <p:nvPr/>
        </p:nvSpPr>
        <p:spPr>
          <a:xfrm>
            <a:off x="72541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50"/>
          <p:cNvSpPr txBox="1"/>
          <p:nvPr>
            <p:ph type="title"/>
          </p:nvPr>
        </p:nvSpPr>
        <p:spPr>
          <a:xfrm>
            <a:off x="528150" y="456444"/>
            <a:ext cx="8087700" cy="7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Software Installation*</a:t>
            </a:r>
            <a:endParaRPr/>
          </a:p>
        </p:txBody>
      </p:sp>
      <p:sp>
        <p:nvSpPr>
          <p:cNvPr id="1508" name="Google Shape;1508;p150"/>
          <p:cNvSpPr txBox="1"/>
          <p:nvPr>
            <p:ph idx="1" type="subTitle"/>
          </p:nvPr>
        </p:nvSpPr>
        <p:spPr>
          <a:xfrm>
            <a:off x="720000" y="1481950"/>
            <a:ext cx="7476900" cy="25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Install</a:t>
            </a:r>
            <a:endParaRPr sz="2300"/>
          </a:p>
          <a:p>
            <a:pPr indent="-374650" lvl="0" marL="457200" rtl="0" algn="l">
              <a:spcBef>
                <a:spcPts val="1600"/>
              </a:spcBef>
              <a:spcAft>
                <a:spcPts val="0"/>
              </a:spcAft>
              <a:buSzPts val="2300"/>
              <a:buChar char="●"/>
            </a:pPr>
            <a:r>
              <a:rPr lang="en" sz="2300"/>
              <a:t>Python</a:t>
            </a:r>
            <a:endParaRPr sz="2300"/>
          </a:p>
          <a:p>
            <a:pPr indent="-374650" lvl="0" marL="457200" rtl="0" algn="l">
              <a:spcBef>
                <a:spcPts val="0"/>
              </a:spcBef>
              <a:spcAft>
                <a:spcPts val="0"/>
              </a:spcAft>
              <a:buSzPts val="2300"/>
              <a:buChar char="●"/>
            </a:pPr>
            <a:r>
              <a:rPr lang="en" sz="2300"/>
              <a:t>VS Code</a:t>
            </a:r>
            <a:endParaRPr sz="2300"/>
          </a:p>
          <a:p>
            <a:pPr indent="0" lvl="0" marL="0" rtl="0" algn="l">
              <a:spcBef>
                <a:spcPts val="1600"/>
              </a:spcBef>
              <a:spcAft>
                <a:spcPts val="1600"/>
              </a:spcAft>
              <a:buNone/>
            </a:pPr>
            <a:r>
              <a:t/>
            </a:r>
            <a:endParaRPr/>
          </a:p>
        </p:txBody>
      </p:sp>
      <p:sp>
        <p:nvSpPr>
          <p:cNvPr id="1509" name="Google Shape;1509;p150"/>
          <p:cNvSpPr txBox="1"/>
          <p:nvPr>
            <p:ph type="title"/>
          </p:nvPr>
        </p:nvSpPr>
        <p:spPr>
          <a:xfrm>
            <a:off x="680550" y="3885444"/>
            <a:ext cx="8087700" cy="7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rgbClr val="9E9E9E"/>
                </a:solidFill>
              </a:rPr>
              <a:t>*This is optional today</a:t>
            </a:r>
            <a:endParaRPr sz="2400">
              <a:solidFill>
                <a:srgbClr val="9E9E9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Installing Python - Windows</a:t>
            </a:r>
            <a:endParaRPr/>
          </a:p>
        </p:txBody>
      </p:sp>
      <p:sp>
        <p:nvSpPr>
          <p:cNvPr id="1515" name="Google Shape;1515;p15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16" name="Google Shape;1516;p151"/>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b="1" lang="en"/>
              <a:t>Python</a:t>
            </a:r>
            <a:r>
              <a:rPr lang="en"/>
              <a:t> (https://www.python.org/downloads/) </a:t>
            </a:r>
            <a:endParaRPr/>
          </a:p>
          <a:p>
            <a:pPr indent="-279400" lvl="0" marL="457200" rtl="0" algn="l">
              <a:spcBef>
                <a:spcPts val="0"/>
              </a:spcBef>
              <a:spcAft>
                <a:spcPts val="0"/>
              </a:spcAft>
              <a:buSzPts val="800"/>
              <a:buChar char="●"/>
            </a:pPr>
            <a:r>
              <a:rPr lang="en"/>
              <a:t>Test </a:t>
            </a:r>
            <a:endParaRPr/>
          </a:p>
          <a:p>
            <a:pPr indent="-304800" lvl="1" marL="914400" rtl="0" algn="l">
              <a:spcBef>
                <a:spcPts val="0"/>
              </a:spcBef>
              <a:spcAft>
                <a:spcPts val="0"/>
              </a:spcAft>
              <a:buSzPts val="1200"/>
              <a:buChar char="○"/>
            </a:pPr>
            <a:r>
              <a:rPr lang="en"/>
              <a:t>Make sure you can install new Python packages using the Command Prompt on Windows</a:t>
            </a:r>
            <a:endParaRPr/>
          </a:p>
          <a:p>
            <a:pPr indent="-317500" lvl="1" marL="914400" rtl="0" algn="l">
              <a:spcBef>
                <a:spcPts val="0"/>
              </a:spcBef>
              <a:spcAft>
                <a:spcPts val="0"/>
              </a:spcAft>
              <a:buSzPts val="1400"/>
              <a:buFont typeface="Nunito"/>
              <a:buChar char="○"/>
            </a:pPr>
            <a:r>
              <a:rPr lang="en"/>
              <a:t>Type the following command on your Windows: python -m pip install pandas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spcBef>
                <a:spcPts val="0"/>
              </a:spcBef>
              <a:spcAft>
                <a:spcPts val="0"/>
              </a:spcAft>
              <a:buSzPts val="800"/>
              <a:buChar char="●"/>
            </a:pPr>
            <a:r>
              <a:rPr lang="en"/>
              <a:t>Test</a:t>
            </a:r>
            <a:endParaRPr/>
          </a:p>
          <a:p>
            <a:pPr indent="-317500" lvl="1" marL="914400" rtl="0" algn="l">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spcBef>
                <a:spcPts val="0"/>
              </a:spcBef>
              <a:spcAft>
                <a:spcPts val="0"/>
              </a:spcAft>
              <a:buSzPts val="1400"/>
              <a:buFont typeface="Nunito"/>
              <a:buChar char="○"/>
            </a:pPr>
            <a:r>
              <a:rPr lang="en"/>
              <a:t>Click the play/run button in the upper right corner of VSCode to run the script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Git </a:t>
            </a:r>
            <a:r>
              <a:rPr lang="en"/>
              <a:t>(https://git-scm.com/downloads) </a:t>
            </a:r>
            <a:endParaRPr/>
          </a:p>
          <a:p>
            <a:pPr indent="-317500" lvl="0" marL="457200" rtl="0" algn="l">
              <a:spcBef>
                <a:spcPts val="0"/>
              </a:spcBef>
              <a:spcAft>
                <a:spcPts val="0"/>
              </a:spcAft>
              <a:buSzPts val="1400"/>
              <a:buFont typeface="Nunito"/>
              <a:buChar char="●"/>
            </a:pPr>
            <a:r>
              <a:rPr b="1" lang="en"/>
              <a:t>Github Desktop</a:t>
            </a:r>
            <a:r>
              <a:rPr lang="en"/>
              <a:t> (https://desktop.github.com/download/) </a:t>
            </a:r>
            <a:endParaRPr/>
          </a:p>
          <a:p>
            <a:pPr indent="0" lvl="0" marL="45720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Installing Python - Mac</a:t>
            </a:r>
            <a:endParaRPr/>
          </a:p>
        </p:txBody>
      </p:sp>
      <p:sp>
        <p:nvSpPr>
          <p:cNvPr id="1522" name="Google Shape;1522;p152"/>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b="1" lang="en"/>
              <a:t>Python</a:t>
            </a:r>
            <a:r>
              <a:rPr lang="en"/>
              <a:t> (https://www.python.org/downloads/) </a:t>
            </a:r>
            <a:endParaRPr/>
          </a:p>
          <a:p>
            <a:pPr indent="-279400" lvl="0" marL="457200" rtl="0" algn="l">
              <a:spcBef>
                <a:spcPts val="0"/>
              </a:spcBef>
              <a:spcAft>
                <a:spcPts val="0"/>
              </a:spcAft>
              <a:buSzPts val="800"/>
              <a:buChar char="●"/>
            </a:pPr>
            <a:r>
              <a:rPr lang="en"/>
              <a:t>Test </a:t>
            </a:r>
            <a:endParaRPr/>
          </a:p>
          <a:p>
            <a:pPr indent="-304800" lvl="1" marL="914400" rtl="0" algn="l">
              <a:spcBef>
                <a:spcPts val="0"/>
              </a:spcBef>
              <a:spcAft>
                <a:spcPts val="0"/>
              </a:spcAft>
              <a:buSzPts val="1200"/>
              <a:buChar char="○"/>
            </a:pPr>
            <a:r>
              <a:rPr lang="en"/>
              <a:t>Make sure you can install new Python packages using the Terminal (MacOS) </a:t>
            </a:r>
            <a:endParaRPr/>
          </a:p>
          <a:p>
            <a:pPr indent="-317500" lvl="1" marL="914400" rtl="0" algn="l">
              <a:spcBef>
                <a:spcPts val="0"/>
              </a:spcBef>
              <a:spcAft>
                <a:spcPts val="0"/>
              </a:spcAft>
              <a:buSzPts val="1400"/>
              <a:buFont typeface="Nunito"/>
              <a:buChar char="○"/>
            </a:pPr>
            <a:r>
              <a:rPr lang="en"/>
              <a:t>Type the following command on your Mac: python3 -m pip install pandas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spcBef>
                <a:spcPts val="0"/>
              </a:spcBef>
              <a:spcAft>
                <a:spcPts val="0"/>
              </a:spcAft>
              <a:buSzPts val="800"/>
              <a:buChar char="●"/>
            </a:pPr>
            <a:r>
              <a:rPr lang="en"/>
              <a:t>Test</a:t>
            </a:r>
            <a:endParaRPr/>
          </a:p>
          <a:p>
            <a:pPr indent="-317500" lvl="1" marL="914400" rtl="0" algn="l">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spcBef>
                <a:spcPts val="0"/>
              </a:spcBef>
              <a:spcAft>
                <a:spcPts val="0"/>
              </a:spcAft>
              <a:buSzPts val="1400"/>
              <a:buFont typeface="Nunito"/>
              <a:buChar char="○"/>
            </a:pPr>
            <a:r>
              <a:rPr lang="en"/>
              <a:t>Click the play/run button in the upper right corner of VSCode to run the script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Git </a:t>
            </a:r>
            <a:r>
              <a:rPr lang="en"/>
              <a:t>(https://git-scm.com/downloads) </a:t>
            </a:r>
            <a:endParaRPr/>
          </a:p>
          <a:p>
            <a:pPr indent="-317500" lvl="0" marL="457200" rtl="0" algn="l">
              <a:spcBef>
                <a:spcPts val="0"/>
              </a:spcBef>
              <a:spcAft>
                <a:spcPts val="0"/>
              </a:spcAft>
              <a:buSzPts val="1400"/>
              <a:buFont typeface="Nunito"/>
              <a:buChar char="●"/>
            </a:pPr>
            <a:r>
              <a:rPr b="1" lang="en"/>
              <a:t>Github Desktop</a:t>
            </a:r>
            <a:r>
              <a:rPr lang="en"/>
              <a:t> (https://desktop.github.com/download/) </a:t>
            </a:r>
            <a:endParaRPr/>
          </a:p>
        </p:txBody>
      </p:sp>
      <p:sp>
        <p:nvSpPr>
          <p:cNvPr id="1523" name="Google Shape;1523;p15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Troubleshooting Windows &amp; Mac </a:t>
            </a:r>
            <a:endParaRPr/>
          </a:p>
        </p:txBody>
      </p:sp>
      <p:sp>
        <p:nvSpPr>
          <p:cNvPr id="1529" name="Google Shape;1529;p1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30" name="Google Shape;1530;p153"/>
          <p:cNvSpPr txBox="1"/>
          <p:nvPr>
            <p:ph idx="1" type="body"/>
          </p:nvPr>
        </p:nvSpPr>
        <p:spPr>
          <a:xfrm>
            <a:off x="720000" y="1246425"/>
            <a:ext cx="7704000" cy="32331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sz="3200"/>
              <a:t>Link to document here:</a:t>
            </a:r>
            <a:endParaRPr sz="3200"/>
          </a:p>
          <a:p>
            <a:pPr indent="0" lvl="0" marL="0" rtl="0" algn="l">
              <a:spcBef>
                <a:spcPts val="0"/>
              </a:spcBef>
              <a:spcAft>
                <a:spcPts val="0"/>
              </a:spcAft>
              <a:buNone/>
            </a:pPr>
            <a:r>
              <a:t/>
            </a:r>
            <a:endParaRPr sz="3200"/>
          </a:p>
          <a:p>
            <a:pPr indent="-431800" lvl="0" marL="457200" rtl="0" algn="l">
              <a:spcBef>
                <a:spcPts val="0"/>
              </a:spcBef>
              <a:spcAft>
                <a:spcPts val="0"/>
              </a:spcAft>
              <a:buSzPts val="3200"/>
              <a:buChar char="●"/>
            </a:pPr>
            <a:r>
              <a:rPr lang="en" sz="3200" u="sng">
                <a:solidFill>
                  <a:schemeClr val="hlink"/>
                </a:solidFill>
                <a:hlinkClick r:id="rId3"/>
              </a:rPr>
              <a:t>http://bit.ly/3J8adK2</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