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3" r:id="rId4"/>
    <p:sldMasterId id="2147483674" r:id="rId5"/>
  </p:sldMasterIdLst>
  <p:notesMasterIdLst>
    <p:notesMasterId r:id="rId6"/>
  </p:notesMasterIdLst>
  <p:sldIdLst>
    <p:sldId id="256" r:id="rId7"/>
    <p:sldId id="257" r:id="rId8"/>
    <p:sldId id="258" r:id="rId9"/>
    <p:sldId id="259" r:id="rId10"/>
    <p:sldId id="260" r:id="rId11"/>
    <p:sldId id="261" r:id="rId1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2ad3b16233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2ad3b16233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2ae4c74daf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2ae4c74daf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2a8813b2a3_0_78: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4" name="Google Shape;154;g32a8813b2a3_0_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Char char="●"/>
            </a:pPr>
            <a:r>
              <a:rPr lang="en">
                <a:solidFill>
                  <a:schemeClr val="dk1"/>
                </a:solidFill>
              </a:rPr>
              <a:t>The following Zoom features are perhaps familiar to many people by now, however we would like to spotlight some of the zoom features we’re suggesting you may use today. The image shown is a representation of what your zoom screen most likely displays on your device.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Hover your mouse over the bottom of your Zoom window to see the icons.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First note the person icon, highlighted in a red box. Click and open the “Participants” window. If you click next on “More” you should see the option to rename your profile to your preferred name. This can also be done by going to your profile picture in the zoom gallery and clicking on the three ellipses “...” - you can update your profile picture here as well.</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2nd, use the chat icon, highlighted in a blue box on this image, to open your chat window. Reminder to type the words “QUESTION” or “HELP” with your comments. Our helpers and hosts will be monitoring the chat.  Please type a greeting to test your chat.</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Finally, our instructors may be using Zoom reactions during their lesson. This image shows the reactions icon, a smiley face, highlighted in a green box. Click on your reactions icon below our slide, and it should open options like shown in the larger green box. Wave, thumbs up, a green circle with a white check mark for “yes” and a red circle with a white x for “no.”.</a:t>
            </a:r>
            <a:endParaRPr>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2482873dee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 name="Google Shape;160;g32482873dee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g32482873dee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2482873dee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2482873dee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2f34d4b675d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2f34d4b675d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 name="Shape 11"/>
        <p:cNvGrpSpPr/>
        <p:nvPr/>
      </p:nvGrpSpPr>
      <p:grpSpPr>
        <a:xfrm>
          <a:off x="0" y="0"/>
          <a:ext cx="0" cy="0"/>
          <a:chOff x="0" y="0"/>
          <a:chExt cx="0" cy="0"/>
        </a:xfrm>
      </p:grpSpPr>
      <p:sp>
        <p:nvSpPr>
          <p:cNvPr id="12" name="Google Shape;12;p2"/>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Autofit/>
          </a:bodyPr>
          <a:lstStyle>
            <a:lvl1pPr lvl="0" rtl="0" algn="l">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13" name="Google Shape;13;p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14" name="Google Shape;14;p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15" name="Google Shape;15;p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 name="Shape 16"/>
        <p:cNvGrpSpPr/>
        <p:nvPr/>
      </p:nvGrpSpPr>
      <p:grpSpPr>
        <a:xfrm>
          <a:off x="0" y="0"/>
          <a:ext cx="0" cy="0"/>
          <a:chOff x="0" y="0"/>
          <a:chExt cx="0" cy="0"/>
        </a:xfrm>
      </p:grpSpPr>
      <p:sp>
        <p:nvSpPr>
          <p:cNvPr id="17" name="Google Shape;17;p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Autofit/>
          </a:bodyPr>
          <a:lstStyle>
            <a:lvl1pPr lvl="0" rtl="0" algn="l">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18" name="Google Shape;18;p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19" name="Google Shape;19;p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20" name="Google Shape;20;p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21" name="Google Shape;21;p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2" name="Shape 22"/>
        <p:cNvGrpSpPr/>
        <p:nvPr/>
      </p:nvGrpSpPr>
      <p:grpSpPr>
        <a:xfrm>
          <a:off x="0" y="0"/>
          <a:ext cx="0" cy="0"/>
          <a:chOff x="0" y="0"/>
          <a:chExt cx="0" cy="0"/>
        </a:xfrm>
      </p:grpSpPr>
      <p:sp>
        <p:nvSpPr>
          <p:cNvPr id="23" name="Google Shape;23;p4"/>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Autofit/>
          </a:bodyPr>
          <a:lstStyle>
            <a:lvl1pPr lvl="0" rtl="0" algn="ctr">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24" name="Google Shape;24;p4"/>
          <p:cNvSpPr txBox="1"/>
          <p:nvPr>
            <p:ph idx="1" type="subTitle"/>
          </p:nvPr>
        </p:nvSpPr>
        <p:spPr>
          <a:xfrm>
            <a:off x="1143000" y="2701528"/>
            <a:ext cx="6858000" cy="1241700"/>
          </a:xfrm>
          <a:prstGeom prst="rect">
            <a:avLst/>
          </a:prstGeom>
          <a:noFill/>
          <a:ln>
            <a:noFill/>
          </a:ln>
        </p:spPr>
        <p:txBody>
          <a:bodyPr anchorCtr="0" anchor="t" bIns="34275" lIns="68575" spcFirstLastPara="1" rIns="68575" wrap="square" tIns="34275">
            <a:noAutofit/>
          </a:bodyPr>
          <a:lstStyle>
            <a:lvl1pPr lvl="0" rtl="0" algn="ctr">
              <a:lnSpc>
                <a:spcPct val="90000"/>
              </a:lnSpc>
              <a:spcBef>
                <a:spcPts val="800"/>
              </a:spcBef>
              <a:spcAft>
                <a:spcPts val="0"/>
              </a:spcAft>
              <a:buClr>
                <a:schemeClr val="dk1"/>
              </a:buClr>
              <a:buSzPts val="1800"/>
              <a:buNone/>
              <a:defRPr sz="1800"/>
            </a:lvl1pPr>
            <a:lvl2pPr lvl="1" rtl="0" algn="ctr">
              <a:lnSpc>
                <a:spcPct val="90000"/>
              </a:lnSpc>
              <a:spcBef>
                <a:spcPts val="400"/>
              </a:spcBef>
              <a:spcAft>
                <a:spcPts val="0"/>
              </a:spcAft>
              <a:buClr>
                <a:schemeClr val="dk1"/>
              </a:buClr>
              <a:buSzPts val="1500"/>
              <a:buNone/>
              <a:defRPr sz="1500"/>
            </a:lvl2pPr>
            <a:lvl3pPr lvl="2" rtl="0" algn="ctr">
              <a:lnSpc>
                <a:spcPct val="90000"/>
              </a:lnSpc>
              <a:spcBef>
                <a:spcPts val="400"/>
              </a:spcBef>
              <a:spcAft>
                <a:spcPts val="0"/>
              </a:spcAft>
              <a:buClr>
                <a:schemeClr val="dk1"/>
              </a:buClr>
              <a:buSzPts val="1400"/>
              <a:buNone/>
              <a:defRPr sz="1400"/>
            </a:lvl3pPr>
            <a:lvl4pPr lvl="3" rtl="0" algn="ctr">
              <a:lnSpc>
                <a:spcPct val="90000"/>
              </a:lnSpc>
              <a:spcBef>
                <a:spcPts val="400"/>
              </a:spcBef>
              <a:spcAft>
                <a:spcPts val="0"/>
              </a:spcAft>
              <a:buClr>
                <a:schemeClr val="dk1"/>
              </a:buClr>
              <a:buSzPts val="1200"/>
              <a:buNone/>
              <a:defRPr sz="1200"/>
            </a:lvl4pPr>
            <a:lvl5pPr lvl="4" rtl="0" algn="ctr">
              <a:lnSpc>
                <a:spcPct val="90000"/>
              </a:lnSpc>
              <a:spcBef>
                <a:spcPts val="400"/>
              </a:spcBef>
              <a:spcAft>
                <a:spcPts val="0"/>
              </a:spcAft>
              <a:buClr>
                <a:schemeClr val="dk1"/>
              </a:buClr>
              <a:buSzPts val="1200"/>
              <a:buNone/>
              <a:defRPr sz="1200"/>
            </a:lvl5pPr>
            <a:lvl6pPr lvl="5" rtl="0" algn="ctr">
              <a:lnSpc>
                <a:spcPct val="90000"/>
              </a:lnSpc>
              <a:spcBef>
                <a:spcPts val="400"/>
              </a:spcBef>
              <a:spcAft>
                <a:spcPts val="0"/>
              </a:spcAft>
              <a:buClr>
                <a:schemeClr val="dk1"/>
              </a:buClr>
              <a:buSzPts val="1200"/>
              <a:buNone/>
              <a:defRPr sz="1200"/>
            </a:lvl6pPr>
            <a:lvl7pPr lvl="6" rtl="0" algn="ctr">
              <a:lnSpc>
                <a:spcPct val="90000"/>
              </a:lnSpc>
              <a:spcBef>
                <a:spcPts val="400"/>
              </a:spcBef>
              <a:spcAft>
                <a:spcPts val="0"/>
              </a:spcAft>
              <a:buClr>
                <a:schemeClr val="dk1"/>
              </a:buClr>
              <a:buSzPts val="1200"/>
              <a:buNone/>
              <a:defRPr sz="1200"/>
            </a:lvl7pPr>
            <a:lvl8pPr lvl="7" rtl="0" algn="ctr">
              <a:lnSpc>
                <a:spcPct val="90000"/>
              </a:lnSpc>
              <a:spcBef>
                <a:spcPts val="400"/>
              </a:spcBef>
              <a:spcAft>
                <a:spcPts val="0"/>
              </a:spcAft>
              <a:buClr>
                <a:schemeClr val="dk1"/>
              </a:buClr>
              <a:buSzPts val="1200"/>
              <a:buNone/>
              <a:defRPr sz="1200"/>
            </a:lvl8pPr>
            <a:lvl9pPr lvl="8" rtl="0" algn="ctr">
              <a:lnSpc>
                <a:spcPct val="90000"/>
              </a:lnSpc>
              <a:spcBef>
                <a:spcPts val="400"/>
              </a:spcBef>
              <a:spcAft>
                <a:spcPts val="0"/>
              </a:spcAft>
              <a:buClr>
                <a:schemeClr val="dk1"/>
              </a:buClr>
              <a:buSzPts val="1200"/>
              <a:buNone/>
              <a:defRPr sz="1200"/>
            </a:lvl9pPr>
          </a:lstStyle>
          <a:p/>
        </p:txBody>
      </p:sp>
      <p:sp>
        <p:nvSpPr>
          <p:cNvPr id="25" name="Google Shape;25;p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26" name="Google Shape;26;p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27" name="Google Shape;27;p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 name="Shape 28"/>
        <p:cNvGrpSpPr/>
        <p:nvPr/>
      </p:nvGrpSpPr>
      <p:grpSpPr>
        <a:xfrm>
          <a:off x="0" y="0"/>
          <a:ext cx="0" cy="0"/>
          <a:chOff x="0" y="0"/>
          <a:chExt cx="0" cy="0"/>
        </a:xfrm>
      </p:grpSpPr>
      <p:sp>
        <p:nvSpPr>
          <p:cNvPr id="29" name="Google Shape;29;p5"/>
          <p:cNvSpPr txBox="1"/>
          <p:nvPr>
            <p:ph type="title"/>
          </p:nvPr>
        </p:nvSpPr>
        <p:spPr>
          <a:xfrm>
            <a:off x="623888" y="1282304"/>
            <a:ext cx="7886700" cy="2139600"/>
          </a:xfrm>
          <a:prstGeom prst="rect">
            <a:avLst/>
          </a:prstGeom>
          <a:noFill/>
          <a:ln>
            <a:noFill/>
          </a:ln>
        </p:spPr>
        <p:txBody>
          <a:bodyPr anchorCtr="0" anchor="b" bIns="34275" lIns="68575" spcFirstLastPara="1" rIns="68575" wrap="square" tIns="34275">
            <a:noAutofit/>
          </a:bodyPr>
          <a:lstStyle>
            <a:lvl1pPr lvl="0" rtl="0" algn="l">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30" name="Google Shape;30;p5"/>
          <p:cNvSpPr txBox="1"/>
          <p:nvPr>
            <p:ph idx="1" type="body"/>
          </p:nvPr>
        </p:nvSpPr>
        <p:spPr>
          <a:xfrm>
            <a:off x="623888" y="3442097"/>
            <a:ext cx="7886700" cy="11250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rgbClr val="888888"/>
              </a:buClr>
              <a:buSzPts val="1800"/>
              <a:buNone/>
              <a:defRPr sz="1800">
                <a:solidFill>
                  <a:srgbClr val="888888"/>
                </a:solidFill>
              </a:defRPr>
            </a:lvl1pPr>
            <a:lvl2pPr indent="-228600" lvl="1" marL="914400" rtl="0" algn="l">
              <a:lnSpc>
                <a:spcPct val="90000"/>
              </a:lnSpc>
              <a:spcBef>
                <a:spcPts val="400"/>
              </a:spcBef>
              <a:spcAft>
                <a:spcPts val="0"/>
              </a:spcAft>
              <a:buClr>
                <a:srgbClr val="888888"/>
              </a:buClr>
              <a:buSzPts val="1500"/>
              <a:buNone/>
              <a:defRPr sz="1500">
                <a:solidFill>
                  <a:srgbClr val="888888"/>
                </a:solidFill>
              </a:defRPr>
            </a:lvl2pPr>
            <a:lvl3pPr indent="-228600" lvl="2" marL="1371600" rtl="0" algn="l">
              <a:lnSpc>
                <a:spcPct val="90000"/>
              </a:lnSpc>
              <a:spcBef>
                <a:spcPts val="400"/>
              </a:spcBef>
              <a:spcAft>
                <a:spcPts val="0"/>
              </a:spcAft>
              <a:buClr>
                <a:srgbClr val="888888"/>
              </a:buClr>
              <a:buSzPts val="1400"/>
              <a:buNone/>
              <a:defRPr sz="1400">
                <a:solidFill>
                  <a:srgbClr val="888888"/>
                </a:solidFill>
              </a:defRPr>
            </a:lvl3pPr>
            <a:lvl4pPr indent="-228600" lvl="3" marL="1828800" rtl="0" algn="l">
              <a:lnSpc>
                <a:spcPct val="90000"/>
              </a:lnSpc>
              <a:spcBef>
                <a:spcPts val="400"/>
              </a:spcBef>
              <a:spcAft>
                <a:spcPts val="0"/>
              </a:spcAft>
              <a:buClr>
                <a:srgbClr val="888888"/>
              </a:buClr>
              <a:buSzPts val="1200"/>
              <a:buNone/>
              <a:defRPr sz="1200">
                <a:solidFill>
                  <a:srgbClr val="888888"/>
                </a:solidFill>
              </a:defRPr>
            </a:lvl4pPr>
            <a:lvl5pPr indent="-228600" lvl="4" marL="2286000" rtl="0" algn="l">
              <a:lnSpc>
                <a:spcPct val="90000"/>
              </a:lnSpc>
              <a:spcBef>
                <a:spcPts val="400"/>
              </a:spcBef>
              <a:spcAft>
                <a:spcPts val="0"/>
              </a:spcAft>
              <a:buClr>
                <a:srgbClr val="888888"/>
              </a:buClr>
              <a:buSzPts val="1200"/>
              <a:buNone/>
              <a:defRPr sz="1200">
                <a:solidFill>
                  <a:srgbClr val="888888"/>
                </a:solidFill>
              </a:defRPr>
            </a:lvl5pPr>
            <a:lvl6pPr indent="-228600" lvl="5" marL="2743200" rtl="0" algn="l">
              <a:lnSpc>
                <a:spcPct val="90000"/>
              </a:lnSpc>
              <a:spcBef>
                <a:spcPts val="400"/>
              </a:spcBef>
              <a:spcAft>
                <a:spcPts val="0"/>
              </a:spcAft>
              <a:buClr>
                <a:srgbClr val="888888"/>
              </a:buClr>
              <a:buSzPts val="1200"/>
              <a:buNone/>
              <a:defRPr sz="1200">
                <a:solidFill>
                  <a:srgbClr val="888888"/>
                </a:solidFill>
              </a:defRPr>
            </a:lvl6pPr>
            <a:lvl7pPr indent="-228600" lvl="6" marL="3200400" rtl="0" algn="l">
              <a:lnSpc>
                <a:spcPct val="90000"/>
              </a:lnSpc>
              <a:spcBef>
                <a:spcPts val="400"/>
              </a:spcBef>
              <a:spcAft>
                <a:spcPts val="0"/>
              </a:spcAft>
              <a:buClr>
                <a:srgbClr val="888888"/>
              </a:buClr>
              <a:buSzPts val="1200"/>
              <a:buNone/>
              <a:defRPr sz="1200">
                <a:solidFill>
                  <a:srgbClr val="888888"/>
                </a:solidFill>
              </a:defRPr>
            </a:lvl7pPr>
            <a:lvl8pPr indent="-228600" lvl="7" marL="3657600" rtl="0" algn="l">
              <a:lnSpc>
                <a:spcPct val="90000"/>
              </a:lnSpc>
              <a:spcBef>
                <a:spcPts val="400"/>
              </a:spcBef>
              <a:spcAft>
                <a:spcPts val="0"/>
              </a:spcAft>
              <a:buClr>
                <a:srgbClr val="888888"/>
              </a:buClr>
              <a:buSzPts val="1200"/>
              <a:buNone/>
              <a:defRPr sz="1200">
                <a:solidFill>
                  <a:srgbClr val="888888"/>
                </a:solidFill>
              </a:defRPr>
            </a:lvl8pPr>
            <a:lvl9pPr indent="-228600" lvl="8" marL="4114800" rtl="0" algn="l">
              <a:lnSpc>
                <a:spcPct val="90000"/>
              </a:lnSpc>
              <a:spcBef>
                <a:spcPts val="400"/>
              </a:spcBef>
              <a:spcAft>
                <a:spcPts val="0"/>
              </a:spcAft>
              <a:buClr>
                <a:srgbClr val="888888"/>
              </a:buClr>
              <a:buSzPts val="1200"/>
              <a:buNone/>
              <a:defRPr sz="1200">
                <a:solidFill>
                  <a:srgbClr val="888888"/>
                </a:solidFill>
              </a:defRPr>
            </a:lvl9pPr>
          </a:lstStyle>
          <a:p/>
        </p:txBody>
      </p:sp>
      <p:sp>
        <p:nvSpPr>
          <p:cNvPr id="31" name="Google Shape;31;p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32" name="Google Shape;32;p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33" name="Google Shape;33;p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4" name="Shape 34"/>
        <p:cNvGrpSpPr/>
        <p:nvPr/>
      </p:nvGrpSpPr>
      <p:grpSpPr>
        <a:xfrm>
          <a:off x="0" y="0"/>
          <a:ext cx="0" cy="0"/>
          <a:chOff x="0" y="0"/>
          <a:chExt cx="0" cy="0"/>
        </a:xfrm>
      </p:grpSpPr>
      <p:sp>
        <p:nvSpPr>
          <p:cNvPr id="35" name="Google Shape;35;p6"/>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Autofit/>
          </a:bodyPr>
          <a:lstStyle>
            <a:lvl1pPr lvl="0" rtl="0" algn="l">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36" name="Google Shape;36;p6"/>
          <p:cNvSpPr txBox="1"/>
          <p:nvPr>
            <p:ph idx="1" type="body"/>
          </p:nvPr>
        </p:nvSpPr>
        <p:spPr>
          <a:xfrm>
            <a:off x="628650" y="1369219"/>
            <a:ext cx="3886200" cy="3263400"/>
          </a:xfrm>
          <a:prstGeom prst="rect">
            <a:avLst/>
          </a:prstGeom>
          <a:noFill/>
          <a:ln>
            <a:noFill/>
          </a:ln>
        </p:spPr>
        <p:txBody>
          <a:bodyPr anchorCtr="0" anchor="t" bIns="34275" lIns="68575" spcFirstLastPara="1" rIns="68575" wrap="square" tIns="34275">
            <a:no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37" name="Google Shape;37;p6"/>
          <p:cNvSpPr txBox="1"/>
          <p:nvPr>
            <p:ph idx="2" type="body"/>
          </p:nvPr>
        </p:nvSpPr>
        <p:spPr>
          <a:xfrm>
            <a:off x="4629150" y="1369219"/>
            <a:ext cx="3886200" cy="3263400"/>
          </a:xfrm>
          <a:prstGeom prst="rect">
            <a:avLst/>
          </a:prstGeom>
          <a:noFill/>
          <a:ln>
            <a:noFill/>
          </a:ln>
        </p:spPr>
        <p:txBody>
          <a:bodyPr anchorCtr="0" anchor="t" bIns="34275" lIns="68575" spcFirstLastPara="1" rIns="68575" wrap="square" tIns="34275">
            <a:no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38" name="Google Shape;38;p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39" name="Google Shape;39;p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40" name="Google Shape;40;p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1" name="Shape 41"/>
        <p:cNvGrpSpPr/>
        <p:nvPr/>
      </p:nvGrpSpPr>
      <p:grpSpPr>
        <a:xfrm>
          <a:off x="0" y="0"/>
          <a:ext cx="0" cy="0"/>
          <a:chOff x="0" y="0"/>
          <a:chExt cx="0" cy="0"/>
        </a:xfrm>
      </p:grpSpPr>
      <p:sp>
        <p:nvSpPr>
          <p:cNvPr id="42" name="Google Shape;42;p7"/>
          <p:cNvSpPr txBox="1"/>
          <p:nvPr>
            <p:ph type="title"/>
          </p:nvPr>
        </p:nvSpPr>
        <p:spPr>
          <a:xfrm>
            <a:off x="629841" y="273844"/>
            <a:ext cx="7886700" cy="994200"/>
          </a:xfrm>
          <a:prstGeom prst="rect">
            <a:avLst/>
          </a:prstGeom>
          <a:noFill/>
          <a:ln>
            <a:noFill/>
          </a:ln>
        </p:spPr>
        <p:txBody>
          <a:bodyPr anchorCtr="0" anchor="ctr" bIns="34275" lIns="68575" spcFirstLastPara="1" rIns="68575" wrap="square" tIns="34275">
            <a:noAutofit/>
          </a:bodyPr>
          <a:lstStyle>
            <a:lvl1pPr lvl="0" rtl="0" algn="l">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43" name="Google Shape;43;p7"/>
          <p:cNvSpPr txBox="1"/>
          <p:nvPr>
            <p:ph idx="1" type="body"/>
          </p:nvPr>
        </p:nvSpPr>
        <p:spPr>
          <a:xfrm>
            <a:off x="629841" y="1260872"/>
            <a:ext cx="3868200" cy="618000"/>
          </a:xfrm>
          <a:prstGeom prst="rect">
            <a:avLst/>
          </a:prstGeom>
          <a:noFill/>
          <a:ln>
            <a:noFill/>
          </a:ln>
        </p:spPr>
        <p:txBody>
          <a:bodyPr anchorCtr="0" anchor="b" bIns="34275" lIns="68575" spcFirstLastPara="1" rIns="68575" wrap="square" tIns="34275">
            <a:noAutofit/>
          </a:bodyPr>
          <a:lstStyle>
            <a:lvl1pPr indent="-228600" lvl="0" marL="457200" rtl="0" algn="l">
              <a:lnSpc>
                <a:spcPct val="90000"/>
              </a:lnSpc>
              <a:spcBef>
                <a:spcPts val="800"/>
              </a:spcBef>
              <a:spcAft>
                <a:spcPts val="0"/>
              </a:spcAft>
              <a:buClr>
                <a:schemeClr val="dk1"/>
              </a:buClr>
              <a:buSzPts val="1800"/>
              <a:buNone/>
              <a:defRPr b="1" sz="1800"/>
            </a:lvl1pPr>
            <a:lvl2pPr indent="-228600" lvl="1" marL="914400" rtl="0" algn="l">
              <a:lnSpc>
                <a:spcPct val="90000"/>
              </a:lnSpc>
              <a:spcBef>
                <a:spcPts val="400"/>
              </a:spcBef>
              <a:spcAft>
                <a:spcPts val="0"/>
              </a:spcAft>
              <a:buClr>
                <a:schemeClr val="dk1"/>
              </a:buClr>
              <a:buSzPts val="1500"/>
              <a:buNone/>
              <a:defRPr b="1" sz="1500"/>
            </a:lvl2pPr>
            <a:lvl3pPr indent="-228600" lvl="2" marL="1371600" rtl="0" algn="l">
              <a:lnSpc>
                <a:spcPct val="90000"/>
              </a:lnSpc>
              <a:spcBef>
                <a:spcPts val="400"/>
              </a:spcBef>
              <a:spcAft>
                <a:spcPts val="0"/>
              </a:spcAft>
              <a:buClr>
                <a:schemeClr val="dk1"/>
              </a:buClr>
              <a:buSzPts val="1400"/>
              <a:buNone/>
              <a:defRPr b="1" sz="1400"/>
            </a:lvl3pPr>
            <a:lvl4pPr indent="-228600" lvl="3" marL="1828800" rtl="0" algn="l">
              <a:lnSpc>
                <a:spcPct val="90000"/>
              </a:lnSpc>
              <a:spcBef>
                <a:spcPts val="400"/>
              </a:spcBef>
              <a:spcAft>
                <a:spcPts val="0"/>
              </a:spcAft>
              <a:buClr>
                <a:schemeClr val="dk1"/>
              </a:buClr>
              <a:buSzPts val="1200"/>
              <a:buNone/>
              <a:defRPr b="1" sz="1200"/>
            </a:lvl4pPr>
            <a:lvl5pPr indent="-228600" lvl="4" marL="2286000" rtl="0" algn="l">
              <a:lnSpc>
                <a:spcPct val="90000"/>
              </a:lnSpc>
              <a:spcBef>
                <a:spcPts val="400"/>
              </a:spcBef>
              <a:spcAft>
                <a:spcPts val="0"/>
              </a:spcAft>
              <a:buClr>
                <a:schemeClr val="dk1"/>
              </a:buClr>
              <a:buSzPts val="1200"/>
              <a:buNone/>
              <a:defRPr b="1" sz="1200"/>
            </a:lvl5pPr>
            <a:lvl6pPr indent="-228600" lvl="5" marL="2743200" rtl="0" algn="l">
              <a:lnSpc>
                <a:spcPct val="90000"/>
              </a:lnSpc>
              <a:spcBef>
                <a:spcPts val="400"/>
              </a:spcBef>
              <a:spcAft>
                <a:spcPts val="0"/>
              </a:spcAft>
              <a:buClr>
                <a:schemeClr val="dk1"/>
              </a:buClr>
              <a:buSzPts val="1200"/>
              <a:buNone/>
              <a:defRPr b="1" sz="1200"/>
            </a:lvl6pPr>
            <a:lvl7pPr indent="-228600" lvl="6" marL="3200400" rtl="0" algn="l">
              <a:lnSpc>
                <a:spcPct val="90000"/>
              </a:lnSpc>
              <a:spcBef>
                <a:spcPts val="400"/>
              </a:spcBef>
              <a:spcAft>
                <a:spcPts val="0"/>
              </a:spcAft>
              <a:buClr>
                <a:schemeClr val="dk1"/>
              </a:buClr>
              <a:buSzPts val="1200"/>
              <a:buNone/>
              <a:defRPr b="1" sz="1200"/>
            </a:lvl7pPr>
            <a:lvl8pPr indent="-228600" lvl="7" marL="3657600" rtl="0" algn="l">
              <a:lnSpc>
                <a:spcPct val="90000"/>
              </a:lnSpc>
              <a:spcBef>
                <a:spcPts val="400"/>
              </a:spcBef>
              <a:spcAft>
                <a:spcPts val="0"/>
              </a:spcAft>
              <a:buClr>
                <a:schemeClr val="dk1"/>
              </a:buClr>
              <a:buSzPts val="1200"/>
              <a:buNone/>
              <a:defRPr b="1" sz="1200"/>
            </a:lvl8pPr>
            <a:lvl9pPr indent="-228600" lvl="8" marL="4114800" rtl="0" algn="l">
              <a:lnSpc>
                <a:spcPct val="90000"/>
              </a:lnSpc>
              <a:spcBef>
                <a:spcPts val="400"/>
              </a:spcBef>
              <a:spcAft>
                <a:spcPts val="0"/>
              </a:spcAft>
              <a:buClr>
                <a:schemeClr val="dk1"/>
              </a:buClr>
              <a:buSzPts val="1200"/>
              <a:buNone/>
              <a:defRPr b="1" sz="1200"/>
            </a:lvl9pPr>
          </a:lstStyle>
          <a:p/>
        </p:txBody>
      </p:sp>
      <p:sp>
        <p:nvSpPr>
          <p:cNvPr id="44" name="Google Shape;44;p7"/>
          <p:cNvSpPr txBox="1"/>
          <p:nvPr>
            <p:ph idx="2" type="body"/>
          </p:nvPr>
        </p:nvSpPr>
        <p:spPr>
          <a:xfrm>
            <a:off x="629841" y="1878806"/>
            <a:ext cx="3868200" cy="2763300"/>
          </a:xfrm>
          <a:prstGeom prst="rect">
            <a:avLst/>
          </a:prstGeom>
          <a:noFill/>
          <a:ln>
            <a:noFill/>
          </a:ln>
        </p:spPr>
        <p:txBody>
          <a:bodyPr anchorCtr="0" anchor="t" bIns="34275" lIns="68575" spcFirstLastPara="1" rIns="68575" wrap="square" tIns="34275">
            <a:no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45" name="Google Shape;45;p7"/>
          <p:cNvSpPr txBox="1"/>
          <p:nvPr>
            <p:ph idx="3" type="body"/>
          </p:nvPr>
        </p:nvSpPr>
        <p:spPr>
          <a:xfrm>
            <a:off x="4629150" y="1260872"/>
            <a:ext cx="3887400" cy="618000"/>
          </a:xfrm>
          <a:prstGeom prst="rect">
            <a:avLst/>
          </a:prstGeom>
          <a:noFill/>
          <a:ln>
            <a:noFill/>
          </a:ln>
        </p:spPr>
        <p:txBody>
          <a:bodyPr anchorCtr="0" anchor="b" bIns="34275" lIns="68575" spcFirstLastPara="1" rIns="68575" wrap="square" tIns="34275">
            <a:noAutofit/>
          </a:bodyPr>
          <a:lstStyle>
            <a:lvl1pPr indent="-228600" lvl="0" marL="457200" rtl="0" algn="l">
              <a:lnSpc>
                <a:spcPct val="90000"/>
              </a:lnSpc>
              <a:spcBef>
                <a:spcPts val="800"/>
              </a:spcBef>
              <a:spcAft>
                <a:spcPts val="0"/>
              </a:spcAft>
              <a:buClr>
                <a:schemeClr val="dk1"/>
              </a:buClr>
              <a:buSzPts val="1800"/>
              <a:buNone/>
              <a:defRPr b="1" sz="1800"/>
            </a:lvl1pPr>
            <a:lvl2pPr indent="-228600" lvl="1" marL="914400" rtl="0" algn="l">
              <a:lnSpc>
                <a:spcPct val="90000"/>
              </a:lnSpc>
              <a:spcBef>
                <a:spcPts val="400"/>
              </a:spcBef>
              <a:spcAft>
                <a:spcPts val="0"/>
              </a:spcAft>
              <a:buClr>
                <a:schemeClr val="dk1"/>
              </a:buClr>
              <a:buSzPts val="1500"/>
              <a:buNone/>
              <a:defRPr b="1" sz="1500"/>
            </a:lvl2pPr>
            <a:lvl3pPr indent="-228600" lvl="2" marL="1371600" rtl="0" algn="l">
              <a:lnSpc>
                <a:spcPct val="90000"/>
              </a:lnSpc>
              <a:spcBef>
                <a:spcPts val="400"/>
              </a:spcBef>
              <a:spcAft>
                <a:spcPts val="0"/>
              </a:spcAft>
              <a:buClr>
                <a:schemeClr val="dk1"/>
              </a:buClr>
              <a:buSzPts val="1400"/>
              <a:buNone/>
              <a:defRPr b="1" sz="1400"/>
            </a:lvl3pPr>
            <a:lvl4pPr indent="-228600" lvl="3" marL="1828800" rtl="0" algn="l">
              <a:lnSpc>
                <a:spcPct val="90000"/>
              </a:lnSpc>
              <a:spcBef>
                <a:spcPts val="400"/>
              </a:spcBef>
              <a:spcAft>
                <a:spcPts val="0"/>
              </a:spcAft>
              <a:buClr>
                <a:schemeClr val="dk1"/>
              </a:buClr>
              <a:buSzPts val="1200"/>
              <a:buNone/>
              <a:defRPr b="1" sz="1200"/>
            </a:lvl4pPr>
            <a:lvl5pPr indent="-228600" lvl="4" marL="2286000" rtl="0" algn="l">
              <a:lnSpc>
                <a:spcPct val="90000"/>
              </a:lnSpc>
              <a:spcBef>
                <a:spcPts val="400"/>
              </a:spcBef>
              <a:spcAft>
                <a:spcPts val="0"/>
              </a:spcAft>
              <a:buClr>
                <a:schemeClr val="dk1"/>
              </a:buClr>
              <a:buSzPts val="1200"/>
              <a:buNone/>
              <a:defRPr b="1" sz="1200"/>
            </a:lvl5pPr>
            <a:lvl6pPr indent="-228600" lvl="5" marL="2743200" rtl="0" algn="l">
              <a:lnSpc>
                <a:spcPct val="90000"/>
              </a:lnSpc>
              <a:spcBef>
                <a:spcPts val="400"/>
              </a:spcBef>
              <a:spcAft>
                <a:spcPts val="0"/>
              </a:spcAft>
              <a:buClr>
                <a:schemeClr val="dk1"/>
              </a:buClr>
              <a:buSzPts val="1200"/>
              <a:buNone/>
              <a:defRPr b="1" sz="1200"/>
            </a:lvl6pPr>
            <a:lvl7pPr indent="-228600" lvl="6" marL="3200400" rtl="0" algn="l">
              <a:lnSpc>
                <a:spcPct val="90000"/>
              </a:lnSpc>
              <a:spcBef>
                <a:spcPts val="400"/>
              </a:spcBef>
              <a:spcAft>
                <a:spcPts val="0"/>
              </a:spcAft>
              <a:buClr>
                <a:schemeClr val="dk1"/>
              </a:buClr>
              <a:buSzPts val="1200"/>
              <a:buNone/>
              <a:defRPr b="1" sz="1200"/>
            </a:lvl7pPr>
            <a:lvl8pPr indent="-228600" lvl="7" marL="3657600" rtl="0" algn="l">
              <a:lnSpc>
                <a:spcPct val="90000"/>
              </a:lnSpc>
              <a:spcBef>
                <a:spcPts val="400"/>
              </a:spcBef>
              <a:spcAft>
                <a:spcPts val="0"/>
              </a:spcAft>
              <a:buClr>
                <a:schemeClr val="dk1"/>
              </a:buClr>
              <a:buSzPts val="1200"/>
              <a:buNone/>
              <a:defRPr b="1" sz="1200"/>
            </a:lvl8pPr>
            <a:lvl9pPr indent="-228600" lvl="8" marL="4114800" rtl="0" algn="l">
              <a:lnSpc>
                <a:spcPct val="90000"/>
              </a:lnSpc>
              <a:spcBef>
                <a:spcPts val="400"/>
              </a:spcBef>
              <a:spcAft>
                <a:spcPts val="0"/>
              </a:spcAft>
              <a:buClr>
                <a:schemeClr val="dk1"/>
              </a:buClr>
              <a:buSzPts val="1200"/>
              <a:buNone/>
              <a:defRPr b="1" sz="1200"/>
            </a:lvl9pPr>
          </a:lstStyle>
          <a:p/>
        </p:txBody>
      </p:sp>
      <p:sp>
        <p:nvSpPr>
          <p:cNvPr id="46" name="Google Shape;46;p7"/>
          <p:cNvSpPr txBox="1"/>
          <p:nvPr>
            <p:ph idx="4" type="body"/>
          </p:nvPr>
        </p:nvSpPr>
        <p:spPr>
          <a:xfrm>
            <a:off x="4629150" y="1878806"/>
            <a:ext cx="3887400" cy="2763300"/>
          </a:xfrm>
          <a:prstGeom prst="rect">
            <a:avLst/>
          </a:prstGeom>
          <a:noFill/>
          <a:ln>
            <a:noFill/>
          </a:ln>
        </p:spPr>
        <p:txBody>
          <a:bodyPr anchorCtr="0" anchor="t" bIns="34275" lIns="68575" spcFirstLastPara="1" rIns="68575" wrap="square" tIns="34275">
            <a:no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47" name="Google Shape;47;p7"/>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48" name="Google Shape;48;p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49" name="Google Shape;49;p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52" name="Google Shape;52;p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53" name="Google Shape;53;p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629841" y="342900"/>
            <a:ext cx="2949300" cy="1200000"/>
          </a:xfrm>
          <a:prstGeom prst="rect">
            <a:avLst/>
          </a:prstGeom>
          <a:noFill/>
          <a:ln>
            <a:noFill/>
          </a:ln>
        </p:spPr>
        <p:txBody>
          <a:bodyPr anchorCtr="0" anchor="b" bIns="34275" lIns="68575" spcFirstLastPara="1" rIns="68575" wrap="square" tIns="34275">
            <a:noAutofit/>
          </a:bodyPr>
          <a:lstStyle>
            <a:lvl1pPr lvl="0" rtl="0" algn="l">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56" name="Google Shape;56;p9"/>
          <p:cNvSpPr txBox="1"/>
          <p:nvPr>
            <p:ph idx="1" type="body"/>
          </p:nvPr>
        </p:nvSpPr>
        <p:spPr>
          <a:xfrm>
            <a:off x="3887391" y="740569"/>
            <a:ext cx="4629000" cy="3655200"/>
          </a:xfrm>
          <a:prstGeom prst="rect">
            <a:avLst/>
          </a:prstGeom>
          <a:noFill/>
          <a:ln>
            <a:noFill/>
          </a:ln>
        </p:spPr>
        <p:txBody>
          <a:bodyPr anchorCtr="0" anchor="t" bIns="34275" lIns="68575" spcFirstLastPara="1" rIns="68575" wrap="square" tIns="34275">
            <a:noAutofit/>
          </a:bodyPr>
          <a:lstStyle>
            <a:lvl1pPr indent="-381000" lvl="0" marL="457200" rtl="0" algn="l">
              <a:lnSpc>
                <a:spcPct val="90000"/>
              </a:lnSpc>
              <a:spcBef>
                <a:spcPts val="800"/>
              </a:spcBef>
              <a:spcAft>
                <a:spcPts val="0"/>
              </a:spcAft>
              <a:buClr>
                <a:schemeClr val="dk1"/>
              </a:buClr>
              <a:buSzPts val="2400"/>
              <a:buChar char="•"/>
              <a:defRPr sz="2400"/>
            </a:lvl1pPr>
            <a:lvl2pPr indent="-361950" lvl="1" marL="914400" rtl="0" algn="l">
              <a:lnSpc>
                <a:spcPct val="90000"/>
              </a:lnSpc>
              <a:spcBef>
                <a:spcPts val="400"/>
              </a:spcBef>
              <a:spcAft>
                <a:spcPts val="0"/>
              </a:spcAft>
              <a:buClr>
                <a:schemeClr val="dk1"/>
              </a:buClr>
              <a:buSzPts val="2100"/>
              <a:buChar char="•"/>
              <a:defRPr sz="2100"/>
            </a:lvl2pPr>
            <a:lvl3pPr indent="-342900" lvl="2" marL="1371600" rtl="0" algn="l">
              <a:lnSpc>
                <a:spcPct val="90000"/>
              </a:lnSpc>
              <a:spcBef>
                <a:spcPts val="400"/>
              </a:spcBef>
              <a:spcAft>
                <a:spcPts val="0"/>
              </a:spcAft>
              <a:buClr>
                <a:schemeClr val="dk1"/>
              </a:buClr>
              <a:buSzPts val="1800"/>
              <a:buChar char="•"/>
              <a:defRPr sz="1800"/>
            </a:lvl3pPr>
            <a:lvl4pPr indent="-323850" lvl="3" marL="1828800" rtl="0" algn="l">
              <a:lnSpc>
                <a:spcPct val="90000"/>
              </a:lnSpc>
              <a:spcBef>
                <a:spcPts val="400"/>
              </a:spcBef>
              <a:spcAft>
                <a:spcPts val="0"/>
              </a:spcAft>
              <a:buClr>
                <a:schemeClr val="dk1"/>
              </a:buClr>
              <a:buSzPts val="1500"/>
              <a:buChar char="•"/>
              <a:defRPr sz="1500"/>
            </a:lvl4pPr>
            <a:lvl5pPr indent="-323850" lvl="4" marL="2286000" rtl="0" algn="l">
              <a:lnSpc>
                <a:spcPct val="90000"/>
              </a:lnSpc>
              <a:spcBef>
                <a:spcPts val="400"/>
              </a:spcBef>
              <a:spcAft>
                <a:spcPts val="0"/>
              </a:spcAft>
              <a:buClr>
                <a:schemeClr val="dk1"/>
              </a:buClr>
              <a:buSzPts val="1500"/>
              <a:buChar char="•"/>
              <a:defRPr sz="1500"/>
            </a:lvl5pPr>
            <a:lvl6pPr indent="-323850" lvl="5" marL="2743200" rtl="0" algn="l">
              <a:lnSpc>
                <a:spcPct val="90000"/>
              </a:lnSpc>
              <a:spcBef>
                <a:spcPts val="400"/>
              </a:spcBef>
              <a:spcAft>
                <a:spcPts val="0"/>
              </a:spcAft>
              <a:buClr>
                <a:schemeClr val="dk1"/>
              </a:buClr>
              <a:buSzPts val="1500"/>
              <a:buChar char="•"/>
              <a:defRPr sz="1500"/>
            </a:lvl6pPr>
            <a:lvl7pPr indent="-323850" lvl="6" marL="3200400" rtl="0" algn="l">
              <a:lnSpc>
                <a:spcPct val="90000"/>
              </a:lnSpc>
              <a:spcBef>
                <a:spcPts val="400"/>
              </a:spcBef>
              <a:spcAft>
                <a:spcPts val="0"/>
              </a:spcAft>
              <a:buClr>
                <a:schemeClr val="dk1"/>
              </a:buClr>
              <a:buSzPts val="1500"/>
              <a:buChar char="•"/>
              <a:defRPr sz="1500"/>
            </a:lvl7pPr>
            <a:lvl8pPr indent="-323850" lvl="7" marL="3657600" rtl="0" algn="l">
              <a:lnSpc>
                <a:spcPct val="90000"/>
              </a:lnSpc>
              <a:spcBef>
                <a:spcPts val="400"/>
              </a:spcBef>
              <a:spcAft>
                <a:spcPts val="0"/>
              </a:spcAft>
              <a:buClr>
                <a:schemeClr val="dk1"/>
              </a:buClr>
              <a:buSzPts val="1500"/>
              <a:buChar char="•"/>
              <a:defRPr sz="1500"/>
            </a:lvl8pPr>
            <a:lvl9pPr indent="-323850" lvl="8" marL="4114800" rtl="0" algn="l">
              <a:lnSpc>
                <a:spcPct val="90000"/>
              </a:lnSpc>
              <a:spcBef>
                <a:spcPts val="400"/>
              </a:spcBef>
              <a:spcAft>
                <a:spcPts val="0"/>
              </a:spcAft>
              <a:buClr>
                <a:schemeClr val="dk1"/>
              </a:buClr>
              <a:buSzPts val="1500"/>
              <a:buChar char="•"/>
              <a:defRPr sz="1500"/>
            </a:lvl9pPr>
          </a:lstStyle>
          <a:p/>
        </p:txBody>
      </p:sp>
      <p:sp>
        <p:nvSpPr>
          <p:cNvPr id="57" name="Google Shape;57;p9"/>
          <p:cNvSpPr txBox="1"/>
          <p:nvPr>
            <p:ph idx="2" type="body"/>
          </p:nvPr>
        </p:nvSpPr>
        <p:spPr>
          <a:xfrm>
            <a:off x="629841" y="1543050"/>
            <a:ext cx="2949300" cy="28587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1"/>
              </a:buClr>
              <a:buSzPts val="1200"/>
              <a:buNone/>
              <a:defRPr sz="1200"/>
            </a:lvl1pPr>
            <a:lvl2pPr indent="-228600" lvl="1" marL="914400" rtl="0" algn="l">
              <a:lnSpc>
                <a:spcPct val="90000"/>
              </a:lnSpc>
              <a:spcBef>
                <a:spcPts val="400"/>
              </a:spcBef>
              <a:spcAft>
                <a:spcPts val="0"/>
              </a:spcAft>
              <a:buClr>
                <a:schemeClr val="dk1"/>
              </a:buClr>
              <a:buSzPts val="1100"/>
              <a:buNone/>
              <a:defRPr sz="1100"/>
            </a:lvl2pPr>
            <a:lvl3pPr indent="-228600" lvl="2" marL="1371600" rtl="0" algn="l">
              <a:lnSpc>
                <a:spcPct val="90000"/>
              </a:lnSpc>
              <a:spcBef>
                <a:spcPts val="400"/>
              </a:spcBef>
              <a:spcAft>
                <a:spcPts val="0"/>
              </a:spcAft>
              <a:buClr>
                <a:schemeClr val="dk1"/>
              </a:buClr>
              <a:buSzPts val="900"/>
              <a:buNone/>
              <a:defRPr sz="900"/>
            </a:lvl3pPr>
            <a:lvl4pPr indent="-228600" lvl="3" marL="1828800" rtl="0" algn="l">
              <a:lnSpc>
                <a:spcPct val="90000"/>
              </a:lnSpc>
              <a:spcBef>
                <a:spcPts val="400"/>
              </a:spcBef>
              <a:spcAft>
                <a:spcPts val="0"/>
              </a:spcAft>
              <a:buClr>
                <a:schemeClr val="dk1"/>
              </a:buClr>
              <a:buSzPts val="800"/>
              <a:buNone/>
              <a:defRPr sz="800"/>
            </a:lvl4pPr>
            <a:lvl5pPr indent="-228600" lvl="4" marL="2286000" rtl="0" algn="l">
              <a:lnSpc>
                <a:spcPct val="90000"/>
              </a:lnSpc>
              <a:spcBef>
                <a:spcPts val="400"/>
              </a:spcBef>
              <a:spcAft>
                <a:spcPts val="0"/>
              </a:spcAft>
              <a:buClr>
                <a:schemeClr val="dk1"/>
              </a:buClr>
              <a:buSzPts val="800"/>
              <a:buNone/>
              <a:defRPr sz="800"/>
            </a:lvl5pPr>
            <a:lvl6pPr indent="-228600" lvl="5" marL="2743200" rtl="0" algn="l">
              <a:lnSpc>
                <a:spcPct val="90000"/>
              </a:lnSpc>
              <a:spcBef>
                <a:spcPts val="400"/>
              </a:spcBef>
              <a:spcAft>
                <a:spcPts val="0"/>
              </a:spcAft>
              <a:buClr>
                <a:schemeClr val="dk1"/>
              </a:buClr>
              <a:buSzPts val="800"/>
              <a:buNone/>
              <a:defRPr sz="800"/>
            </a:lvl6pPr>
            <a:lvl7pPr indent="-228600" lvl="6" marL="3200400" rtl="0" algn="l">
              <a:lnSpc>
                <a:spcPct val="90000"/>
              </a:lnSpc>
              <a:spcBef>
                <a:spcPts val="400"/>
              </a:spcBef>
              <a:spcAft>
                <a:spcPts val="0"/>
              </a:spcAft>
              <a:buClr>
                <a:schemeClr val="dk1"/>
              </a:buClr>
              <a:buSzPts val="800"/>
              <a:buNone/>
              <a:defRPr sz="800"/>
            </a:lvl7pPr>
            <a:lvl8pPr indent="-228600" lvl="7" marL="3657600" rtl="0" algn="l">
              <a:lnSpc>
                <a:spcPct val="90000"/>
              </a:lnSpc>
              <a:spcBef>
                <a:spcPts val="400"/>
              </a:spcBef>
              <a:spcAft>
                <a:spcPts val="0"/>
              </a:spcAft>
              <a:buClr>
                <a:schemeClr val="dk1"/>
              </a:buClr>
              <a:buSzPts val="800"/>
              <a:buNone/>
              <a:defRPr sz="800"/>
            </a:lvl8pPr>
            <a:lvl9pPr indent="-228600" lvl="8" marL="4114800" rtl="0" algn="l">
              <a:lnSpc>
                <a:spcPct val="90000"/>
              </a:lnSpc>
              <a:spcBef>
                <a:spcPts val="400"/>
              </a:spcBef>
              <a:spcAft>
                <a:spcPts val="0"/>
              </a:spcAft>
              <a:buClr>
                <a:schemeClr val="dk1"/>
              </a:buClr>
              <a:buSzPts val="800"/>
              <a:buNone/>
              <a:defRPr sz="800"/>
            </a:lvl9pPr>
          </a:lstStyle>
          <a:p/>
        </p:txBody>
      </p:sp>
      <p:sp>
        <p:nvSpPr>
          <p:cNvPr id="58" name="Google Shape;58;p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59" name="Google Shape;59;p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60" name="Google Shape;60;p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629841" y="342900"/>
            <a:ext cx="2949300" cy="1200000"/>
          </a:xfrm>
          <a:prstGeom prst="rect">
            <a:avLst/>
          </a:prstGeom>
          <a:noFill/>
          <a:ln>
            <a:noFill/>
          </a:ln>
        </p:spPr>
        <p:txBody>
          <a:bodyPr anchorCtr="0" anchor="b" bIns="34275" lIns="68575" spcFirstLastPara="1" rIns="68575" wrap="square" tIns="34275">
            <a:noAutofit/>
          </a:bodyPr>
          <a:lstStyle>
            <a:lvl1pPr lvl="0" rtl="0" algn="l">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63" name="Google Shape;63;p10"/>
          <p:cNvSpPr/>
          <p:nvPr>
            <p:ph idx="2" type="pic"/>
          </p:nvPr>
        </p:nvSpPr>
        <p:spPr>
          <a:xfrm>
            <a:off x="3887391" y="740569"/>
            <a:ext cx="4629000" cy="3655200"/>
          </a:xfrm>
          <a:prstGeom prst="rect">
            <a:avLst/>
          </a:prstGeom>
          <a:noFill/>
          <a:ln>
            <a:noFill/>
          </a:ln>
        </p:spPr>
        <p:txBody>
          <a:bodyPr anchorCtr="0" anchor="t" bIns="34275" lIns="68575" spcFirstLastPara="1" rIns="68575" wrap="square" tIns="34275">
            <a:noAutofit/>
          </a:bodyPr>
          <a:lstStyle>
            <a:lvl1pPr lvl="0" marR="0" rtl="0" algn="l">
              <a:lnSpc>
                <a:spcPct val="90000"/>
              </a:lnSpc>
              <a:spcBef>
                <a:spcPts val="80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1pPr>
            <a:lvl2pPr lvl="1" marR="0" rtl="0" algn="l">
              <a:lnSpc>
                <a:spcPct val="90000"/>
              </a:lnSpc>
              <a:spcBef>
                <a:spcPts val="400"/>
              </a:spcBef>
              <a:spcAft>
                <a:spcPts val="0"/>
              </a:spcAft>
              <a:buClr>
                <a:schemeClr val="dk1"/>
              </a:buClr>
              <a:buSzPts val="2100"/>
              <a:buFont typeface="Arial"/>
              <a:buNone/>
              <a:defRPr b="0" i="0" sz="2100" u="none" cap="none" strike="noStrike">
                <a:solidFill>
                  <a:schemeClr val="dk1"/>
                </a:solidFill>
                <a:latin typeface="Calibri"/>
                <a:ea typeface="Calibri"/>
                <a:cs typeface="Calibri"/>
                <a:sym typeface="Calibri"/>
              </a:defRPr>
            </a:lvl2pPr>
            <a:lvl3pPr lvl="2" marR="0" rtl="0" algn="l">
              <a:lnSpc>
                <a:spcPct val="90000"/>
              </a:lnSpc>
              <a:spcBef>
                <a:spcPts val="400"/>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3pPr>
            <a:lvl4pPr lvl="3"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4pPr>
            <a:lvl5pPr lvl="4"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5pPr>
            <a:lvl6pPr lvl="5"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6pPr>
            <a:lvl7pPr lvl="6"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7pPr>
            <a:lvl8pPr lvl="7"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8pPr>
            <a:lvl9pPr lvl="8"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9pPr>
          </a:lstStyle>
          <a:p/>
        </p:txBody>
      </p:sp>
      <p:sp>
        <p:nvSpPr>
          <p:cNvPr id="64" name="Google Shape;64;p10"/>
          <p:cNvSpPr txBox="1"/>
          <p:nvPr>
            <p:ph idx="1" type="body"/>
          </p:nvPr>
        </p:nvSpPr>
        <p:spPr>
          <a:xfrm>
            <a:off x="629841" y="1543050"/>
            <a:ext cx="2949300" cy="28587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1"/>
              </a:buClr>
              <a:buSzPts val="1200"/>
              <a:buNone/>
              <a:defRPr sz="1200"/>
            </a:lvl1pPr>
            <a:lvl2pPr indent="-228600" lvl="1" marL="914400" rtl="0" algn="l">
              <a:lnSpc>
                <a:spcPct val="90000"/>
              </a:lnSpc>
              <a:spcBef>
                <a:spcPts val="400"/>
              </a:spcBef>
              <a:spcAft>
                <a:spcPts val="0"/>
              </a:spcAft>
              <a:buClr>
                <a:schemeClr val="dk1"/>
              </a:buClr>
              <a:buSzPts val="1100"/>
              <a:buNone/>
              <a:defRPr sz="1100"/>
            </a:lvl2pPr>
            <a:lvl3pPr indent="-228600" lvl="2" marL="1371600" rtl="0" algn="l">
              <a:lnSpc>
                <a:spcPct val="90000"/>
              </a:lnSpc>
              <a:spcBef>
                <a:spcPts val="400"/>
              </a:spcBef>
              <a:spcAft>
                <a:spcPts val="0"/>
              </a:spcAft>
              <a:buClr>
                <a:schemeClr val="dk1"/>
              </a:buClr>
              <a:buSzPts val="900"/>
              <a:buNone/>
              <a:defRPr sz="900"/>
            </a:lvl3pPr>
            <a:lvl4pPr indent="-228600" lvl="3" marL="1828800" rtl="0" algn="l">
              <a:lnSpc>
                <a:spcPct val="90000"/>
              </a:lnSpc>
              <a:spcBef>
                <a:spcPts val="400"/>
              </a:spcBef>
              <a:spcAft>
                <a:spcPts val="0"/>
              </a:spcAft>
              <a:buClr>
                <a:schemeClr val="dk1"/>
              </a:buClr>
              <a:buSzPts val="800"/>
              <a:buNone/>
              <a:defRPr sz="800"/>
            </a:lvl4pPr>
            <a:lvl5pPr indent="-228600" lvl="4" marL="2286000" rtl="0" algn="l">
              <a:lnSpc>
                <a:spcPct val="90000"/>
              </a:lnSpc>
              <a:spcBef>
                <a:spcPts val="400"/>
              </a:spcBef>
              <a:spcAft>
                <a:spcPts val="0"/>
              </a:spcAft>
              <a:buClr>
                <a:schemeClr val="dk1"/>
              </a:buClr>
              <a:buSzPts val="800"/>
              <a:buNone/>
              <a:defRPr sz="800"/>
            </a:lvl5pPr>
            <a:lvl6pPr indent="-228600" lvl="5" marL="2743200" rtl="0" algn="l">
              <a:lnSpc>
                <a:spcPct val="90000"/>
              </a:lnSpc>
              <a:spcBef>
                <a:spcPts val="400"/>
              </a:spcBef>
              <a:spcAft>
                <a:spcPts val="0"/>
              </a:spcAft>
              <a:buClr>
                <a:schemeClr val="dk1"/>
              </a:buClr>
              <a:buSzPts val="800"/>
              <a:buNone/>
              <a:defRPr sz="800"/>
            </a:lvl6pPr>
            <a:lvl7pPr indent="-228600" lvl="6" marL="3200400" rtl="0" algn="l">
              <a:lnSpc>
                <a:spcPct val="90000"/>
              </a:lnSpc>
              <a:spcBef>
                <a:spcPts val="400"/>
              </a:spcBef>
              <a:spcAft>
                <a:spcPts val="0"/>
              </a:spcAft>
              <a:buClr>
                <a:schemeClr val="dk1"/>
              </a:buClr>
              <a:buSzPts val="800"/>
              <a:buNone/>
              <a:defRPr sz="800"/>
            </a:lvl7pPr>
            <a:lvl8pPr indent="-228600" lvl="7" marL="3657600" rtl="0" algn="l">
              <a:lnSpc>
                <a:spcPct val="90000"/>
              </a:lnSpc>
              <a:spcBef>
                <a:spcPts val="400"/>
              </a:spcBef>
              <a:spcAft>
                <a:spcPts val="0"/>
              </a:spcAft>
              <a:buClr>
                <a:schemeClr val="dk1"/>
              </a:buClr>
              <a:buSzPts val="800"/>
              <a:buNone/>
              <a:defRPr sz="800"/>
            </a:lvl8pPr>
            <a:lvl9pPr indent="-228600" lvl="8" marL="4114800" rtl="0" algn="l">
              <a:lnSpc>
                <a:spcPct val="90000"/>
              </a:lnSpc>
              <a:spcBef>
                <a:spcPts val="400"/>
              </a:spcBef>
              <a:spcAft>
                <a:spcPts val="0"/>
              </a:spcAft>
              <a:buClr>
                <a:schemeClr val="dk1"/>
              </a:buClr>
              <a:buSzPts val="800"/>
              <a:buNone/>
              <a:defRPr sz="800"/>
            </a:lvl9pPr>
          </a:lstStyle>
          <a:p/>
        </p:txBody>
      </p:sp>
      <p:sp>
        <p:nvSpPr>
          <p:cNvPr id="65" name="Google Shape;65;p1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66" name="Google Shape;66;p1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67" name="Google Shape;67;p1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Autofit/>
          </a:bodyPr>
          <a:lstStyle>
            <a:lvl1pPr lvl="0" rtl="0" algn="l">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70" name="Google Shape;70;p11"/>
          <p:cNvSpPr txBox="1"/>
          <p:nvPr>
            <p:ph idx="1" type="body"/>
          </p:nvPr>
        </p:nvSpPr>
        <p:spPr>
          <a:xfrm rot="5400000">
            <a:off x="2940300" y="-942431"/>
            <a:ext cx="3263400" cy="7886700"/>
          </a:xfrm>
          <a:prstGeom prst="rect">
            <a:avLst/>
          </a:prstGeom>
          <a:noFill/>
          <a:ln>
            <a:noFill/>
          </a:ln>
        </p:spPr>
        <p:txBody>
          <a:bodyPr anchorCtr="0" anchor="t" bIns="34275" lIns="68575" spcFirstLastPara="1" rIns="68575" wrap="square" tIns="34275">
            <a:no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71" name="Google Shape;71;p1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72" name="Google Shape;72;p1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73" name="Google Shape;73;p1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5350050" y="1467544"/>
            <a:ext cx="4359000" cy="1971600"/>
          </a:xfrm>
          <a:prstGeom prst="rect">
            <a:avLst/>
          </a:prstGeom>
          <a:noFill/>
          <a:ln>
            <a:noFill/>
          </a:ln>
        </p:spPr>
        <p:txBody>
          <a:bodyPr anchorCtr="0" anchor="ctr" bIns="34275" lIns="68575" spcFirstLastPara="1" rIns="68575" wrap="square" tIns="34275">
            <a:noAutofit/>
          </a:bodyPr>
          <a:lstStyle>
            <a:lvl1pPr lvl="0" rtl="0" algn="l">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76" name="Google Shape;76;p12"/>
          <p:cNvSpPr txBox="1"/>
          <p:nvPr>
            <p:ph idx="1" type="body"/>
          </p:nvPr>
        </p:nvSpPr>
        <p:spPr>
          <a:xfrm rot="5400000">
            <a:off x="1349475" y="-447056"/>
            <a:ext cx="4359000" cy="5800800"/>
          </a:xfrm>
          <a:prstGeom prst="rect">
            <a:avLst/>
          </a:prstGeom>
          <a:noFill/>
          <a:ln>
            <a:noFill/>
          </a:ln>
        </p:spPr>
        <p:txBody>
          <a:bodyPr anchorCtr="0" anchor="t" bIns="34275" lIns="68575" spcFirstLastPara="1" rIns="68575" wrap="square" tIns="34275">
            <a:no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77" name="Google Shape;77;p1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78" name="Google Shape;78;p1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79" name="Google Shape;79;p1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0" name="Shape 80"/>
        <p:cNvGrpSpPr/>
        <p:nvPr/>
      </p:nvGrpSpPr>
      <p:grpSpPr>
        <a:xfrm>
          <a:off x="0" y="0"/>
          <a:ext cx="0" cy="0"/>
          <a:chOff x="0" y="0"/>
          <a:chExt cx="0" cy="0"/>
        </a:xfrm>
      </p:grpSpPr>
      <p:sp>
        <p:nvSpPr>
          <p:cNvPr id="81" name="Google Shape;81;p13"/>
          <p:cNvSpPr txBox="1"/>
          <p:nvPr>
            <p:ph type="title"/>
          </p:nvPr>
        </p:nvSpPr>
        <p:spPr>
          <a:xfrm>
            <a:off x="311700" y="445025"/>
            <a:ext cx="8520600" cy="572700"/>
          </a:xfrm>
          <a:prstGeom prst="rect">
            <a:avLst/>
          </a:prstGeom>
        </p:spPr>
        <p:txBody>
          <a:bodyPr anchorCtr="0" anchor="ctr" bIns="34275" lIns="68575" spcFirstLastPara="1" rIns="68575" wrap="square" tIns="34275">
            <a:noAutofit/>
          </a:bodyPr>
          <a:lstStyle>
            <a:lvl1pPr lvl="0" rtl="0">
              <a:spcBef>
                <a:spcPts val="0"/>
              </a:spcBef>
              <a:spcAft>
                <a:spcPts val="0"/>
              </a:spcAft>
              <a:buSzPts val="33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82" name="Google Shape;82;p13"/>
          <p:cNvSpPr txBox="1"/>
          <p:nvPr>
            <p:ph idx="1" type="body"/>
          </p:nvPr>
        </p:nvSpPr>
        <p:spPr>
          <a:xfrm>
            <a:off x="311700" y="1152475"/>
            <a:ext cx="8520600" cy="3416400"/>
          </a:xfrm>
          <a:prstGeom prst="rect">
            <a:avLst/>
          </a:prstGeom>
        </p:spPr>
        <p:txBody>
          <a:bodyPr anchorCtr="0" anchor="t" bIns="34275" lIns="68575" spcFirstLastPara="1" rIns="68575" wrap="square" tIns="34275">
            <a:noAutofit/>
          </a:bodyPr>
          <a:lstStyle>
            <a:lvl1pPr indent="-361950" lvl="0" marL="457200" rtl="0">
              <a:spcBef>
                <a:spcPts val="800"/>
              </a:spcBef>
              <a:spcAft>
                <a:spcPts val="0"/>
              </a:spcAft>
              <a:buSzPts val="2100"/>
              <a:buChar char="•"/>
              <a:defRPr/>
            </a:lvl1pPr>
            <a:lvl2pPr indent="-342900" lvl="1" marL="914400" rtl="0">
              <a:spcBef>
                <a:spcPts val="400"/>
              </a:spcBef>
              <a:spcAft>
                <a:spcPts val="0"/>
              </a:spcAft>
              <a:buSzPts val="1800"/>
              <a:buChar char="•"/>
              <a:defRPr/>
            </a:lvl2pPr>
            <a:lvl3pPr indent="-323850" lvl="2" marL="1371600" rtl="0">
              <a:spcBef>
                <a:spcPts val="400"/>
              </a:spcBef>
              <a:spcAft>
                <a:spcPts val="0"/>
              </a:spcAft>
              <a:buSzPts val="1500"/>
              <a:buChar char="•"/>
              <a:defRPr/>
            </a:lvl3pPr>
            <a:lvl4pPr indent="-317500" lvl="3" marL="1828800" rtl="0">
              <a:spcBef>
                <a:spcPts val="400"/>
              </a:spcBef>
              <a:spcAft>
                <a:spcPts val="0"/>
              </a:spcAft>
              <a:buSzPts val="1400"/>
              <a:buChar char="•"/>
              <a:defRPr/>
            </a:lvl4pPr>
            <a:lvl5pPr indent="-317500" lvl="4" marL="2286000" rtl="0">
              <a:spcBef>
                <a:spcPts val="400"/>
              </a:spcBef>
              <a:spcAft>
                <a:spcPts val="0"/>
              </a:spcAft>
              <a:buSzPts val="1400"/>
              <a:buChar char="•"/>
              <a:defRPr/>
            </a:lvl5pPr>
            <a:lvl6pPr indent="-317500" lvl="5" marL="2743200" rtl="0">
              <a:spcBef>
                <a:spcPts val="400"/>
              </a:spcBef>
              <a:spcAft>
                <a:spcPts val="0"/>
              </a:spcAft>
              <a:buSzPts val="1400"/>
              <a:buChar char="•"/>
              <a:defRPr/>
            </a:lvl6pPr>
            <a:lvl7pPr indent="-317500" lvl="6" marL="3200400" rtl="0">
              <a:spcBef>
                <a:spcPts val="400"/>
              </a:spcBef>
              <a:spcAft>
                <a:spcPts val="0"/>
              </a:spcAft>
              <a:buSzPts val="1400"/>
              <a:buChar char="•"/>
              <a:defRPr/>
            </a:lvl7pPr>
            <a:lvl8pPr indent="-317500" lvl="7" marL="3657600" rtl="0">
              <a:spcBef>
                <a:spcPts val="400"/>
              </a:spcBef>
              <a:spcAft>
                <a:spcPts val="0"/>
              </a:spcAft>
              <a:buSzPts val="1400"/>
              <a:buChar char="•"/>
              <a:defRPr/>
            </a:lvl8pPr>
            <a:lvl9pPr indent="-317500" lvl="8" marL="4114800" rtl="0">
              <a:spcBef>
                <a:spcPts val="400"/>
              </a:spcBef>
              <a:spcAft>
                <a:spcPts val="0"/>
              </a:spcAft>
              <a:buSzPts val="1400"/>
              <a:buChar char="•"/>
              <a:defRPr/>
            </a:lvl9pPr>
          </a:lstStyle>
          <a:p/>
        </p:txBody>
      </p:sp>
      <p:sp>
        <p:nvSpPr>
          <p:cNvPr id="83" name="Google Shape;83;p13"/>
          <p:cNvSpPr txBox="1"/>
          <p:nvPr>
            <p:ph idx="12" type="sldNum"/>
          </p:nvPr>
        </p:nvSpPr>
        <p:spPr>
          <a:xfrm>
            <a:off x="8472458" y="4663217"/>
            <a:ext cx="548700" cy="393600"/>
          </a:xfrm>
          <a:prstGeom prst="rect">
            <a:avLst/>
          </a:prstGeom>
        </p:spPr>
        <p:txBody>
          <a:bodyPr anchorCtr="0" anchor="ctr" bIns="34275" lIns="68575" spcFirstLastPara="1" rIns="68575" wrap="square" tIns="3427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8" name="Shape 88"/>
        <p:cNvGrpSpPr/>
        <p:nvPr/>
      </p:nvGrpSpPr>
      <p:grpSpPr>
        <a:xfrm>
          <a:off x="0" y="0"/>
          <a:ext cx="0" cy="0"/>
          <a:chOff x="0" y="0"/>
          <a:chExt cx="0" cy="0"/>
        </a:xfrm>
      </p:grpSpPr>
      <p:sp>
        <p:nvSpPr>
          <p:cNvPr id="89" name="Google Shape;89;p1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90" name="Google Shape;90;p15"/>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91" name="Google Shape;91;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2 1 1 1 1">
  <p:cSld name="TITLE_1_2_1_1_1_1">
    <p:spTree>
      <p:nvGrpSpPr>
        <p:cNvPr id="92" name="Shape 92"/>
        <p:cNvGrpSpPr/>
        <p:nvPr/>
      </p:nvGrpSpPr>
      <p:grpSpPr>
        <a:xfrm>
          <a:off x="0" y="0"/>
          <a:ext cx="0" cy="0"/>
          <a:chOff x="0" y="0"/>
          <a:chExt cx="0" cy="0"/>
        </a:xfrm>
      </p:grpSpPr>
      <p:sp>
        <p:nvSpPr>
          <p:cNvPr id="93" name="Google Shape;93;p16"/>
          <p:cNvSpPr txBox="1"/>
          <p:nvPr>
            <p:ph idx="1" type="body"/>
          </p:nvPr>
        </p:nvSpPr>
        <p:spPr>
          <a:xfrm>
            <a:off x="146400" y="1025606"/>
            <a:ext cx="8845200" cy="3604200"/>
          </a:xfrm>
          <a:prstGeom prst="rect">
            <a:avLst/>
          </a:prstGeom>
          <a:noFill/>
          <a:ln>
            <a:noFill/>
          </a:ln>
        </p:spPr>
        <p:txBody>
          <a:bodyPr anchorCtr="0" anchor="t" bIns="91425" lIns="91425" spcFirstLastPara="1" rIns="91425" wrap="square" tIns="91425">
            <a:normAutofit/>
          </a:bodyPr>
          <a:lstStyle>
            <a:lvl1pPr indent="-342900" lvl="0" marL="457200" marR="0" algn="l">
              <a:lnSpc>
                <a:spcPct val="100000"/>
              </a:lnSpc>
              <a:spcBef>
                <a:spcPts val="640"/>
              </a:spcBef>
              <a:spcAft>
                <a:spcPts val="0"/>
              </a:spcAft>
              <a:buSzPts val="1800"/>
              <a:buChar char="•"/>
              <a:defRPr i="0" u="none" cap="none" strike="noStrike"/>
            </a:lvl1pPr>
            <a:lvl2pPr indent="-317500" lvl="1" marL="914400" marR="0" algn="l">
              <a:lnSpc>
                <a:spcPct val="100000"/>
              </a:lnSpc>
              <a:spcBef>
                <a:spcPts val="560"/>
              </a:spcBef>
              <a:spcAft>
                <a:spcPts val="0"/>
              </a:spcAft>
              <a:buSzPts val="1400"/>
              <a:buChar char="–"/>
              <a:defRPr i="0" u="none" cap="none" strike="noStrike"/>
            </a:lvl2pPr>
            <a:lvl3pPr indent="-317500" lvl="2" marL="1371600" marR="0" algn="l">
              <a:lnSpc>
                <a:spcPct val="100000"/>
              </a:lnSpc>
              <a:spcBef>
                <a:spcPts val="480"/>
              </a:spcBef>
              <a:spcAft>
                <a:spcPts val="0"/>
              </a:spcAft>
              <a:buSzPts val="1400"/>
              <a:buChar char="•"/>
              <a:defRPr i="0" u="none" cap="none" strike="noStrike"/>
            </a:lvl3pPr>
            <a:lvl4pPr indent="-317500" lvl="3" marL="1828800" marR="0" algn="l">
              <a:lnSpc>
                <a:spcPct val="100000"/>
              </a:lnSpc>
              <a:spcBef>
                <a:spcPts val="400"/>
              </a:spcBef>
              <a:spcAft>
                <a:spcPts val="0"/>
              </a:spcAft>
              <a:buSzPts val="1400"/>
              <a:buChar char="–"/>
              <a:defRPr i="0" u="none" cap="none" strike="noStrike"/>
            </a:lvl4pPr>
            <a:lvl5pPr indent="-317500" lvl="4" marL="2286000" marR="0" algn="l">
              <a:lnSpc>
                <a:spcPct val="100000"/>
              </a:lnSpc>
              <a:spcBef>
                <a:spcPts val="400"/>
              </a:spcBef>
              <a:spcAft>
                <a:spcPts val="0"/>
              </a:spcAft>
              <a:buSzPts val="1400"/>
              <a:buChar char="»"/>
              <a:defRPr i="0" u="none" cap="none" strike="noStrike"/>
            </a:lvl5pPr>
            <a:lvl6pPr indent="-317500" lvl="5" marL="2743200" marR="0" algn="l">
              <a:lnSpc>
                <a:spcPct val="100000"/>
              </a:lnSpc>
              <a:spcBef>
                <a:spcPts val="400"/>
              </a:spcBef>
              <a:spcAft>
                <a:spcPts val="0"/>
              </a:spcAft>
              <a:buSzPts val="1400"/>
              <a:buChar char="•"/>
              <a:defRPr i="0" u="none" cap="none" strike="noStrike"/>
            </a:lvl6pPr>
            <a:lvl7pPr indent="-317500" lvl="6" marL="3200400" marR="0" algn="l">
              <a:lnSpc>
                <a:spcPct val="100000"/>
              </a:lnSpc>
              <a:spcBef>
                <a:spcPts val="400"/>
              </a:spcBef>
              <a:spcAft>
                <a:spcPts val="0"/>
              </a:spcAft>
              <a:buSzPts val="1400"/>
              <a:buChar char="•"/>
              <a:defRPr i="0" u="none" cap="none" strike="noStrike"/>
            </a:lvl7pPr>
            <a:lvl8pPr indent="-317500" lvl="7" marL="3657600" marR="0" algn="l">
              <a:lnSpc>
                <a:spcPct val="100000"/>
              </a:lnSpc>
              <a:spcBef>
                <a:spcPts val="400"/>
              </a:spcBef>
              <a:spcAft>
                <a:spcPts val="0"/>
              </a:spcAft>
              <a:buSzPts val="1400"/>
              <a:buChar char="•"/>
              <a:defRPr i="0" u="none" cap="none" strike="noStrike"/>
            </a:lvl8pPr>
            <a:lvl9pPr indent="-317500" lvl="8" marL="4114800" marR="0" algn="l">
              <a:lnSpc>
                <a:spcPct val="100000"/>
              </a:lnSpc>
              <a:spcBef>
                <a:spcPts val="400"/>
              </a:spcBef>
              <a:spcAft>
                <a:spcPts val="0"/>
              </a:spcAft>
              <a:buSzPts val="1400"/>
              <a:buChar char="•"/>
              <a:defRPr i="0" u="none" cap="none" strike="noStrike"/>
            </a:lvl9pPr>
          </a:lstStyle>
          <a:p/>
        </p:txBody>
      </p:sp>
      <p:sp>
        <p:nvSpPr>
          <p:cNvPr id="94" name="Google Shape;94;p16"/>
          <p:cNvSpPr txBox="1"/>
          <p:nvPr>
            <p:ph type="title"/>
          </p:nvPr>
        </p:nvSpPr>
        <p:spPr>
          <a:xfrm>
            <a:off x="146550" y="19144"/>
            <a:ext cx="8845200" cy="6366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Clr>
                <a:srgbClr val="17365D"/>
              </a:buClr>
              <a:buSzPts val="4400"/>
              <a:buNone/>
              <a:defRPr i="0" sz="4400" u="none" cap="none" strike="noStrike">
                <a:solidFill>
                  <a:srgbClr val="17365D"/>
                </a:solidFill>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p:txBody>
      </p:sp>
      <p:sp>
        <p:nvSpPr>
          <p:cNvPr id="95" name="Google Shape;95;p16"/>
          <p:cNvSpPr/>
          <p:nvPr/>
        </p:nvSpPr>
        <p:spPr>
          <a:xfrm>
            <a:off x="0" y="655733"/>
            <a:ext cx="9144000" cy="97800"/>
          </a:xfrm>
          <a:prstGeom prst="rect">
            <a:avLst/>
          </a:prstGeom>
          <a:solidFill>
            <a:srgbClr val="17365D"/>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6" name="Google Shape;96;p16"/>
          <p:cNvSpPr txBox="1"/>
          <p:nvPr>
            <p:ph idx="12" type="sldNum"/>
          </p:nvPr>
        </p:nvSpPr>
        <p:spPr>
          <a:xfrm>
            <a:off x="9" y="4740476"/>
            <a:ext cx="548700" cy="393600"/>
          </a:xfrm>
          <a:prstGeom prst="rect">
            <a:avLst/>
          </a:prstGeom>
          <a:noFill/>
          <a:ln>
            <a:noFill/>
          </a:ln>
        </p:spPr>
        <p:txBody>
          <a:bodyPr anchorCtr="0" anchor="t" bIns="91425" lIns="91425" spcFirstLastPara="1" rIns="91425" wrap="square" tIns="91425">
            <a:normAutofit fontScale="70000" lnSpcReduction="20000"/>
          </a:bodyPr>
          <a:lstStyle>
            <a:lvl1pPr indent="0" lvl="0" marL="0" marR="0" algn="l">
              <a:lnSpc>
                <a:spcPct val="100000"/>
              </a:lnSpc>
              <a:spcBef>
                <a:spcPts val="0"/>
              </a:spcBef>
              <a:spcAft>
                <a:spcPts val="0"/>
              </a:spcAft>
              <a:buClr>
                <a:srgbClr val="000000"/>
              </a:buClr>
              <a:buSzPts val="2400"/>
              <a:buFont typeface="Arial"/>
              <a:buNone/>
              <a:defRPr b="0" i="0" sz="2400" u="none" cap="none" strike="noStrike">
                <a:solidFill>
                  <a:schemeClr val="dk2"/>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2400"/>
              <a:buFont typeface="Arial"/>
              <a:buNone/>
              <a:defRPr b="0" i="0" sz="2400" u="none" cap="none" strike="noStrike">
                <a:solidFill>
                  <a:schemeClr val="dk2"/>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2400"/>
              <a:buFont typeface="Arial"/>
              <a:buNone/>
              <a:defRPr b="0" i="0" sz="2400" u="none" cap="none" strike="noStrike">
                <a:solidFill>
                  <a:schemeClr val="dk2"/>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2400"/>
              <a:buFont typeface="Arial"/>
              <a:buNone/>
              <a:defRPr b="0" i="0" sz="2400" u="none" cap="none" strike="noStrike">
                <a:solidFill>
                  <a:schemeClr val="dk2"/>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2400"/>
              <a:buFont typeface="Arial"/>
              <a:buNone/>
              <a:defRPr b="0" i="0" sz="2400" u="none" cap="none" strike="noStrike">
                <a:solidFill>
                  <a:schemeClr val="dk2"/>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2400"/>
              <a:buFont typeface="Arial"/>
              <a:buNone/>
              <a:defRPr b="0" i="0" sz="2400" u="none" cap="none" strike="noStrike">
                <a:solidFill>
                  <a:schemeClr val="dk2"/>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2400"/>
              <a:buFont typeface="Arial"/>
              <a:buNone/>
              <a:defRPr b="0" i="0" sz="2400" u="none" cap="none" strike="noStrike">
                <a:solidFill>
                  <a:schemeClr val="dk2"/>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2400"/>
              <a:buFont typeface="Arial"/>
              <a:buNone/>
              <a:defRPr b="0" i="0" sz="2400" u="none" cap="none" strike="noStrike">
                <a:solidFill>
                  <a:schemeClr val="dk2"/>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2400"/>
              <a:buFont typeface="Arial"/>
              <a:buNone/>
              <a:defRPr b="0" i="0" sz="2400" u="none" cap="none" strike="noStrike">
                <a:solidFill>
                  <a:schemeClr val="dk2"/>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7" name="Shape 97"/>
        <p:cNvGrpSpPr/>
        <p:nvPr/>
      </p:nvGrpSpPr>
      <p:grpSpPr>
        <a:xfrm>
          <a:off x="0" y="0"/>
          <a:ext cx="0" cy="0"/>
          <a:chOff x="0" y="0"/>
          <a:chExt cx="0" cy="0"/>
        </a:xfrm>
      </p:grpSpPr>
      <p:sp>
        <p:nvSpPr>
          <p:cNvPr id="98" name="Google Shape;98;p17"/>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99" name="Google Shape;99;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0" name="Shape 100"/>
        <p:cNvGrpSpPr/>
        <p:nvPr/>
      </p:nvGrpSpPr>
      <p:grpSpPr>
        <a:xfrm>
          <a:off x="0" y="0"/>
          <a:ext cx="0" cy="0"/>
          <a:chOff x="0" y="0"/>
          <a:chExt cx="0" cy="0"/>
        </a:xfrm>
      </p:grpSpPr>
      <p:sp>
        <p:nvSpPr>
          <p:cNvPr id="101" name="Google Shape;101;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02" name="Google Shape;102;p1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03" name="Google Shape;103;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4" name="Shape 104"/>
        <p:cNvGrpSpPr/>
        <p:nvPr/>
      </p:nvGrpSpPr>
      <p:grpSpPr>
        <a:xfrm>
          <a:off x="0" y="0"/>
          <a:ext cx="0" cy="0"/>
          <a:chOff x="0" y="0"/>
          <a:chExt cx="0" cy="0"/>
        </a:xfrm>
      </p:grpSpPr>
      <p:sp>
        <p:nvSpPr>
          <p:cNvPr id="105" name="Google Shape;105;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06" name="Google Shape;106;p1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07" name="Google Shape;107;p1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08" name="Google Shape;108;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9" name="Shape 109"/>
        <p:cNvGrpSpPr/>
        <p:nvPr/>
      </p:nvGrpSpPr>
      <p:grpSpPr>
        <a:xfrm>
          <a:off x="0" y="0"/>
          <a:ext cx="0" cy="0"/>
          <a:chOff x="0" y="0"/>
          <a:chExt cx="0" cy="0"/>
        </a:xfrm>
      </p:grpSpPr>
      <p:sp>
        <p:nvSpPr>
          <p:cNvPr id="110" name="Google Shape;110;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1" name="Google Shape;111;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12" name="Shape 112"/>
        <p:cNvGrpSpPr/>
        <p:nvPr/>
      </p:nvGrpSpPr>
      <p:grpSpPr>
        <a:xfrm>
          <a:off x="0" y="0"/>
          <a:ext cx="0" cy="0"/>
          <a:chOff x="0" y="0"/>
          <a:chExt cx="0" cy="0"/>
        </a:xfrm>
      </p:grpSpPr>
      <p:sp>
        <p:nvSpPr>
          <p:cNvPr id="113" name="Google Shape;113;p21"/>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14" name="Google Shape;114;p21"/>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15" name="Google Shape;115;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16" name="Shape 116"/>
        <p:cNvGrpSpPr/>
        <p:nvPr/>
      </p:nvGrpSpPr>
      <p:grpSpPr>
        <a:xfrm>
          <a:off x="0" y="0"/>
          <a:ext cx="0" cy="0"/>
          <a:chOff x="0" y="0"/>
          <a:chExt cx="0" cy="0"/>
        </a:xfrm>
      </p:grpSpPr>
      <p:sp>
        <p:nvSpPr>
          <p:cNvPr id="117" name="Google Shape;117;p22"/>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18" name="Google Shape;118;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19" name="Shape 119"/>
        <p:cNvGrpSpPr/>
        <p:nvPr/>
      </p:nvGrpSpPr>
      <p:grpSpPr>
        <a:xfrm>
          <a:off x="0" y="0"/>
          <a:ext cx="0" cy="0"/>
          <a:chOff x="0" y="0"/>
          <a:chExt cx="0" cy="0"/>
        </a:xfrm>
      </p:grpSpPr>
      <p:sp>
        <p:nvSpPr>
          <p:cNvPr id="120" name="Google Shape;120;p2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23"/>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22" name="Google Shape;122;p23"/>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23" name="Google Shape;123;p23"/>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24" name="Google Shape;124;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25" name="Shape 125"/>
        <p:cNvGrpSpPr/>
        <p:nvPr/>
      </p:nvGrpSpPr>
      <p:grpSpPr>
        <a:xfrm>
          <a:off x="0" y="0"/>
          <a:ext cx="0" cy="0"/>
          <a:chOff x="0" y="0"/>
          <a:chExt cx="0" cy="0"/>
        </a:xfrm>
      </p:grpSpPr>
      <p:sp>
        <p:nvSpPr>
          <p:cNvPr id="126" name="Google Shape;126;p24"/>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127" name="Google Shape;127;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8" name="Shape 128"/>
        <p:cNvGrpSpPr/>
        <p:nvPr/>
      </p:nvGrpSpPr>
      <p:grpSpPr>
        <a:xfrm>
          <a:off x="0" y="0"/>
          <a:ext cx="0" cy="0"/>
          <a:chOff x="0" y="0"/>
          <a:chExt cx="0" cy="0"/>
        </a:xfrm>
      </p:grpSpPr>
      <p:sp>
        <p:nvSpPr>
          <p:cNvPr id="129" name="Google Shape;129;p25"/>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30" name="Google Shape;130;p25"/>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131" name="Google Shape;131;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2" name="Shape 132"/>
        <p:cNvGrpSpPr/>
        <p:nvPr/>
      </p:nvGrpSpPr>
      <p:grpSpPr>
        <a:xfrm>
          <a:off x="0" y="0"/>
          <a:ext cx="0" cy="0"/>
          <a:chOff x="0" y="0"/>
          <a:chExt cx="0" cy="0"/>
        </a:xfrm>
      </p:grpSpPr>
      <p:sp>
        <p:nvSpPr>
          <p:cNvPr id="133" name="Google Shape;133;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2 1 1 3 1 1">
  <p:cSld name="TITLE_1_2_1_1_3_1_1">
    <p:spTree>
      <p:nvGrpSpPr>
        <p:cNvPr id="134" name="Shape 134"/>
        <p:cNvGrpSpPr/>
        <p:nvPr/>
      </p:nvGrpSpPr>
      <p:grpSpPr>
        <a:xfrm>
          <a:off x="0" y="0"/>
          <a:ext cx="0" cy="0"/>
          <a:chOff x="0" y="0"/>
          <a:chExt cx="0" cy="0"/>
        </a:xfrm>
      </p:grpSpPr>
      <p:sp>
        <p:nvSpPr>
          <p:cNvPr id="135" name="Google Shape;135;p27"/>
          <p:cNvSpPr txBox="1"/>
          <p:nvPr>
            <p:ph type="ctrTitle"/>
          </p:nvPr>
        </p:nvSpPr>
        <p:spPr>
          <a:xfrm>
            <a:off x="0" y="0"/>
            <a:ext cx="6524700" cy="6456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SzPts val="4400"/>
              <a:buNone/>
              <a:defRPr i="0" u="none" cap="none" strike="noStrike"/>
            </a:lvl1pPr>
            <a:lvl2pPr lvl="1" algn="l">
              <a:lnSpc>
                <a:spcPct val="100000"/>
              </a:lnSpc>
              <a:spcBef>
                <a:spcPts val="0"/>
              </a:spcBef>
              <a:spcAft>
                <a:spcPts val="0"/>
              </a:spcAft>
              <a:buClr>
                <a:srgbClr val="FFFFFF"/>
              </a:buClr>
              <a:buSzPts val="1400"/>
              <a:buNone/>
              <a:defRPr sz="1800">
                <a:solidFill>
                  <a:srgbClr val="FFFFFF"/>
                </a:solidFill>
              </a:defRPr>
            </a:lvl2pPr>
            <a:lvl3pPr lvl="2" algn="l">
              <a:lnSpc>
                <a:spcPct val="100000"/>
              </a:lnSpc>
              <a:spcBef>
                <a:spcPts val="0"/>
              </a:spcBef>
              <a:spcAft>
                <a:spcPts val="0"/>
              </a:spcAft>
              <a:buClr>
                <a:srgbClr val="FFFFFF"/>
              </a:buClr>
              <a:buSzPts val="1400"/>
              <a:buNone/>
              <a:defRPr sz="1800">
                <a:solidFill>
                  <a:srgbClr val="FFFFFF"/>
                </a:solidFill>
              </a:defRPr>
            </a:lvl3pPr>
            <a:lvl4pPr lvl="3" algn="l">
              <a:lnSpc>
                <a:spcPct val="100000"/>
              </a:lnSpc>
              <a:spcBef>
                <a:spcPts val="0"/>
              </a:spcBef>
              <a:spcAft>
                <a:spcPts val="0"/>
              </a:spcAft>
              <a:buClr>
                <a:srgbClr val="FFFFFF"/>
              </a:buClr>
              <a:buSzPts val="1400"/>
              <a:buNone/>
              <a:defRPr sz="1800">
                <a:solidFill>
                  <a:srgbClr val="FFFFFF"/>
                </a:solidFill>
              </a:defRPr>
            </a:lvl4pPr>
            <a:lvl5pPr lvl="4" algn="l">
              <a:lnSpc>
                <a:spcPct val="100000"/>
              </a:lnSpc>
              <a:spcBef>
                <a:spcPts val="0"/>
              </a:spcBef>
              <a:spcAft>
                <a:spcPts val="0"/>
              </a:spcAft>
              <a:buClr>
                <a:srgbClr val="FFFFFF"/>
              </a:buClr>
              <a:buSzPts val="1400"/>
              <a:buNone/>
              <a:defRPr sz="1800">
                <a:solidFill>
                  <a:srgbClr val="FFFFFF"/>
                </a:solidFill>
              </a:defRPr>
            </a:lvl5pPr>
            <a:lvl6pPr lvl="5" algn="l">
              <a:lnSpc>
                <a:spcPct val="100000"/>
              </a:lnSpc>
              <a:spcBef>
                <a:spcPts val="0"/>
              </a:spcBef>
              <a:spcAft>
                <a:spcPts val="0"/>
              </a:spcAft>
              <a:buClr>
                <a:srgbClr val="FFFFFF"/>
              </a:buClr>
              <a:buSzPts val="1400"/>
              <a:buNone/>
              <a:defRPr sz="1800">
                <a:solidFill>
                  <a:srgbClr val="FFFFFF"/>
                </a:solidFill>
              </a:defRPr>
            </a:lvl6pPr>
            <a:lvl7pPr lvl="6" algn="l">
              <a:lnSpc>
                <a:spcPct val="100000"/>
              </a:lnSpc>
              <a:spcBef>
                <a:spcPts val="0"/>
              </a:spcBef>
              <a:spcAft>
                <a:spcPts val="0"/>
              </a:spcAft>
              <a:buClr>
                <a:srgbClr val="FFFFFF"/>
              </a:buClr>
              <a:buSzPts val="1400"/>
              <a:buNone/>
              <a:defRPr sz="1800">
                <a:solidFill>
                  <a:srgbClr val="FFFFFF"/>
                </a:solidFill>
              </a:defRPr>
            </a:lvl7pPr>
            <a:lvl8pPr lvl="7" algn="l">
              <a:lnSpc>
                <a:spcPct val="100000"/>
              </a:lnSpc>
              <a:spcBef>
                <a:spcPts val="0"/>
              </a:spcBef>
              <a:spcAft>
                <a:spcPts val="0"/>
              </a:spcAft>
              <a:buClr>
                <a:srgbClr val="FFFFFF"/>
              </a:buClr>
              <a:buSzPts val="1400"/>
              <a:buNone/>
              <a:defRPr sz="1800">
                <a:solidFill>
                  <a:srgbClr val="FFFFFF"/>
                </a:solidFill>
              </a:defRPr>
            </a:lvl8pPr>
            <a:lvl9pPr lvl="8" algn="l">
              <a:lnSpc>
                <a:spcPct val="100000"/>
              </a:lnSpc>
              <a:spcBef>
                <a:spcPts val="0"/>
              </a:spcBef>
              <a:spcAft>
                <a:spcPts val="0"/>
              </a:spcAft>
              <a:buClr>
                <a:srgbClr val="FFFFFF"/>
              </a:buClr>
              <a:buSzPts val="1400"/>
              <a:buNone/>
              <a:defRPr sz="1800">
                <a:solidFill>
                  <a:srgbClr val="FFFFFF"/>
                </a:solidFill>
              </a:defRPr>
            </a:lvl9pPr>
          </a:lstStyle>
          <a:p/>
        </p:txBody>
      </p:sp>
      <p:sp>
        <p:nvSpPr>
          <p:cNvPr id="136" name="Google Shape;136;p27"/>
          <p:cNvSpPr txBox="1"/>
          <p:nvPr>
            <p:ph idx="1" type="body"/>
          </p:nvPr>
        </p:nvSpPr>
        <p:spPr>
          <a:xfrm>
            <a:off x="152700" y="541425"/>
            <a:ext cx="8887200" cy="45189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37" name="Google Shape;137;p27"/>
          <p:cNvSpPr txBox="1"/>
          <p:nvPr>
            <p:ph idx="12" type="sldNum"/>
          </p:nvPr>
        </p:nvSpPr>
        <p:spPr>
          <a:xfrm>
            <a:off x="9" y="4749748"/>
            <a:ext cx="548700" cy="393600"/>
          </a:xfrm>
          <a:prstGeom prst="rect">
            <a:avLst/>
          </a:prstGeom>
          <a:noFill/>
          <a:ln>
            <a:noFill/>
          </a:ln>
        </p:spPr>
        <p:txBody>
          <a:bodyPr anchorCtr="0" anchor="t" bIns="91425" lIns="91425" spcFirstLastPara="1" rIns="91425" wrap="square" tIns="91425">
            <a:normAutofit fontScale="70000" lnSpcReduction="20000"/>
          </a:bodyPr>
          <a:lstStyle>
            <a:lvl1pPr indent="0" lvl="0" marL="0" marR="0" algn="r">
              <a:lnSpc>
                <a:spcPct val="100000"/>
              </a:lnSpc>
              <a:spcBef>
                <a:spcPts val="0"/>
              </a:spcBef>
              <a:spcAft>
                <a:spcPts val="0"/>
              </a:spcAft>
              <a:buClr>
                <a:srgbClr val="000000"/>
              </a:buClr>
              <a:buSzPts val="2400"/>
              <a:buFont typeface="Arial"/>
              <a:buNone/>
              <a:defRPr b="0" i="0" sz="24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400"/>
              <a:buFont typeface="Arial"/>
              <a:buNone/>
              <a:defRPr b="0" i="0" sz="24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400"/>
              <a:buFont typeface="Arial"/>
              <a:buNone/>
              <a:defRPr b="0" i="0" sz="24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400"/>
              <a:buFont typeface="Arial"/>
              <a:buNone/>
              <a:defRPr b="0" i="0" sz="24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400"/>
              <a:buFont typeface="Arial"/>
              <a:buNone/>
              <a:defRPr b="0" i="0" sz="24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400"/>
              <a:buFont typeface="Arial"/>
              <a:buNone/>
              <a:defRPr b="0" i="0" sz="24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400"/>
              <a:buFont typeface="Arial"/>
              <a:buNone/>
              <a:defRPr b="0" i="0" sz="24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400"/>
              <a:buFont typeface="Arial"/>
              <a:buNone/>
              <a:defRPr b="0" i="0" sz="24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400"/>
              <a:buFont typeface="Arial"/>
              <a:buNone/>
              <a:defRPr b="0" i="0" sz="24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3" Type="http://schemas.openxmlformats.org/officeDocument/2006/relationships/slideLayout" Target="../slideLayouts/slideLayout25.xml"/><Relationship Id="rId12" Type="http://schemas.openxmlformats.org/officeDocument/2006/relationships/slideLayout" Target="../slideLayouts/slideLayout24.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3.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mt="44000"/>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rtl="0">
              <a:spcBef>
                <a:spcPts val="0"/>
              </a:spcBef>
              <a:spcAft>
                <a:spcPts val="0"/>
              </a:spcAft>
              <a:buSzPts val="1100"/>
              <a:buNone/>
              <a:defRPr sz="1400"/>
            </a:lvl2pPr>
            <a:lvl3pPr lvl="2" rtl="0">
              <a:spcBef>
                <a:spcPts val="0"/>
              </a:spcBef>
              <a:spcAft>
                <a:spcPts val="0"/>
              </a:spcAft>
              <a:buSzPts val="1100"/>
              <a:buNone/>
              <a:defRPr sz="1400"/>
            </a:lvl3pPr>
            <a:lvl4pPr lvl="3" rtl="0">
              <a:spcBef>
                <a:spcPts val="0"/>
              </a:spcBef>
              <a:spcAft>
                <a:spcPts val="0"/>
              </a:spcAft>
              <a:buSzPts val="1100"/>
              <a:buNone/>
              <a:defRPr sz="1400"/>
            </a:lvl4pPr>
            <a:lvl5pPr lvl="4" rtl="0">
              <a:spcBef>
                <a:spcPts val="0"/>
              </a:spcBef>
              <a:spcAft>
                <a:spcPts val="0"/>
              </a:spcAft>
              <a:buSzPts val="1100"/>
              <a:buNone/>
              <a:defRPr sz="1400"/>
            </a:lvl5pPr>
            <a:lvl6pPr lvl="5" rtl="0">
              <a:spcBef>
                <a:spcPts val="0"/>
              </a:spcBef>
              <a:spcAft>
                <a:spcPts val="0"/>
              </a:spcAft>
              <a:buSzPts val="1100"/>
              <a:buNone/>
              <a:defRPr sz="1400"/>
            </a:lvl6pPr>
            <a:lvl7pPr lvl="6" rtl="0">
              <a:spcBef>
                <a:spcPts val="0"/>
              </a:spcBef>
              <a:spcAft>
                <a:spcPts val="0"/>
              </a:spcAft>
              <a:buSzPts val="1100"/>
              <a:buNone/>
              <a:defRPr sz="1400"/>
            </a:lvl7pPr>
            <a:lvl8pPr lvl="7" rtl="0">
              <a:spcBef>
                <a:spcPts val="0"/>
              </a:spcBef>
              <a:spcAft>
                <a:spcPts val="0"/>
              </a:spcAft>
              <a:buSzPts val="1100"/>
              <a:buNone/>
              <a:defRPr sz="1400"/>
            </a:lvl8pPr>
            <a:lvl9pPr lvl="8" rtl="0">
              <a:spcBef>
                <a:spcPts val="0"/>
              </a:spcBef>
              <a:spcAft>
                <a:spcPts val="0"/>
              </a:spcAft>
              <a:buSzPts val="1100"/>
              <a:buNone/>
              <a:defRPr sz="1400"/>
            </a:lvl9pPr>
          </a:lstStyle>
          <a:p/>
        </p:txBody>
      </p:sp>
      <p:sp>
        <p:nvSpPr>
          <p:cNvPr id="7" name="Google Shape;7;p1"/>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84" name="Shape 84"/>
        <p:cNvGrpSpPr/>
        <p:nvPr/>
      </p:nvGrpSpPr>
      <p:grpSpPr>
        <a:xfrm>
          <a:off x="0" y="0"/>
          <a:ext cx="0" cy="0"/>
          <a:chOff x="0" y="0"/>
          <a:chExt cx="0" cy="0"/>
        </a:xfrm>
      </p:grpSpPr>
      <p:sp>
        <p:nvSpPr>
          <p:cNvPr id="85" name="Google Shape;85;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86" name="Google Shape;86;p1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7" name="Google Shape;87;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hyperlink" Target="http://bit.ly/4fHMaxS" TargetMode="External"/><Relationship Id="rId4" Type="http://schemas.openxmlformats.org/officeDocument/2006/relationships/hyperlink" Target="https://bit.ly/ipw-aug2025"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hyperlink" Target="https://docs.google.com/document/d/1s3T_KJ4LBC027wQBW4HETGbvnYNsHIphBB4cfH74FPw/edit?tab=t.0" TargetMode="External"/><Relationship Id="rId4" Type="http://schemas.openxmlformats.org/officeDocument/2006/relationships/hyperlink" Target="https://bit.ly/ipw-aug2025"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hyperlink" Target="https://www.python.org/downloads/" TargetMode="External"/><Relationship Id="rId4" Type="http://schemas.openxmlformats.org/officeDocument/2006/relationships/hyperlink" Target="https://code.visualstudio.com/download" TargetMode="External"/><Relationship Id="rId5" Type="http://schemas.openxmlformats.org/officeDocument/2006/relationships/hyperlink" Target="https://desktop.github.com/download/"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8"/>
          <p:cNvSpPr txBox="1"/>
          <p:nvPr>
            <p:ph type="title"/>
          </p:nvPr>
        </p:nvSpPr>
        <p:spPr>
          <a:xfrm>
            <a:off x="565125" y="613900"/>
            <a:ext cx="7952700" cy="1879200"/>
          </a:xfrm>
          <a:prstGeom prst="rect">
            <a:avLst/>
          </a:prstGeom>
          <a:solidFill>
            <a:srgbClr val="B45F06"/>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b="1" lang="en" sz="4100">
                <a:solidFill>
                  <a:schemeClr val="lt1"/>
                </a:solidFill>
              </a:rPr>
              <a:t>Immersive Python Workshop</a:t>
            </a:r>
            <a:endParaRPr b="1" sz="4100">
              <a:solidFill>
                <a:schemeClr val="lt1"/>
              </a:solidFill>
            </a:endParaRPr>
          </a:p>
          <a:p>
            <a:pPr indent="0" lvl="0" marL="0" rtl="0" algn="ctr">
              <a:lnSpc>
                <a:spcPct val="100000"/>
              </a:lnSpc>
              <a:spcBef>
                <a:spcPts val="0"/>
              </a:spcBef>
              <a:spcAft>
                <a:spcPts val="0"/>
              </a:spcAft>
              <a:buSzPts val="3600"/>
              <a:buNone/>
            </a:pPr>
            <a:r>
              <a:rPr b="1" lang="en" sz="4100">
                <a:solidFill>
                  <a:schemeClr val="lt1"/>
                </a:solidFill>
              </a:rPr>
              <a:t>Day 2</a:t>
            </a:r>
            <a:endParaRPr sz="3000">
              <a:solidFill>
                <a:schemeClr val="lt1"/>
              </a:solidFill>
            </a:endParaRPr>
          </a:p>
        </p:txBody>
      </p:sp>
      <p:sp>
        <p:nvSpPr>
          <p:cNvPr id="143" name="Google Shape;143;p28"/>
          <p:cNvSpPr txBox="1"/>
          <p:nvPr/>
        </p:nvSpPr>
        <p:spPr>
          <a:xfrm>
            <a:off x="229750" y="3154875"/>
            <a:ext cx="2338200" cy="1236900"/>
          </a:xfrm>
          <a:prstGeom prst="rect">
            <a:avLst/>
          </a:prstGeom>
          <a:solidFill>
            <a:srgbClr val="FFFFFF"/>
          </a:solidFill>
          <a:ln>
            <a:noFill/>
          </a:ln>
          <a:effectLst>
            <a:outerShdw blurRad="57150" rotWithShape="0" algn="bl" dir="5400000" dist="19050">
              <a:srgbClr val="000000">
                <a:alpha val="50000"/>
              </a:srgbClr>
            </a:outerShdw>
          </a:effectLst>
        </p:spPr>
        <p:txBody>
          <a:bodyPr anchorCtr="0" anchor="t" bIns="91425" lIns="91425" spcFirstLastPara="1" rIns="91425" wrap="square" tIns="274300">
            <a:noAutofit/>
          </a:bodyPr>
          <a:lstStyle/>
          <a:p>
            <a:pPr indent="0" lvl="0" marL="0" rtl="0" algn="ctr">
              <a:spcBef>
                <a:spcPts val="0"/>
              </a:spcBef>
              <a:spcAft>
                <a:spcPts val="0"/>
              </a:spcAft>
              <a:buNone/>
            </a:pPr>
            <a:r>
              <a:rPr lang="en" sz="1900">
                <a:solidFill>
                  <a:srgbClr val="595959"/>
                </a:solidFill>
                <a:latin typeface="Twentieth Century"/>
                <a:ea typeface="Twentieth Century"/>
                <a:cs typeface="Twentieth Century"/>
                <a:sym typeface="Twentieth Century"/>
              </a:rPr>
              <a:t>Please sign in!</a:t>
            </a:r>
            <a:endParaRPr sz="1900">
              <a:solidFill>
                <a:srgbClr val="595959"/>
              </a:solidFill>
              <a:latin typeface="Twentieth Century"/>
              <a:ea typeface="Twentieth Century"/>
              <a:cs typeface="Twentieth Century"/>
              <a:sym typeface="Twentieth Century"/>
            </a:endParaRPr>
          </a:p>
          <a:p>
            <a:pPr indent="0" lvl="0" marL="0" rtl="0" algn="ctr">
              <a:spcBef>
                <a:spcPts val="0"/>
              </a:spcBef>
              <a:spcAft>
                <a:spcPts val="0"/>
              </a:spcAft>
              <a:buNone/>
            </a:pPr>
            <a:r>
              <a:rPr lang="en" sz="1900" u="sng">
                <a:solidFill>
                  <a:srgbClr val="0097A7"/>
                </a:solidFill>
                <a:latin typeface="Twentieth Century"/>
                <a:ea typeface="Twentieth Century"/>
                <a:cs typeface="Twentieth Century"/>
                <a:sym typeface="Twentieth Century"/>
                <a:hlinkClick r:id="rId3">
                  <a:extLst>
                    <a:ext uri="{A12FA001-AC4F-418D-AE19-62706E023703}">
                      <ahyp:hlinkClr val="tx"/>
                    </a:ext>
                  </a:extLst>
                </a:hlinkClick>
              </a:rPr>
              <a:t>bit.ly/4fHMaxS</a:t>
            </a:r>
            <a:r>
              <a:rPr lang="en" sz="1700">
                <a:solidFill>
                  <a:srgbClr val="595959"/>
                </a:solidFill>
                <a:latin typeface="Twentieth Century"/>
                <a:ea typeface="Twentieth Century"/>
                <a:cs typeface="Twentieth Century"/>
                <a:sym typeface="Twentieth Century"/>
              </a:rPr>
              <a:t> </a:t>
            </a:r>
            <a:endParaRPr sz="1700">
              <a:solidFill>
                <a:srgbClr val="595959"/>
              </a:solidFill>
              <a:latin typeface="Twentieth Century"/>
              <a:ea typeface="Twentieth Century"/>
              <a:cs typeface="Twentieth Century"/>
              <a:sym typeface="Twentieth Century"/>
            </a:endParaRPr>
          </a:p>
          <a:p>
            <a:pPr indent="0" lvl="0" marL="0" rtl="0" algn="l">
              <a:spcBef>
                <a:spcPts val="0"/>
              </a:spcBef>
              <a:spcAft>
                <a:spcPts val="0"/>
              </a:spcAft>
              <a:buNone/>
            </a:pPr>
            <a:r>
              <a:t/>
            </a:r>
            <a:endParaRPr sz="1800">
              <a:solidFill>
                <a:srgbClr val="595959"/>
              </a:solidFill>
            </a:endParaRPr>
          </a:p>
        </p:txBody>
      </p:sp>
      <p:sp>
        <p:nvSpPr>
          <p:cNvPr id="144" name="Google Shape;144;p28"/>
          <p:cNvSpPr txBox="1"/>
          <p:nvPr/>
        </p:nvSpPr>
        <p:spPr>
          <a:xfrm>
            <a:off x="6581000" y="3257550"/>
            <a:ext cx="2338200" cy="1236900"/>
          </a:xfrm>
          <a:prstGeom prst="rect">
            <a:avLst/>
          </a:prstGeom>
          <a:solidFill>
            <a:srgbClr val="FFFFFF"/>
          </a:solidFill>
          <a:ln>
            <a:noFill/>
          </a:ln>
          <a:effectLst>
            <a:outerShdw blurRad="57150" rotWithShape="0" algn="bl" dir="5400000" dist="19050">
              <a:srgbClr val="000000">
                <a:alpha val="50000"/>
              </a:srgbClr>
            </a:outerShdw>
          </a:effectLst>
        </p:spPr>
        <p:txBody>
          <a:bodyPr anchorCtr="0" anchor="t" bIns="91425" lIns="91425" spcFirstLastPara="1" rIns="91425" wrap="square" tIns="274300">
            <a:noAutofit/>
          </a:bodyPr>
          <a:lstStyle/>
          <a:p>
            <a:pPr indent="0" lvl="0" marL="0" rtl="0" algn="ctr">
              <a:spcBef>
                <a:spcPts val="0"/>
              </a:spcBef>
              <a:spcAft>
                <a:spcPts val="0"/>
              </a:spcAft>
              <a:buNone/>
            </a:pPr>
            <a:r>
              <a:rPr lang="en" sz="2000">
                <a:solidFill>
                  <a:srgbClr val="595959"/>
                </a:solidFill>
                <a:latin typeface="Twentieth Century"/>
                <a:ea typeface="Twentieth Century"/>
                <a:cs typeface="Twentieth Century"/>
                <a:sym typeface="Twentieth Century"/>
              </a:rPr>
              <a:t>Access shared notes</a:t>
            </a:r>
            <a:endParaRPr sz="2000">
              <a:solidFill>
                <a:srgbClr val="595959"/>
              </a:solidFill>
              <a:latin typeface="Twentieth Century"/>
              <a:ea typeface="Twentieth Century"/>
              <a:cs typeface="Twentieth Century"/>
              <a:sym typeface="Twentieth Century"/>
            </a:endParaRPr>
          </a:p>
          <a:p>
            <a:pPr indent="0" lvl="0" marL="0" rtl="0" algn="ctr">
              <a:spcBef>
                <a:spcPts val="0"/>
              </a:spcBef>
              <a:spcAft>
                <a:spcPts val="0"/>
              </a:spcAft>
              <a:buNone/>
            </a:pPr>
            <a:r>
              <a:rPr lang="en" sz="1900" u="sng">
                <a:solidFill>
                  <a:srgbClr val="0097A7"/>
                </a:solidFill>
                <a:latin typeface="Twentieth Century"/>
                <a:ea typeface="Twentieth Century"/>
                <a:cs typeface="Twentieth Century"/>
                <a:sym typeface="Twentieth Century"/>
                <a:hlinkClick r:id="rId4">
                  <a:extLst>
                    <a:ext uri="{A12FA001-AC4F-418D-AE19-62706E023703}">
                      <ahyp:hlinkClr val="tx"/>
                    </a:ext>
                  </a:extLst>
                </a:hlinkClick>
              </a:rPr>
              <a:t>bit.ly/ipw-aug2025</a:t>
            </a:r>
            <a:r>
              <a:rPr lang="en" sz="1800">
                <a:solidFill>
                  <a:srgbClr val="595959"/>
                </a:solidFill>
                <a:latin typeface="Twentieth Century"/>
                <a:ea typeface="Twentieth Century"/>
                <a:cs typeface="Twentieth Century"/>
                <a:sym typeface="Twentieth Century"/>
              </a:rPr>
              <a:t> </a:t>
            </a:r>
            <a:endParaRPr sz="1800">
              <a:solidFill>
                <a:srgbClr val="595959"/>
              </a:solidFill>
              <a:latin typeface="Twentieth Century"/>
              <a:ea typeface="Twentieth Century"/>
              <a:cs typeface="Twentieth Century"/>
              <a:sym typeface="Twentieth Century"/>
            </a:endParaRPr>
          </a:p>
          <a:p>
            <a:pPr indent="0" lvl="0" marL="0" rtl="0" algn="l">
              <a:spcBef>
                <a:spcPts val="0"/>
              </a:spcBef>
              <a:spcAft>
                <a:spcPts val="0"/>
              </a:spcAft>
              <a:buNone/>
            </a:pPr>
            <a:r>
              <a:t/>
            </a:r>
            <a:endParaRPr sz="1800">
              <a:solidFill>
                <a:srgbClr val="595959"/>
              </a:solidFill>
            </a:endParaRPr>
          </a:p>
        </p:txBody>
      </p:sp>
      <p:sp>
        <p:nvSpPr>
          <p:cNvPr id="145" name="Google Shape;145;p28"/>
          <p:cNvSpPr txBox="1"/>
          <p:nvPr/>
        </p:nvSpPr>
        <p:spPr>
          <a:xfrm>
            <a:off x="2838150" y="3471875"/>
            <a:ext cx="3467700" cy="1477500"/>
          </a:xfrm>
          <a:prstGeom prst="rect">
            <a:avLst/>
          </a:prstGeom>
          <a:solidFill>
            <a:srgbClr val="434343"/>
          </a:solidFill>
          <a:ln>
            <a:noFill/>
          </a:ln>
        </p:spPr>
        <p:txBody>
          <a:bodyPr anchorCtr="0" anchor="t" bIns="91425" lIns="91425" spcFirstLastPara="1" rIns="91425" wrap="square" tIns="91425">
            <a:spAutoFit/>
          </a:bodyPr>
          <a:lstStyle/>
          <a:p>
            <a:pPr indent="457200" lvl="0" marL="0" rtl="0" algn="l">
              <a:spcBef>
                <a:spcPts val="0"/>
              </a:spcBef>
              <a:spcAft>
                <a:spcPts val="0"/>
              </a:spcAft>
              <a:buNone/>
            </a:pPr>
            <a:r>
              <a:rPr lang="en">
                <a:solidFill>
                  <a:schemeClr val="lt1"/>
                </a:solidFill>
                <a:latin typeface="Twentieth Century"/>
                <a:ea typeface="Twentieth Century"/>
                <a:cs typeface="Twentieth Century"/>
                <a:sym typeface="Twentieth Century"/>
              </a:rPr>
              <a:t>Python for:</a:t>
            </a:r>
            <a:endParaRPr>
              <a:solidFill>
                <a:schemeClr val="lt1"/>
              </a:solidFill>
              <a:latin typeface="Twentieth Century"/>
              <a:ea typeface="Twentieth Century"/>
              <a:cs typeface="Twentieth Century"/>
              <a:sym typeface="Twentieth Century"/>
            </a:endParaRPr>
          </a:p>
          <a:p>
            <a:pPr indent="457200" lvl="0" marL="457200" rtl="0" algn="l">
              <a:spcBef>
                <a:spcPts val="0"/>
              </a:spcBef>
              <a:spcAft>
                <a:spcPts val="0"/>
              </a:spcAft>
              <a:buNone/>
            </a:pPr>
            <a:r>
              <a:rPr lang="en">
                <a:solidFill>
                  <a:schemeClr val="lt1"/>
                </a:solidFill>
                <a:latin typeface="Twentieth Century"/>
                <a:ea typeface="Twentieth Century"/>
                <a:cs typeface="Twentieth Century"/>
                <a:sym typeface="Twentieth Century"/>
              </a:rPr>
              <a:t>Geospatial Data</a:t>
            </a:r>
            <a:endParaRPr>
              <a:solidFill>
                <a:schemeClr val="lt1"/>
              </a:solidFill>
              <a:latin typeface="Twentieth Century"/>
              <a:ea typeface="Twentieth Century"/>
              <a:cs typeface="Twentieth Century"/>
              <a:sym typeface="Twentieth Century"/>
            </a:endParaRPr>
          </a:p>
          <a:p>
            <a:pPr indent="457200" lvl="0" marL="457200" rtl="0" algn="l">
              <a:spcBef>
                <a:spcPts val="0"/>
              </a:spcBef>
              <a:spcAft>
                <a:spcPts val="0"/>
              </a:spcAft>
              <a:buNone/>
            </a:pPr>
            <a:r>
              <a:rPr lang="en">
                <a:solidFill>
                  <a:schemeClr val="lt1"/>
                </a:solidFill>
                <a:latin typeface="Twentieth Century"/>
                <a:ea typeface="Twentieth Century"/>
                <a:cs typeface="Twentieth Century"/>
                <a:sym typeface="Twentieth Century"/>
              </a:rPr>
              <a:t>Sentiment Analysis</a:t>
            </a:r>
            <a:endParaRPr>
              <a:solidFill>
                <a:schemeClr val="lt1"/>
              </a:solidFill>
              <a:latin typeface="Twentieth Century"/>
              <a:ea typeface="Twentieth Century"/>
              <a:cs typeface="Twentieth Century"/>
              <a:sym typeface="Twentieth Century"/>
            </a:endParaRPr>
          </a:p>
          <a:p>
            <a:pPr indent="457200" lvl="0" marL="457200" rtl="0" algn="l">
              <a:spcBef>
                <a:spcPts val="0"/>
              </a:spcBef>
              <a:spcAft>
                <a:spcPts val="0"/>
              </a:spcAft>
              <a:buNone/>
            </a:pPr>
            <a:r>
              <a:rPr lang="en">
                <a:solidFill>
                  <a:schemeClr val="lt1"/>
                </a:solidFill>
                <a:latin typeface="Twentieth Century"/>
                <a:ea typeface="Twentieth Century"/>
                <a:cs typeface="Twentieth Century"/>
                <a:sym typeface="Twentieth Century"/>
              </a:rPr>
              <a:t>Data Visualization</a:t>
            </a:r>
            <a:endParaRPr>
              <a:solidFill>
                <a:schemeClr val="lt1"/>
              </a:solidFill>
              <a:latin typeface="Twentieth Century"/>
              <a:ea typeface="Twentieth Century"/>
              <a:cs typeface="Twentieth Century"/>
              <a:sym typeface="Twentieth Century"/>
            </a:endParaRPr>
          </a:p>
          <a:p>
            <a:pPr indent="457200" lvl="0" marL="0" rtl="0" algn="l">
              <a:spcBef>
                <a:spcPts val="0"/>
              </a:spcBef>
              <a:spcAft>
                <a:spcPts val="0"/>
              </a:spcAft>
              <a:buNone/>
            </a:pPr>
            <a:r>
              <a:rPr lang="en">
                <a:solidFill>
                  <a:schemeClr val="lt1"/>
                </a:solidFill>
                <a:latin typeface="Twentieth Century"/>
                <a:ea typeface="Twentieth Century"/>
                <a:cs typeface="Twentieth Century"/>
                <a:sym typeface="Twentieth Century"/>
              </a:rPr>
              <a:t>Managing Python Projects with GitHub</a:t>
            </a:r>
            <a:endParaRPr>
              <a:solidFill>
                <a:schemeClr val="lt1"/>
              </a:solidFill>
              <a:latin typeface="Twentieth Century"/>
              <a:ea typeface="Twentieth Century"/>
              <a:cs typeface="Twentieth Century"/>
              <a:sym typeface="Twentieth Century"/>
            </a:endParaRPr>
          </a:p>
          <a:p>
            <a:pPr indent="457200" lvl="0" marL="0" rtl="0" algn="l">
              <a:spcBef>
                <a:spcPts val="0"/>
              </a:spcBef>
              <a:spcAft>
                <a:spcPts val="0"/>
              </a:spcAft>
              <a:buNone/>
            </a:pPr>
            <a:r>
              <a:rPr lang="en">
                <a:solidFill>
                  <a:schemeClr val="lt1"/>
                </a:solidFill>
                <a:latin typeface="Twentieth Century"/>
                <a:ea typeface="Twentieth Century"/>
                <a:cs typeface="Twentieth Century"/>
                <a:sym typeface="Twentieth Century"/>
              </a:rPr>
              <a:t>AI for Writing Python Code</a:t>
            </a:r>
            <a:endParaRPr>
              <a:solidFill>
                <a:schemeClr val="lt1"/>
              </a:solidFill>
              <a:latin typeface="Twentieth Century"/>
              <a:ea typeface="Twentieth Century"/>
              <a:cs typeface="Twentieth Century"/>
              <a:sym typeface="Twentieth Century"/>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9"/>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2500">
                <a:solidFill>
                  <a:schemeClr val="lt1"/>
                </a:solidFill>
                <a:latin typeface="Twentieth Century"/>
                <a:ea typeface="Twentieth Century"/>
                <a:cs typeface="Twentieth Century"/>
                <a:sym typeface="Twentieth Century"/>
              </a:rPr>
              <a:t>Day 2 Schedule</a:t>
            </a:r>
            <a:endParaRPr b="1" sz="2500">
              <a:solidFill>
                <a:schemeClr val="lt1"/>
              </a:solidFill>
              <a:latin typeface="Twentieth Century"/>
              <a:ea typeface="Twentieth Century"/>
              <a:cs typeface="Twentieth Century"/>
              <a:sym typeface="Twentieth Century"/>
            </a:endParaRPr>
          </a:p>
        </p:txBody>
      </p:sp>
      <p:pic>
        <p:nvPicPr>
          <p:cNvPr id="151" name="Google Shape;151;p29"/>
          <p:cNvPicPr preferRelativeResize="0"/>
          <p:nvPr/>
        </p:nvPicPr>
        <p:blipFill>
          <a:blip r:embed="rId3">
            <a:alphaModFix/>
          </a:blip>
          <a:stretch>
            <a:fillRect/>
          </a:stretch>
        </p:blipFill>
        <p:spPr>
          <a:xfrm>
            <a:off x="2022302" y="1150350"/>
            <a:ext cx="5090401" cy="368232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30"/>
          <p:cNvSpPr txBox="1"/>
          <p:nvPr>
            <p:ph type="title"/>
          </p:nvPr>
        </p:nvSpPr>
        <p:spPr>
          <a:xfrm>
            <a:off x="226400" y="77825"/>
            <a:ext cx="8765400" cy="577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4400"/>
              <a:buNone/>
            </a:pPr>
            <a:r>
              <a:rPr b="1" lang="en" sz="3200">
                <a:solidFill>
                  <a:schemeClr val="dk1"/>
                </a:solidFill>
                <a:latin typeface="Twentieth Century"/>
                <a:ea typeface="Twentieth Century"/>
                <a:cs typeface="Twentieth Century"/>
                <a:sym typeface="Twentieth Century"/>
              </a:rPr>
              <a:t>Logistics</a:t>
            </a:r>
            <a:endParaRPr b="1" sz="3200">
              <a:solidFill>
                <a:schemeClr val="dk1"/>
              </a:solidFill>
              <a:latin typeface="Twentieth Century"/>
              <a:ea typeface="Twentieth Century"/>
              <a:cs typeface="Twentieth Century"/>
              <a:sym typeface="Twentieth Century"/>
            </a:endParaRPr>
          </a:p>
        </p:txBody>
      </p:sp>
      <p:sp>
        <p:nvSpPr>
          <p:cNvPr id="157" name="Google Shape;157;p30"/>
          <p:cNvSpPr txBox="1"/>
          <p:nvPr>
            <p:ph idx="1" type="body"/>
          </p:nvPr>
        </p:nvSpPr>
        <p:spPr>
          <a:xfrm>
            <a:off x="398775" y="981800"/>
            <a:ext cx="5882400" cy="3673500"/>
          </a:xfrm>
          <a:prstGeom prst="rect">
            <a:avLst/>
          </a:prstGeom>
          <a:noFill/>
          <a:ln>
            <a:noFill/>
          </a:ln>
        </p:spPr>
        <p:txBody>
          <a:bodyPr anchorCtr="0" anchor="t" bIns="91425" lIns="91425" spcFirstLastPara="1" rIns="91425" wrap="square" tIns="91425">
            <a:noAutofit/>
          </a:bodyPr>
          <a:lstStyle/>
          <a:p>
            <a:pPr indent="-342900" lvl="0" marL="457200" rtl="0" algn="l">
              <a:lnSpc>
                <a:spcPct val="170000"/>
              </a:lnSpc>
              <a:spcBef>
                <a:spcPts val="0"/>
              </a:spcBef>
              <a:spcAft>
                <a:spcPts val="0"/>
              </a:spcAft>
              <a:buClr>
                <a:schemeClr val="dk1"/>
              </a:buClr>
              <a:buSzPts val="1800"/>
              <a:buFont typeface="Twentieth Century"/>
              <a:buChar char="➔"/>
            </a:pPr>
            <a:r>
              <a:rPr lang="en" sz="1900" u="sng">
                <a:solidFill>
                  <a:schemeClr val="accent5"/>
                </a:solidFill>
                <a:highlight>
                  <a:srgbClr val="FFFF00"/>
                </a:highlight>
                <a:latin typeface="Twentieth Century"/>
                <a:ea typeface="Twentieth Century"/>
                <a:cs typeface="Twentieth Century"/>
                <a:sym typeface="Twentieth Century"/>
                <a:hlinkClick r:id="rId3">
                  <a:extLst>
                    <a:ext uri="{A12FA001-AC4F-418D-AE19-62706E023703}">
                      <ahyp:hlinkClr val="tx"/>
                    </a:ext>
                  </a:extLst>
                </a:hlinkClick>
              </a:rPr>
              <a:t>Shared notes document</a:t>
            </a:r>
            <a:r>
              <a:rPr lang="en" sz="1900">
                <a:solidFill>
                  <a:schemeClr val="dk1"/>
                </a:solidFill>
                <a:latin typeface="Twentieth Century"/>
                <a:ea typeface="Twentieth Century"/>
                <a:cs typeface="Twentieth Century"/>
                <a:sym typeface="Twentieth Century"/>
              </a:rPr>
              <a:t> (</a:t>
            </a:r>
            <a:r>
              <a:rPr lang="en" sz="1900" u="sng">
                <a:solidFill>
                  <a:schemeClr val="accent5"/>
                </a:solidFill>
                <a:highlight>
                  <a:srgbClr val="FFFF00"/>
                </a:highlight>
                <a:latin typeface="Twentieth Century"/>
                <a:ea typeface="Twentieth Century"/>
                <a:cs typeface="Twentieth Century"/>
                <a:sym typeface="Twentieth Century"/>
                <a:hlinkClick r:id="rId4">
                  <a:extLst>
                    <a:ext uri="{A12FA001-AC4F-418D-AE19-62706E023703}">
                      <ahyp:hlinkClr val="tx"/>
                    </a:ext>
                  </a:extLst>
                </a:hlinkClick>
              </a:rPr>
              <a:t>https://bit.ly/ipw-aug2025</a:t>
            </a:r>
            <a:r>
              <a:rPr lang="en" sz="1900">
                <a:solidFill>
                  <a:schemeClr val="dk1"/>
                </a:solidFill>
                <a:latin typeface="Twentieth Century"/>
                <a:ea typeface="Twentieth Century"/>
                <a:cs typeface="Twentieth Century"/>
                <a:sym typeface="Twentieth Century"/>
              </a:rPr>
              <a:t>) </a:t>
            </a:r>
            <a:endParaRPr>
              <a:solidFill>
                <a:schemeClr val="dk1"/>
              </a:solidFill>
              <a:latin typeface="Twentieth Century"/>
              <a:ea typeface="Twentieth Century"/>
              <a:cs typeface="Twentieth Century"/>
              <a:sym typeface="Twentieth Century"/>
            </a:endParaRPr>
          </a:p>
          <a:p>
            <a:pPr indent="-330200" lvl="1" marL="914400" rtl="0" algn="l">
              <a:lnSpc>
                <a:spcPct val="170000"/>
              </a:lnSpc>
              <a:spcBef>
                <a:spcPts val="0"/>
              </a:spcBef>
              <a:spcAft>
                <a:spcPts val="0"/>
              </a:spcAft>
              <a:buClr>
                <a:schemeClr val="dk1"/>
              </a:buClr>
              <a:buSzPts val="1600"/>
              <a:buFont typeface="Twentieth Century"/>
              <a:buChar char="◆"/>
            </a:pPr>
            <a:r>
              <a:rPr lang="en" sz="1600">
                <a:solidFill>
                  <a:schemeClr val="dk1"/>
                </a:solidFill>
                <a:latin typeface="Twentieth Century"/>
                <a:ea typeface="Twentieth Century"/>
                <a:cs typeface="Twentieth Century"/>
                <a:sym typeface="Twentieth Century"/>
              </a:rPr>
              <a:t>New </a:t>
            </a:r>
            <a:r>
              <a:rPr lang="en" sz="1600">
                <a:solidFill>
                  <a:schemeClr val="dk1"/>
                </a:solidFill>
                <a:latin typeface="Twentieth Century"/>
                <a:ea typeface="Twentieth Century"/>
                <a:cs typeface="Twentieth Century"/>
                <a:sym typeface="Twentieth Century"/>
              </a:rPr>
              <a:t>URLs for materials are provided here</a:t>
            </a:r>
            <a:endParaRPr>
              <a:solidFill>
                <a:schemeClr val="dk1"/>
              </a:solidFill>
              <a:latin typeface="Twentieth Century"/>
              <a:ea typeface="Twentieth Century"/>
              <a:cs typeface="Twentieth Century"/>
              <a:sym typeface="Twentieth Century"/>
            </a:endParaRPr>
          </a:p>
          <a:p>
            <a:pPr indent="-342900" lvl="0" marL="457200" rtl="0" algn="l">
              <a:lnSpc>
                <a:spcPct val="170000"/>
              </a:lnSpc>
              <a:spcBef>
                <a:spcPts val="0"/>
              </a:spcBef>
              <a:spcAft>
                <a:spcPts val="0"/>
              </a:spcAft>
              <a:buClr>
                <a:schemeClr val="dk1"/>
              </a:buClr>
              <a:buSzPts val="1800"/>
              <a:buFont typeface="Twentieth Century"/>
              <a:buChar char="➔"/>
            </a:pPr>
            <a:r>
              <a:rPr lang="en">
                <a:solidFill>
                  <a:schemeClr val="dk1"/>
                </a:solidFill>
                <a:latin typeface="Twentieth Century"/>
                <a:ea typeface="Twentieth Century"/>
                <a:cs typeface="Twentieth Century"/>
                <a:sym typeface="Twentieth Century"/>
              </a:rPr>
              <a:t>Asking questions</a:t>
            </a:r>
            <a:endParaRPr>
              <a:solidFill>
                <a:schemeClr val="dk1"/>
              </a:solidFill>
              <a:latin typeface="Twentieth Century"/>
              <a:ea typeface="Twentieth Century"/>
              <a:cs typeface="Twentieth Century"/>
              <a:sym typeface="Twentieth Century"/>
            </a:endParaRPr>
          </a:p>
          <a:p>
            <a:pPr indent="-342900" lvl="0" marL="457200" rtl="0" algn="l">
              <a:lnSpc>
                <a:spcPct val="170000"/>
              </a:lnSpc>
              <a:spcBef>
                <a:spcPts val="0"/>
              </a:spcBef>
              <a:spcAft>
                <a:spcPts val="0"/>
              </a:spcAft>
              <a:buClr>
                <a:schemeClr val="dk1"/>
              </a:buClr>
              <a:buSzPts val="1800"/>
              <a:buFont typeface="Twentieth Century"/>
              <a:buChar char="➔"/>
            </a:pPr>
            <a:r>
              <a:rPr lang="en">
                <a:solidFill>
                  <a:schemeClr val="dk1"/>
                </a:solidFill>
                <a:latin typeface="Twentieth Century"/>
                <a:ea typeface="Twentieth Century"/>
                <a:cs typeface="Twentieth Century"/>
                <a:sym typeface="Twentieth Century"/>
              </a:rPr>
              <a:t>Food</a:t>
            </a:r>
            <a:endParaRPr>
              <a:solidFill>
                <a:schemeClr val="dk1"/>
              </a:solidFill>
              <a:latin typeface="Twentieth Century"/>
              <a:ea typeface="Twentieth Century"/>
              <a:cs typeface="Twentieth Century"/>
              <a:sym typeface="Twentieth Century"/>
            </a:endParaRPr>
          </a:p>
          <a:p>
            <a:pPr indent="-342900" lvl="0" marL="457200" rtl="0" algn="l">
              <a:lnSpc>
                <a:spcPct val="170000"/>
              </a:lnSpc>
              <a:spcBef>
                <a:spcPts val="0"/>
              </a:spcBef>
              <a:spcAft>
                <a:spcPts val="0"/>
              </a:spcAft>
              <a:buClr>
                <a:schemeClr val="dk1"/>
              </a:buClr>
              <a:buSzPts val="1800"/>
              <a:buFont typeface="Twentieth Century"/>
              <a:buChar char="➔"/>
            </a:pPr>
            <a:r>
              <a:rPr lang="en">
                <a:solidFill>
                  <a:schemeClr val="dk1"/>
                </a:solidFill>
                <a:latin typeface="Twentieth Century"/>
                <a:ea typeface="Twentieth Century"/>
                <a:cs typeface="Twentieth Century"/>
                <a:sym typeface="Twentieth Century"/>
              </a:rPr>
              <a:t>Timing of breaks</a:t>
            </a:r>
            <a:endParaRPr>
              <a:solidFill>
                <a:schemeClr val="dk1"/>
              </a:solidFill>
              <a:latin typeface="Twentieth Century"/>
              <a:ea typeface="Twentieth Century"/>
              <a:cs typeface="Twentieth Century"/>
              <a:sym typeface="Twentieth Century"/>
            </a:endParaRPr>
          </a:p>
          <a:p>
            <a:pPr indent="-342900" lvl="0" marL="457200" rtl="0" algn="l">
              <a:lnSpc>
                <a:spcPct val="170000"/>
              </a:lnSpc>
              <a:spcBef>
                <a:spcPts val="0"/>
              </a:spcBef>
              <a:spcAft>
                <a:spcPts val="0"/>
              </a:spcAft>
              <a:buClr>
                <a:schemeClr val="dk1"/>
              </a:buClr>
              <a:buSzPts val="1800"/>
              <a:buFont typeface="Twentieth Century"/>
              <a:buChar char="➔"/>
            </a:pPr>
            <a:r>
              <a:rPr lang="en">
                <a:solidFill>
                  <a:schemeClr val="dk1"/>
                </a:solidFill>
                <a:latin typeface="Twentieth Century"/>
                <a:ea typeface="Twentieth Century"/>
                <a:cs typeface="Twentieth Century"/>
                <a:sym typeface="Twentieth Century"/>
              </a:rPr>
              <a:t>Bathroom locations</a:t>
            </a:r>
            <a:endParaRPr>
              <a:solidFill>
                <a:schemeClr val="dk1"/>
              </a:solidFill>
              <a:latin typeface="Twentieth Century"/>
              <a:ea typeface="Twentieth Century"/>
              <a:cs typeface="Twentieth Century"/>
              <a:sym typeface="Twentieth Century"/>
            </a:endParaRPr>
          </a:p>
          <a:p>
            <a:pPr indent="-342900" lvl="0" marL="457200" rtl="0" algn="l">
              <a:lnSpc>
                <a:spcPct val="170000"/>
              </a:lnSpc>
              <a:spcBef>
                <a:spcPts val="0"/>
              </a:spcBef>
              <a:spcAft>
                <a:spcPts val="0"/>
              </a:spcAft>
              <a:buClr>
                <a:schemeClr val="dk1"/>
              </a:buClr>
              <a:buSzPts val="1800"/>
              <a:buFont typeface="Twentieth Century"/>
              <a:buChar char="➔"/>
            </a:pPr>
            <a:r>
              <a:rPr lang="en">
                <a:solidFill>
                  <a:schemeClr val="dk1"/>
                </a:solidFill>
                <a:latin typeface="Twentieth Century"/>
                <a:ea typeface="Twentieth Century"/>
                <a:cs typeface="Twentieth Century"/>
                <a:sym typeface="Twentieth Century"/>
              </a:rPr>
              <a:t>Logging in to the computers</a:t>
            </a:r>
            <a:endParaRPr>
              <a:solidFill>
                <a:schemeClr val="dk1"/>
              </a:solidFill>
              <a:latin typeface="Twentieth Century"/>
              <a:ea typeface="Twentieth Century"/>
              <a:cs typeface="Twentieth Century"/>
              <a:sym typeface="Twentieth Century"/>
            </a:endParaRPr>
          </a:p>
          <a:p>
            <a:pPr indent="-342900" lvl="0" marL="457200" rtl="0" algn="l">
              <a:lnSpc>
                <a:spcPct val="170000"/>
              </a:lnSpc>
              <a:spcBef>
                <a:spcPts val="0"/>
              </a:spcBef>
              <a:spcAft>
                <a:spcPts val="0"/>
              </a:spcAft>
              <a:buClr>
                <a:schemeClr val="dk1"/>
              </a:buClr>
              <a:buSzPts val="1800"/>
              <a:buFont typeface="Twentieth Century"/>
              <a:buChar char="➔"/>
            </a:pPr>
            <a:r>
              <a:rPr lang="en">
                <a:solidFill>
                  <a:schemeClr val="dk1"/>
                </a:solidFill>
                <a:latin typeface="Twentieth Century"/>
                <a:ea typeface="Twentieth Century"/>
                <a:cs typeface="Twentieth Century"/>
                <a:sym typeface="Twentieth Century"/>
              </a:rPr>
              <a:t>Workshop materials and slides will be posted on GitHub</a:t>
            </a:r>
            <a:endParaRPr>
              <a:solidFill>
                <a:schemeClr val="dk1"/>
              </a:solidFill>
              <a:latin typeface="Twentieth Century"/>
              <a:ea typeface="Twentieth Century"/>
              <a:cs typeface="Twentieth Century"/>
              <a:sym typeface="Twentieth Century"/>
            </a:endParaRPr>
          </a:p>
          <a:p>
            <a:pPr indent="0" lvl="0" marL="0" rtl="0" algn="l">
              <a:lnSpc>
                <a:spcPct val="170000"/>
              </a:lnSpc>
              <a:spcBef>
                <a:spcPts val="0"/>
              </a:spcBef>
              <a:spcAft>
                <a:spcPts val="0"/>
              </a:spcAft>
              <a:buNone/>
            </a:pPr>
            <a:r>
              <a:t/>
            </a:r>
            <a:endParaRPr>
              <a:solidFill>
                <a:schemeClr val="dk1"/>
              </a:solidFill>
              <a:latin typeface="Twentieth Century"/>
              <a:ea typeface="Twentieth Century"/>
              <a:cs typeface="Twentieth Century"/>
              <a:sym typeface="Twentieth Century"/>
            </a:endParaRPr>
          </a:p>
          <a:p>
            <a:pPr indent="0" lvl="0" marL="0" rtl="0" algn="l">
              <a:lnSpc>
                <a:spcPct val="150000"/>
              </a:lnSpc>
              <a:spcBef>
                <a:spcPts val="0"/>
              </a:spcBef>
              <a:spcAft>
                <a:spcPts val="0"/>
              </a:spcAft>
              <a:buNone/>
            </a:pPr>
            <a:r>
              <a:t/>
            </a:r>
            <a:endParaRPr>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31"/>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2500">
                <a:solidFill>
                  <a:schemeClr val="lt1"/>
                </a:solidFill>
                <a:latin typeface="Twentieth Century"/>
                <a:ea typeface="Twentieth Century"/>
                <a:cs typeface="Twentieth Century"/>
                <a:sym typeface="Twentieth Century"/>
              </a:rPr>
              <a:t>Software Installation Support</a:t>
            </a:r>
            <a:endParaRPr b="1" sz="2500">
              <a:solidFill>
                <a:schemeClr val="lt1"/>
              </a:solidFill>
              <a:latin typeface="Twentieth Century"/>
              <a:ea typeface="Twentieth Century"/>
              <a:cs typeface="Twentieth Century"/>
              <a:sym typeface="Twentieth Century"/>
            </a:endParaRPr>
          </a:p>
        </p:txBody>
      </p:sp>
      <p:sp>
        <p:nvSpPr>
          <p:cNvPr id="164" name="Google Shape;164;p31"/>
          <p:cNvSpPr txBox="1"/>
          <p:nvPr>
            <p:ph idx="1" type="body"/>
          </p:nvPr>
        </p:nvSpPr>
        <p:spPr>
          <a:xfrm>
            <a:off x="134400" y="967248"/>
            <a:ext cx="8866200" cy="40116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t" bIns="137150" lIns="137150" spcFirstLastPara="1" rIns="137150" wrap="square" tIns="228600">
            <a:noAutofit/>
          </a:bodyPr>
          <a:lstStyle/>
          <a:p>
            <a:pPr indent="-317500" lvl="0" marL="457200" rtl="0" algn="l">
              <a:lnSpc>
                <a:spcPct val="200000"/>
              </a:lnSpc>
              <a:spcBef>
                <a:spcPts val="0"/>
              </a:spcBef>
              <a:spcAft>
                <a:spcPts val="0"/>
              </a:spcAft>
              <a:buSzPts val="1400"/>
              <a:buFont typeface="Twentieth Century"/>
              <a:buChar char="★"/>
            </a:pPr>
            <a:r>
              <a:rPr b="1" lang="en" sz="1400">
                <a:latin typeface="Twentieth Century"/>
                <a:ea typeface="Twentieth Century"/>
                <a:cs typeface="Twentieth Century"/>
                <a:sym typeface="Twentieth Century"/>
              </a:rPr>
              <a:t>Python (</a:t>
            </a:r>
            <a:r>
              <a:rPr b="1" lang="en" sz="1400" u="sng">
                <a:solidFill>
                  <a:srgbClr val="1155CC"/>
                </a:solidFill>
                <a:latin typeface="Twentieth Century"/>
                <a:ea typeface="Twentieth Century"/>
                <a:cs typeface="Twentieth Century"/>
                <a:sym typeface="Twentieth Century"/>
                <a:hlinkClick r:id="rId3">
                  <a:extLst>
                    <a:ext uri="{A12FA001-AC4F-418D-AE19-62706E023703}">
                      <ahyp:hlinkClr val="tx"/>
                    </a:ext>
                  </a:extLst>
                </a:hlinkClick>
              </a:rPr>
              <a:t>https://www.python.org/downloads/</a:t>
            </a:r>
            <a:r>
              <a:rPr b="1" lang="en" sz="1400">
                <a:latin typeface="Twentieth Century"/>
                <a:ea typeface="Twentieth Century"/>
                <a:cs typeface="Twentieth Century"/>
                <a:sym typeface="Twentieth Century"/>
              </a:rPr>
              <a:t>) </a:t>
            </a:r>
            <a:endParaRPr b="1" sz="1400">
              <a:latin typeface="Twentieth Century"/>
              <a:ea typeface="Twentieth Century"/>
              <a:cs typeface="Twentieth Century"/>
              <a:sym typeface="Twentieth Century"/>
            </a:endParaRPr>
          </a:p>
          <a:p>
            <a:pPr indent="-317500" lvl="1" marL="914400" rtl="0" algn="l">
              <a:lnSpc>
                <a:spcPct val="200000"/>
              </a:lnSpc>
              <a:spcBef>
                <a:spcPts val="0"/>
              </a:spcBef>
              <a:spcAft>
                <a:spcPts val="0"/>
              </a:spcAft>
              <a:buSzPts val="1400"/>
              <a:buFont typeface="Twentieth Century"/>
              <a:buChar char="○"/>
            </a:pPr>
            <a:r>
              <a:rPr lang="en" sz="1400">
                <a:latin typeface="Twentieth Century"/>
                <a:ea typeface="Twentieth Century"/>
                <a:cs typeface="Twentieth Century"/>
                <a:sym typeface="Twentieth Century"/>
              </a:rPr>
              <a:t>Make sure you can install new Python packages using the Terminal (MacOS) or Command Prompt (Windows)</a:t>
            </a:r>
            <a:endParaRPr sz="1400">
              <a:latin typeface="Twentieth Century"/>
              <a:ea typeface="Twentieth Century"/>
              <a:cs typeface="Twentieth Century"/>
              <a:sym typeface="Twentieth Century"/>
            </a:endParaRPr>
          </a:p>
          <a:p>
            <a:pPr indent="-317500" lvl="1" marL="914400" rtl="0" algn="l">
              <a:lnSpc>
                <a:spcPct val="200000"/>
              </a:lnSpc>
              <a:spcBef>
                <a:spcPts val="0"/>
              </a:spcBef>
              <a:spcAft>
                <a:spcPts val="0"/>
              </a:spcAft>
              <a:buSzPts val="1400"/>
              <a:buFont typeface="Twentieth Century"/>
              <a:buChar char="○"/>
            </a:pPr>
            <a:r>
              <a:rPr lang="en" sz="1400">
                <a:latin typeface="Twentieth Century"/>
                <a:ea typeface="Twentieth Century"/>
                <a:cs typeface="Twentieth Century"/>
                <a:sym typeface="Twentieth Century"/>
              </a:rPr>
              <a:t>Try the following command on your PC:     </a:t>
            </a:r>
            <a:r>
              <a:rPr b="1" lang="en" sz="1400">
                <a:latin typeface="Twentieth Century"/>
                <a:ea typeface="Twentieth Century"/>
                <a:cs typeface="Twentieth Century"/>
                <a:sym typeface="Twentieth Century"/>
              </a:rPr>
              <a:t>python -m pip install rasterio</a:t>
            </a:r>
            <a:endParaRPr b="1" sz="1400">
              <a:latin typeface="Twentieth Century"/>
              <a:ea typeface="Twentieth Century"/>
              <a:cs typeface="Twentieth Century"/>
              <a:sym typeface="Twentieth Century"/>
            </a:endParaRPr>
          </a:p>
          <a:p>
            <a:pPr indent="-317500" lvl="1" marL="914400" rtl="0" algn="l">
              <a:lnSpc>
                <a:spcPct val="200000"/>
              </a:lnSpc>
              <a:spcBef>
                <a:spcPts val="0"/>
              </a:spcBef>
              <a:spcAft>
                <a:spcPts val="0"/>
              </a:spcAft>
              <a:buSzPts val="1400"/>
              <a:buFont typeface="Twentieth Century"/>
              <a:buChar char="○"/>
            </a:pPr>
            <a:r>
              <a:rPr lang="en" sz="1400">
                <a:latin typeface="Twentieth Century"/>
                <a:ea typeface="Twentieth Century"/>
                <a:cs typeface="Twentieth Century"/>
                <a:sym typeface="Twentieth Century"/>
              </a:rPr>
              <a:t>Try the following command on your Mac:     </a:t>
            </a:r>
            <a:r>
              <a:rPr b="1" lang="en" sz="1400">
                <a:latin typeface="Twentieth Century"/>
                <a:ea typeface="Twentieth Century"/>
                <a:cs typeface="Twentieth Century"/>
                <a:sym typeface="Twentieth Century"/>
              </a:rPr>
              <a:t>python3 -m pip install rasterio</a:t>
            </a:r>
            <a:endParaRPr b="1" sz="1400">
              <a:latin typeface="Twentieth Century"/>
              <a:ea typeface="Twentieth Century"/>
              <a:cs typeface="Twentieth Century"/>
              <a:sym typeface="Twentieth Century"/>
            </a:endParaRPr>
          </a:p>
          <a:p>
            <a:pPr indent="-317500" lvl="0" marL="457200" rtl="0" algn="l">
              <a:lnSpc>
                <a:spcPct val="200000"/>
              </a:lnSpc>
              <a:spcBef>
                <a:spcPts val="0"/>
              </a:spcBef>
              <a:spcAft>
                <a:spcPts val="0"/>
              </a:spcAft>
              <a:buSzPts val="1400"/>
              <a:buFont typeface="Twentieth Century"/>
              <a:buChar char="★"/>
            </a:pPr>
            <a:r>
              <a:rPr b="1" lang="en" sz="1400">
                <a:latin typeface="Twentieth Century"/>
                <a:ea typeface="Twentieth Century"/>
                <a:cs typeface="Twentieth Century"/>
                <a:sym typeface="Twentieth Century"/>
              </a:rPr>
              <a:t>VSCode (</a:t>
            </a:r>
            <a:r>
              <a:rPr b="1" lang="en" sz="1400" u="sng">
                <a:solidFill>
                  <a:srgbClr val="1155CC"/>
                </a:solidFill>
                <a:latin typeface="Twentieth Century"/>
                <a:ea typeface="Twentieth Century"/>
                <a:cs typeface="Twentieth Century"/>
                <a:sym typeface="Twentieth Century"/>
                <a:hlinkClick r:id="rId4">
                  <a:extLst>
                    <a:ext uri="{A12FA001-AC4F-418D-AE19-62706E023703}">
                      <ahyp:hlinkClr val="tx"/>
                    </a:ext>
                  </a:extLst>
                </a:hlinkClick>
              </a:rPr>
              <a:t>https://code.visualstudio.com/download</a:t>
            </a:r>
            <a:r>
              <a:rPr b="1" lang="en" sz="1400">
                <a:latin typeface="Twentieth Century"/>
                <a:ea typeface="Twentieth Century"/>
                <a:cs typeface="Twentieth Century"/>
                <a:sym typeface="Twentieth Century"/>
              </a:rPr>
              <a:t>) </a:t>
            </a:r>
            <a:endParaRPr b="1" sz="1400">
              <a:latin typeface="Twentieth Century"/>
              <a:ea typeface="Twentieth Century"/>
              <a:cs typeface="Twentieth Century"/>
              <a:sym typeface="Twentieth Century"/>
            </a:endParaRPr>
          </a:p>
          <a:p>
            <a:pPr indent="-317500" lvl="1" marL="914400" rtl="0" algn="l">
              <a:lnSpc>
                <a:spcPct val="200000"/>
              </a:lnSpc>
              <a:spcBef>
                <a:spcPts val="0"/>
              </a:spcBef>
              <a:spcAft>
                <a:spcPts val="0"/>
              </a:spcAft>
              <a:buSzPts val="1400"/>
              <a:buFont typeface="Twentieth Century"/>
              <a:buChar char="○"/>
            </a:pPr>
            <a:r>
              <a:rPr lang="en" sz="1400">
                <a:latin typeface="Twentieth Century"/>
                <a:ea typeface="Twentieth Century"/>
                <a:cs typeface="Twentieth Century"/>
                <a:sym typeface="Twentieth Century"/>
              </a:rPr>
              <a:t>Create a new file with the extension .py (to designate the file as a Python script)</a:t>
            </a:r>
            <a:endParaRPr sz="1400">
              <a:latin typeface="Twentieth Century"/>
              <a:ea typeface="Twentieth Century"/>
              <a:cs typeface="Twentieth Century"/>
              <a:sym typeface="Twentieth Century"/>
            </a:endParaRPr>
          </a:p>
          <a:p>
            <a:pPr indent="-317500" lvl="1" marL="914400" rtl="0" algn="l">
              <a:lnSpc>
                <a:spcPct val="200000"/>
              </a:lnSpc>
              <a:spcBef>
                <a:spcPts val="0"/>
              </a:spcBef>
              <a:spcAft>
                <a:spcPts val="0"/>
              </a:spcAft>
              <a:buSzPts val="1400"/>
              <a:buFont typeface="Twentieth Century"/>
              <a:buChar char="○"/>
            </a:pPr>
            <a:r>
              <a:rPr lang="en" sz="1400">
                <a:latin typeface="Twentieth Century"/>
                <a:ea typeface="Twentieth Century"/>
                <a:cs typeface="Twentieth Century"/>
                <a:sym typeface="Twentieth Century"/>
              </a:rPr>
              <a:t>Try clicking the play/run button in the upper right corner of VSCode to run the script</a:t>
            </a:r>
            <a:endParaRPr b="1" sz="1400">
              <a:latin typeface="Twentieth Century"/>
              <a:ea typeface="Twentieth Century"/>
              <a:cs typeface="Twentieth Century"/>
              <a:sym typeface="Twentieth Century"/>
            </a:endParaRPr>
          </a:p>
          <a:p>
            <a:pPr indent="-317500" lvl="0" marL="457200" rtl="0" algn="l">
              <a:lnSpc>
                <a:spcPct val="200000"/>
              </a:lnSpc>
              <a:spcBef>
                <a:spcPts val="0"/>
              </a:spcBef>
              <a:spcAft>
                <a:spcPts val="0"/>
              </a:spcAft>
              <a:buSzPts val="1400"/>
              <a:buFont typeface="Twentieth Century"/>
              <a:buChar char="★"/>
            </a:pPr>
            <a:r>
              <a:rPr b="1" lang="en" sz="1400">
                <a:latin typeface="Twentieth Century"/>
                <a:ea typeface="Twentieth Century"/>
                <a:cs typeface="Twentieth Century"/>
                <a:sym typeface="Twentieth Century"/>
              </a:rPr>
              <a:t>Github Desktop (</a:t>
            </a:r>
            <a:r>
              <a:rPr b="1" lang="en" sz="1400" u="sng">
                <a:solidFill>
                  <a:srgbClr val="1155CC"/>
                </a:solidFill>
                <a:latin typeface="Twentieth Century"/>
                <a:ea typeface="Twentieth Century"/>
                <a:cs typeface="Twentieth Century"/>
                <a:sym typeface="Twentieth Century"/>
                <a:hlinkClick r:id="rId5">
                  <a:extLst>
                    <a:ext uri="{A12FA001-AC4F-418D-AE19-62706E023703}">
                      <ahyp:hlinkClr val="tx"/>
                    </a:ext>
                  </a:extLst>
                </a:hlinkClick>
              </a:rPr>
              <a:t>https://desktop.github.com/download/</a:t>
            </a:r>
            <a:r>
              <a:rPr b="1" lang="en" sz="1400">
                <a:latin typeface="Twentieth Century"/>
                <a:ea typeface="Twentieth Century"/>
                <a:cs typeface="Twentieth Century"/>
                <a:sym typeface="Twentieth Century"/>
              </a:rPr>
              <a:t>) </a:t>
            </a:r>
            <a:endParaRPr sz="1400">
              <a:latin typeface="Twentieth Century"/>
              <a:ea typeface="Twentieth Century"/>
              <a:cs typeface="Twentieth Century"/>
              <a:sym typeface="Twentieth Century"/>
            </a:endParaRPr>
          </a:p>
        </p:txBody>
      </p:sp>
      <p:sp>
        <p:nvSpPr>
          <p:cNvPr id="165" name="Google Shape;165;p31"/>
          <p:cNvSpPr txBox="1"/>
          <p:nvPr/>
        </p:nvSpPr>
        <p:spPr>
          <a:xfrm>
            <a:off x="6323675" y="4383200"/>
            <a:ext cx="2625000" cy="547500"/>
          </a:xfrm>
          <a:prstGeom prst="rect">
            <a:avLst/>
          </a:prstGeom>
          <a:solidFill>
            <a:srgbClr val="CC0000"/>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Calibri"/>
                <a:ea typeface="Calibri"/>
                <a:cs typeface="Calibri"/>
                <a:sym typeface="Calibri"/>
              </a:rPr>
              <a:t>See next slide for troubleshooting common issues</a:t>
            </a:r>
            <a:endParaRPr b="1">
              <a:solidFill>
                <a:schemeClr val="lt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2"/>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2500">
                <a:solidFill>
                  <a:schemeClr val="lt1"/>
                </a:solidFill>
                <a:latin typeface="Twentieth Century"/>
                <a:ea typeface="Twentieth Century"/>
                <a:cs typeface="Twentieth Century"/>
                <a:sym typeface="Twentieth Century"/>
              </a:rPr>
              <a:t>Software Installation Common Issues</a:t>
            </a:r>
            <a:endParaRPr b="1" sz="2500">
              <a:solidFill>
                <a:schemeClr val="lt1"/>
              </a:solidFill>
              <a:latin typeface="Twentieth Century"/>
              <a:ea typeface="Twentieth Century"/>
              <a:cs typeface="Twentieth Century"/>
              <a:sym typeface="Twentieth Century"/>
            </a:endParaRPr>
          </a:p>
        </p:txBody>
      </p:sp>
      <p:sp>
        <p:nvSpPr>
          <p:cNvPr id="171" name="Google Shape;171;p32"/>
          <p:cNvSpPr txBox="1"/>
          <p:nvPr>
            <p:ph idx="1" type="body"/>
          </p:nvPr>
        </p:nvSpPr>
        <p:spPr>
          <a:xfrm>
            <a:off x="134400" y="948725"/>
            <a:ext cx="8866200" cy="36072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t" bIns="137150" lIns="137150" spcFirstLastPara="1" rIns="137150" wrap="square" tIns="228600">
            <a:noAutofit/>
          </a:bodyPr>
          <a:lstStyle/>
          <a:p>
            <a:pPr indent="-330200" lvl="0" marL="457200" rtl="0" algn="l">
              <a:lnSpc>
                <a:spcPct val="115000"/>
              </a:lnSpc>
              <a:spcBef>
                <a:spcPts val="0"/>
              </a:spcBef>
              <a:spcAft>
                <a:spcPts val="0"/>
              </a:spcAft>
              <a:buSzPts val="1600"/>
              <a:buFont typeface="Twentieth Century"/>
              <a:buChar char="★"/>
            </a:pPr>
            <a:r>
              <a:rPr b="1" lang="en" sz="1600">
                <a:latin typeface="Twentieth Century"/>
                <a:ea typeface="Twentieth Century"/>
                <a:cs typeface="Twentieth Century"/>
                <a:sym typeface="Twentieth Century"/>
              </a:rPr>
              <a:t>Mac</a:t>
            </a:r>
            <a:endParaRPr b="1" sz="1600">
              <a:latin typeface="Twentieth Century"/>
              <a:ea typeface="Twentieth Century"/>
              <a:cs typeface="Twentieth Century"/>
              <a:sym typeface="Twentieth Century"/>
            </a:endParaRPr>
          </a:p>
          <a:p>
            <a:pPr indent="-298450" lvl="1" marL="571500" rtl="0" algn="l">
              <a:lnSpc>
                <a:spcPct val="150000"/>
              </a:lnSpc>
              <a:spcBef>
                <a:spcPts val="0"/>
              </a:spcBef>
              <a:spcAft>
                <a:spcPts val="0"/>
              </a:spcAft>
              <a:buSzPts val="1100"/>
              <a:buFont typeface="Twentieth Century"/>
              <a:buChar char="○"/>
            </a:pPr>
            <a:r>
              <a:rPr b="1" lang="en" sz="1100">
                <a:latin typeface="Twentieth Century"/>
                <a:ea typeface="Twentieth Century"/>
                <a:cs typeface="Twentieth Century"/>
                <a:sym typeface="Twentieth Century"/>
              </a:rPr>
              <a:t>ISSUE</a:t>
            </a:r>
            <a:r>
              <a:rPr lang="en" sz="1100">
                <a:latin typeface="Twentieth Century"/>
                <a:ea typeface="Twentieth Century"/>
                <a:cs typeface="Twentieth Century"/>
                <a:sym typeface="Twentieth Century"/>
              </a:rPr>
              <a:t>: you cannot run a Python script in VS Code</a:t>
            </a:r>
            <a:endParaRPr sz="1100">
              <a:latin typeface="Twentieth Century"/>
              <a:ea typeface="Twentieth Century"/>
              <a:cs typeface="Twentieth Century"/>
              <a:sym typeface="Twentieth Century"/>
            </a:endParaRPr>
          </a:p>
          <a:p>
            <a:pPr indent="-298450" lvl="1" marL="571500" rtl="0" algn="l">
              <a:lnSpc>
                <a:spcPct val="150000"/>
              </a:lnSpc>
              <a:spcBef>
                <a:spcPts val="0"/>
              </a:spcBef>
              <a:spcAft>
                <a:spcPts val="0"/>
              </a:spcAft>
              <a:buSzPts val="1100"/>
              <a:buFont typeface="Twentieth Century"/>
              <a:buChar char="○"/>
            </a:pPr>
            <a:r>
              <a:rPr b="1" lang="en" sz="1100">
                <a:latin typeface="Twentieth Century"/>
                <a:ea typeface="Twentieth Century"/>
                <a:cs typeface="Twentieth Century"/>
                <a:sym typeface="Twentieth Century"/>
              </a:rPr>
              <a:t>CAUSE</a:t>
            </a:r>
            <a:r>
              <a:rPr lang="en" sz="1100">
                <a:latin typeface="Twentieth Century"/>
                <a:ea typeface="Twentieth Century"/>
                <a:cs typeface="Twentieth Century"/>
                <a:sym typeface="Twentieth Century"/>
              </a:rPr>
              <a:t>: the </a:t>
            </a:r>
            <a:r>
              <a:rPr i="1" lang="en" sz="1100">
                <a:latin typeface="Twentieth Century"/>
                <a:ea typeface="Twentieth Century"/>
                <a:cs typeface="Twentieth Century"/>
                <a:sym typeface="Twentieth Century"/>
              </a:rPr>
              <a:t>Python default interpreter path </a:t>
            </a:r>
            <a:r>
              <a:rPr lang="en" sz="1100">
                <a:latin typeface="Twentieth Century"/>
                <a:ea typeface="Twentieth Century"/>
                <a:cs typeface="Twentieth Century"/>
                <a:sym typeface="Twentieth Century"/>
              </a:rPr>
              <a:t>is not set correctly</a:t>
            </a:r>
            <a:endParaRPr sz="1100">
              <a:latin typeface="Twentieth Century"/>
              <a:ea typeface="Twentieth Century"/>
              <a:cs typeface="Twentieth Century"/>
              <a:sym typeface="Twentieth Century"/>
            </a:endParaRPr>
          </a:p>
          <a:p>
            <a:pPr indent="-298450" lvl="1" marL="571500" rtl="0" algn="l">
              <a:lnSpc>
                <a:spcPct val="150000"/>
              </a:lnSpc>
              <a:spcBef>
                <a:spcPts val="0"/>
              </a:spcBef>
              <a:spcAft>
                <a:spcPts val="0"/>
              </a:spcAft>
              <a:buSzPts val="1100"/>
              <a:buFont typeface="Twentieth Century"/>
              <a:buChar char="○"/>
            </a:pPr>
            <a:r>
              <a:rPr b="1" lang="en" sz="1100">
                <a:latin typeface="Twentieth Century"/>
                <a:ea typeface="Twentieth Century"/>
                <a:cs typeface="Twentieth Century"/>
                <a:sym typeface="Twentieth Century"/>
              </a:rPr>
              <a:t>SOLUTION</a:t>
            </a:r>
            <a:r>
              <a:rPr lang="en" sz="1100">
                <a:latin typeface="Twentieth Century"/>
                <a:ea typeface="Twentieth Century"/>
                <a:cs typeface="Twentieth Century"/>
                <a:sym typeface="Twentieth Century"/>
              </a:rPr>
              <a:t>: In VSCode go to </a:t>
            </a:r>
            <a:r>
              <a:rPr i="1" lang="en" sz="1100">
                <a:latin typeface="Twentieth Century"/>
                <a:ea typeface="Twentieth Century"/>
                <a:cs typeface="Twentieth Century"/>
                <a:sym typeface="Twentieth Century"/>
              </a:rPr>
              <a:t>File &gt; Preferences &gt; Settings and search for the Python default interpreter path </a:t>
            </a:r>
            <a:r>
              <a:rPr lang="en" sz="1100">
                <a:latin typeface="Twentieth Century"/>
                <a:ea typeface="Twentieth Century"/>
                <a:cs typeface="Twentieth Century"/>
                <a:sym typeface="Twentieth Century"/>
              </a:rPr>
              <a:t>setting - when you find it, update the the value to the correct Python interpreter path. If you don’t know the path to the interpreter, open your Terminal, type python3, import sys, and the run sys.executable</a:t>
            </a:r>
            <a:endParaRPr sz="1100">
              <a:latin typeface="Twentieth Century"/>
              <a:ea typeface="Twentieth Century"/>
              <a:cs typeface="Twentieth Century"/>
              <a:sym typeface="Twentieth Century"/>
            </a:endParaRPr>
          </a:p>
          <a:p>
            <a:pPr indent="0" lvl="0" marL="914400" rtl="0" algn="l">
              <a:lnSpc>
                <a:spcPct val="150000"/>
              </a:lnSpc>
              <a:spcBef>
                <a:spcPts val="0"/>
              </a:spcBef>
              <a:spcAft>
                <a:spcPts val="0"/>
              </a:spcAft>
              <a:buNone/>
            </a:pPr>
            <a:r>
              <a:t/>
            </a:r>
            <a:endParaRPr sz="100">
              <a:latin typeface="Twentieth Century"/>
              <a:ea typeface="Twentieth Century"/>
              <a:cs typeface="Twentieth Century"/>
              <a:sym typeface="Twentieth Century"/>
            </a:endParaRPr>
          </a:p>
          <a:p>
            <a:pPr indent="-330200" lvl="0" marL="457200" rtl="0" algn="l">
              <a:lnSpc>
                <a:spcPct val="150000"/>
              </a:lnSpc>
              <a:spcBef>
                <a:spcPts val="0"/>
              </a:spcBef>
              <a:spcAft>
                <a:spcPts val="0"/>
              </a:spcAft>
              <a:buSzPts val="1600"/>
              <a:buFont typeface="Twentieth Century"/>
              <a:buChar char="★"/>
            </a:pPr>
            <a:r>
              <a:rPr b="1" lang="en" sz="1600">
                <a:latin typeface="Twentieth Century"/>
                <a:ea typeface="Twentieth Century"/>
                <a:cs typeface="Twentieth Century"/>
                <a:sym typeface="Twentieth Century"/>
              </a:rPr>
              <a:t>PC</a:t>
            </a:r>
            <a:endParaRPr b="1" sz="1600">
              <a:latin typeface="Twentieth Century"/>
              <a:ea typeface="Twentieth Century"/>
              <a:cs typeface="Twentieth Century"/>
              <a:sym typeface="Twentieth Century"/>
            </a:endParaRPr>
          </a:p>
          <a:p>
            <a:pPr indent="-298450" lvl="1" marL="457200" rtl="0" algn="l">
              <a:lnSpc>
                <a:spcPct val="150000"/>
              </a:lnSpc>
              <a:spcBef>
                <a:spcPts val="0"/>
              </a:spcBef>
              <a:spcAft>
                <a:spcPts val="0"/>
              </a:spcAft>
              <a:buSzPts val="1100"/>
              <a:buFont typeface="Twentieth Century"/>
              <a:buChar char="○"/>
            </a:pPr>
            <a:r>
              <a:rPr b="1" lang="en" sz="1100">
                <a:latin typeface="Twentieth Century"/>
                <a:ea typeface="Twentieth Century"/>
                <a:cs typeface="Twentieth Century"/>
                <a:sym typeface="Twentieth Century"/>
              </a:rPr>
              <a:t>ISSUE: </a:t>
            </a:r>
            <a:r>
              <a:rPr lang="en" sz="1100">
                <a:latin typeface="Twentieth Century"/>
                <a:ea typeface="Twentieth Century"/>
                <a:cs typeface="Twentieth Century"/>
                <a:sym typeface="Twentieth Century"/>
              </a:rPr>
              <a:t>trying to </a:t>
            </a:r>
            <a:r>
              <a:rPr i="1" lang="en" sz="1100">
                <a:latin typeface="Twentieth Century"/>
                <a:ea typeface="Twentieth Century"/>
                <a:cs typeface="Twentieth Century"/>
                <a:sym typeface="Twentieth Century"/>
              </a:rPr>
              <a:t>run python </a:t>
            </a:r>
            <a:r>
              <a:rPr lang="en" sz="1100">
                <a:latin typeface="Twentieth Century"/>
                <a:ea typeface="Twentieth Century"/>
                <a:cs typeface="Twentieth Century"/>
                <a:sym typeface="Twentieth Century"/>
              </a:rPr>
              <a:t>in the command prompt opens the Windows Store</a:t>
            </a:r>
            <a:endParaRPr sz="1100">
              <a:latin typeface="Twentieth Century"/>
              <a:ea typeface="Twentieth Century"/>
              <a:cs typeface="Twentieth Century"/>
              <a:sym typeface="Twentieth Century"/>
            </a:endParaRPr>
          </a:p>
          <a:p>
            <a:pPr indent="-298450" lvl="1" marL="457200" rtl="0" algn="l">
              <a:lnSpc>
                <a:spcPct val="150000"/>
              </a:lnSpc>
              <a:spcBef>
                <a:spcPts val="0"/>
              </a:spcBef>
              <a:spcAft>
                <a:spcPts val="0"/>
              </a:spcAft>
              <a:buSzPts val="1100"/>
              <a:buFont typeface="Twentieth Century"/>
              <a:buChar char="○"/>
            </a:pPr>
            <a:r>
              <a:rPr b="1" lang="en" sz="1100">
                <a:latin typeface="Twentieth Century"/>
                <a:ea typeface="Twentieth Century"/>
                <a:cs typeface="Twentieth Century"/>
                <a:sym typeface="Twentieth Century"/>
              </a:rPr>
              <a:t>CAUSE: </a:t>
            </a:r>
            <a:r>
              <a:rPr lang="en" sz="1100">
                <a:latin typeface="Twentieth Century"/>
                <a:ea typeface="Twentieth Century"/>
                <a:cs typeface="Twentieth Century"/>
                <a:sym typeface="Twentieth Century"/>
              </a:rPr>
              <a:t>the directory containing your Python interpreter is not correctly listed in your system Environment Variables’ </a:t>
            </a:r>
            <a:r>
              <a:rPr i="1" lang="en" sz="1100">
                <a:latin typeface="Twentieth Century"/>
                <a:ea typeface="Twentieth Century"/>
                <a:cs typeface="Twentieth Century"/>
                <a:sym typeface="Twentieth Century"/>
              </a:rPr>
              <a:t>path </a:t>
            </a:r>
            <a:r>
              <a:rPr lang="en" sz="1100">
                <a:latin typeface="Twentieth Century"/>
                <a:ea typeface="Twentieth Century"/>
                <a:cs typeface="Twentieth Century"/>
                <a:sym typeface="Twentieth Century"/>
              </a:rPr>
              <a:t>listing</a:t>
            </a:r>
            <a:endParaRPr sz="1100">
              <a:latin typeface="Twentieth Century"/>
              <a:ea typeface="Twentieth Century"/>
              <a:cs typeface="Twentieth Century"/>
              <a:sym typeface="Twentieth Century"/>
            </a:endParaRPr>
          </a:p>
          <a:p>
            <a:pPr indent="-298450" lvl="1" marL="457200" rtl="0" algn="l">
              <a:lnSpc>
                <a:spcPct val="150000"/>
              </a:lnSpc>
              <a:spcBef>
                <a:spcPts val="0"/>
              </a:spcBef>
              <a:spcAft>
                <a:spcPts val="0"/>
              </a:spcAft>
              <a:buSzPts val="1100"/>
              <a:buFont typeface="Twentieth Century"/>
              <a:buChar char="○"/>
            </a:pPr>
            <a:r>
              <a:rPr b="1" lang="en" sz="1100">
                <a:latin typeface="Twentieth Century"/>
                <a:ea typeface="Twentieth Century"/>
                <a:cs typeface="Twentieth Century"/>
                <a:sym typeface="Twentieth Century"/>
              </a:rPr>
              <a:t>SOLUTION: </a:t>
            </a:r>
            <a:r>
              <a:rPr lang="en" sz="1100">
                <a:latin typeface="Twentieth Century"/>
                <a:ea typeface="Twentieth Century"/>
                <a:cs typeface="Twentieth Century"/>
                <a:sym typeface="Twentieth Century"/>
              </a:rPr>
              <a:t>re-open the Python installer, click Modify, click through the first screen, and on the second screen select the option to add Python to your system environment path</a:t>
            </a:r>
            <a:endParaRPr b="1" sz="1100">
              <a:latin typeface="Twentieth Century"/>
              <a:ea typeface="Twentieth Century"/>
              <a:cs typeface="Twentieth Century"/>
              <a:sym typeface="Twentieth Century"/>
            </a:endParaRPr>
          </a:p>
        </p:txBody>
      </p:sp>
      <p:sp>
        <p:nvSpPr>
          <p:cNvPr id="172" name="Google Shape;172;p32"/>
          <p:cNvSpPr/>
          <p:nvPr/>
        </p:nvSpPr>
        <p:spPr>
          <a:xfrm>
            <a:off x="140575" y="4618037"/>
            <a:ext cx="8857800" cy="475800"/>
          </a:xfrm>
          <a:prstGeom prst="rect">
            <a:avLst/>
          </a:prstGeom>
          <a:solidFill>
            <a:srgbClr val="CC0000"/>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Calibri"/>
                <a:ea typeface="Calibri"/>
                <a:cs typeface="Calibri"/>
                <a:sym typeface="Calibri"/>
              </a:rPr>
              <a:t>Helpers can stay past 4pm today to help resolve issues - having everything working by start of Day 2 is important</a:t>
            </a:r>
            <a:endParaRPr b="1">
              <a:solidFill>
                <a:schemeClr val="lt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3"/>
          <p:cNvSpPr txBox="1"/>
          <p:nvPr>
            <p:ph type="title"/>
          </p:nvPr>
        </p:nvSpPr>
        <p:spPr>
          <a:xfrm>
            <a:off x="234400" y="490400"/>
            <a:ext cx="2704500" cy="4066500"/>
          </a:xfrm>
          <a:prstGeom prst="rect">
            <a:avLst/>
          </a:prstGeom>
          <a:solidFill>
            <a:srgbClr val="B45F06"/>
          </a:solidFill>
          <a:ln>
            <a:noFill/>
          </a:ln>
          <a:effectLst>
            <a:outerShdw blurRad="57150" rotWithShape="0" algn="bl" dir="5400000" dist="19050">
              <a:srgbClr val="000000">
                <a:alpha val="50000"/>
              </a:srgbClr>
            </a:outerShdw>
          </a:effectLst>
        </p:spPr>
        <p:txBody>
          <a:bodyPr anchorCtr="0" anchor="ctr" bIns="91425" lIns="182875" spcFirstLastPara="1" rIns="91425" wrap="square" tIns="91425">
            <a:noAutofit/>
          </a:bodyPr>
          <a:lstStyle/>
          <a:p>
            <a:pPr indent="0" lvl="0" marL="0" rtl="0" algn="ctr">
              <a:lnSpc>
                <a:spcPct val="100000"/>
              </a:lnSpc>
              <a:spcBef>
                <a:spcPts val="0"/>
              </a:spcBef>
              <a:spcAft>
                <a:spcPts val="0"/>
              </a:spcAft>
              <a:buSzPts val="3600"/>
              <a:buNone/>
            </a:pPr>
            <a:r>
              <a:rPr b="1" lang="en" sz="3400">
                <a:solidFill>
                  <a:schemeClr val="lt1"/>
                </a:solidFill>
                <a:latin typeface="Twentieth Century"/>
                <a:ea typeface="Twentieth Century"/>
                <a:cs typeface="Twentieth Century"/>
                <a:sym typeface="Twentieth Century"/>
              </a:rPr>
              <a:t>Track 1</a:t>
            </a:r>
            <a:endParaRPr b="1" sz="3400">
              <a:solidFill>
                <a:schemeClr val="lt1"/>
              </a:solidFill>
              <a:latin typeface="Twentieth Century"/>
              <a:ea typeface="Twentieth Century"/>
              <a:cs typeface="Twentieth Century"/>
              <a:sym typeface="Twentieth Century"/>
            </a:endParaRPr>
          </a:p>
          <a:p>
            <a:pPr indent="0" lvl="0" marL="0" rtl="0" algn="ctr">
              <a:lnSpc>
                <a:spcPct val="100000"/>
              </a:lnSpc>
              <a:spcBef>
                <a:spcPts val="0"/>
              </a:spcBef>
              <a:spcAft>
                <a:spcPts val="0"/>
              </a:spcAft>
              <a:buSzPts val="3600"/>
              <a:buNone/>
            </a:pPr>
            <a:r>
              <a:t/>
            </a:r>
            <a:endParaRPr b="1" sz="1400">
              <a:solidFill>
                <a:schemeClr val="lt1"/>
              </a:solidFill>
              <a:latin typeface="Twentieth Century"/>
              <a:ea typeface="Twentieth Century"/>
              <a:cs typeface="Twentieth Century"/>
              <a:sym typeface="Twentieth Century"/>
            </a:endParaRPr>
          </a:p>
          <a:p>
            <a:pPr indent="0" lvl="0" marL="0" rtl="0" algn="l">
              <a:lnSpc>
                <a:spcPct val="100000"/>
              </a:lnSpc>
              <a:spcBef>
                <a:spcPts val="0"/>
              </a:spcBef>
              <a:spcAft>
                <a:spcPts val="0"/>
              </a:spcAft>
              <a:buSzPts val="3600"/>
              <a:buNone/>
            </a:pPr>
            <a:r>
              <a:rPr b="1" lang="en" sz="2300">
                <a:solidFill>
                  <a:schemeClr val="lt1"/>
                </a:solidFill>
                <a:latin typeface="Twentieth Century"/>
                <a:ea typeface="Twentieth Century"/>
                <a:cs typeface="Twentieth Century"/>
                <a:sym typeface="Twentieth Century"/>
              </a:rPr>
              <a:t>Topic: </a:t>
            </a:r>
            <a:endParaRPr b="1" sz="2300">
              <a:solidFill>
                <a:schemeClr val="lt1"/>
              </a:solidFill>
              <a:latin typeface="Twentieth Century"/>
              <a:ea typeface="Twentieth Century"/>
              <a:cs typeface="Twentieth Century"/>
              <a:sym typeface="Twentieth Century"/>
            </a:endParaRPr>
          </a:p>
          <a:p>
            <a:pPr indent="0" lvl="0" marL="0" rtl="0" algn="l">
              <a:lnSpc>
                <a:spcPct val="100000"/>
              </a:lnSpc>
              <a:spcBef>
                <a:spcPts val="0"/>
              </a:spcBef>
              <a:spcAft>
                <a:spcPts val="0"/>
              </a:spcAft>
              <a:buSzPts val="3600"/>
              <a:buNone/>
            </a:pPr>
            <a:r>
              <a:rPr lang="en" sz="2300">
                <a:solidFill>
                  <a:schemeClr val="lt1"/>
                </a:solidFill>
                <a:latin typeface="Twentieth Century"/>
                <a:ea typeface="Twentieth Century"/>
                <a:cs typeface="Twentieth Century"/>
                <a:sym typeface="Twentieth Century"/>
              </a:rPr>
              <a:t>Data Visualization</a:t>
            </a:r>
            <a:endParaRPr sz="2300">
              <a:solidFill>
                <a:schemeClr val="lt1"/>
              </a:solidFill>
              <a:latin typeface="Twentieth Century"/>
              <a:ea typeface="Twentieth Century"/>
              <a:cs typeface="Twentieth Century"/>
              <a:sym typeface="Twentieth Century"/>
            </a:endParaRPr>
          </a:p>
          <a:p>
            <a:pPr indent="457200" lvl="0" marL="457200" rtl="0" algn="l">
              <a:lnSpc>
                <a:spcPct val="100000"/>
              </a:lnSpc>
              <a:spcBef>
                <a:spcPts val="0"/>
              </a:spcBef>
              <a:spcAft>
                <a:spcPts val="0"/>
              </a:spcAft>
              <a:buSzPts val="3600"/>
              <a:buNone/>
            </a:pPr>
            <a:r>
              <a:t/>
            </a:r>
            <a:endParaRPr b="1" sz="2300">
              <a:solidFill>
                <a:schemeClr val="lt1"/>
              </a:solidFill>
              <a:latin typeface="Twentieth Century"/>
              <a:ea typeface="Twentieth Century"/>
              <a:cs typeface="Twentieth Century"/>
              <a:sym typeface="Twentieth Century"/>
            </a:endParaRPr>
          </a:p>
          <a:p>
            <a:pPr indent="0" lvl="0" marL="0" rtl="0" algn="l">
              <a:lnSpc>
                <a:spcPct val="100000"/>
              </a:lnSpc>
              <a:spcBef>
                <a:spcPts val="0"/>
              </a:spcBef>
              <a:spcAft>
                <a:spcPts val="0"/>
              </a:spcAft>
              <a:buSzPts val="3600"/>
              <a:buNone/>
            </a:pPr>
            <a:r>
              <a:rPr b="1" lang="en" sz="2300">
                <a:solidFill>
                  <a:schemeClr val="lt1"/>
                </a:solidFill>
                <a:latin typeface="Twentieth Century"/>
                <a:ea typeface="Twentieth Century"/>
                <a:cs typeface="Twentieth Century"/>
                <a:sym typeface="Twentieth Century"/>
              </a:rPr>
              <a:t>Location: </a:t>
            </a:r>
            <a:endParaRPr b="1" sz="2300">
              <a:solidFill>
                <a:schemeClr val="lt1"/>
              </a:solidFill>
              <a:latin typeface="Twentieth Century"/>
              <a:ea typeface="Twentieth Century"/>
              <a:cs typeface="Twentieth Century"/>
              <a:sym typeface="Twentieth Century"/>
            </a:endParaRPr>
          </a:p>
          <a:p>
            <a:pPr indent="0" lvl="0" marL="0" rtl="0" algn="l">
              <a:lnSpc>
                <a:spcPct val="100000"/>
              </a:lnSpc>
              <a:spcBef>
                <a:spcPts val="0"/>
              </a:spcBef>
              <a:spcAft>
                <a:spcPts val="0"/>
              </a:spcAft>
              <a:buSzPts val="3600"/>
              <a:buNone/>
            </a:pPr>
            <a:r>
              <a:rPr lang="en" sz="2300">
                <a:solidFill>
                  <a:schemeClr val="lt1"/>
                </a:solidFill>
                <a:latin typeface="Twentieth Century"/>
                <a:ea typeface="Twentieth Century"/>
                <a:cs typeface="Twentieth Century"/>
                <a:sym typeface="Twentieth Century"/>
              </a:rPr>
              <a:t>Data Lab</a:t>
            </a:r>
            <a:endParaRPr sz="2300">
              <a:solidFill>
                <a:schemeClr val="lt1"/>
              </a:solidFill>
              <a:latin typeface="Twentieth Century"/>
              <a:ea typeface="Twentieth Century"/>
              <a:cs typeface="Twentieth Century"/>
              <a:sym typeface="Twentieth Century"/>
            </a:endParaRPr>
          </a:p>
          <a:p>
            <a:pPr indent="0" lvl="0" marL="0" rtl="0" algn="l">
              <a:lnSpc>
                <a:spcPct val="100000"/>
              </a:lnSpc>
              <a:spcBef>
                <a:spcPts val="0"/>
              </a:spcBef>
              <a:spcAft>
                <a:spcPts val="0"/>
              </a:spcAft>
              <a:buSzPts val="3600"/>
              <a:buNone/>
            </a:pPr>
            <a:r>
              <a:t/>
            </a:r>
            <a:endParaRPr b="1" sz="2300">
              <a:solidFill>
                <a:schemeClr val="lt1"/>
              </a:solidFill>
              <a:latin typeface="Twentieth Century"/>
              <a:ea typeface="Twentieth Century"/>
              <a:cs typeface="Twentieth Century"/>
              <a:sym typeface="Twentieth Century"/>
            </a:endParaRPr>
          </a:p>
          <a:p>
            <a:pPr indent="0" lvl="0" marL="0" rtl="0" algn="l">
              <a:lnSpc>
                <a:spcPct val="100000"/>
              </a:lnSpc>
              <a:spcBef>
                <a:spcPts val="0"/>
              </a:spcBef>
              <a:spcAft>
                <a:spcPts val="0"/>
              </a:spcAft>
              <a:buSzPts val="3600"/>
              <a:buNone/>
            </a:pPr>
            <a:r>
              <a:rPr b="1" lang="en" sz="2300">
                <a:solidFill>
                  <a:schemeClr val="lt1"/>
                </a:solidFill>
                <a:latin typeface="Twentieth Century"/>
                <a:ea typeface="Twentieth Century"/>
                <a:cs typeface="Twentieth Century"/>
                <a:sym typeface="Twentieth Century"/>
              </a:rPr>
              <a:t>Instructor:</a:t>
            </a:r>
            <a:endParaRPr b="1" sz="2300">
              <a:solidFill>
                <a:schemeClr val="lt1"/>
              </a:solidFill>
              <a:latin typeface="Twentieth Century"/>
              <a:ea typeface="Twentieth Century"/>
              <a:cs typeface="Twentieth Century"/>
              <a:sym typeface="Twentieth Century"/>
            </a:endParaRPr>
          </a:p>
          <a:p>
            <a:pPr indent="0" lvl="0" marL="0" rtl="0" algn="l">
              <a:lnSpc>
                <a:spcPct val="100000"/>
              </a:lnSpc>
              <a:spcBef>
                <a:spcPts val="0"/>
              </a:spcBef>
              <a:spcAft>
                <a:spcPts val="0"/>
              </a:spcAft>
              <a:buSzPts val="3600"/>
              <a:buNone/>
            </a:pPr>
            <a:r>
              <a:rPr lang="en" sz="2300">
                <a:solidFill>
                  <a:schemeClr val="lt1"/>
                </a:solidFill>
                <a:latin typeface="Twentieth Century"/>
                <a:ea typeface="Twentieth Century"/>
                <a:cs typeface="Twentieth Century"/>
                <a:sym typeface="Twentieth Century"/>
              </a:rPr>
              <a:t>Michael Shensky</a:t>
            </a:r>
            <a:endParaRPr sz="2300">
              <a:solidFill>
                <a:schemeClr val="lt1"/>
              </a:solidFill>
              <a:latin typeface="Twentieth Century"/>
              <a:ea typeface="Twentieth Century"/>
              <a:cs typeface="Twentieth Century"/>
              <a:sym typeface="Twentieth Century"/>
            </a:endParaRPr>
          </a:p>
          <a:p>
            <a:pPr indent="457200" lvl="0" marL="457200" rtl="0" algn="l">
              <a:lnSpc>
                <a:spcPct val="100000"/>
              </a:lnSpc>
              <a:spcBef>
                <a:spcPts val="0"/>
              </a:spcBef>
              <a:spcAft>
                <a:spcPts val="0"/>
              </a:spcAft>
              <a:buSzPts val="3600"/>
              <a:buNone/>
            </a:pPr>
            <a:r>
              <a:t/>
            </a:r>
            <a:endParaRPr b="1" sz="2500">
              <a:solidFill>
                <a:schemeClr val="lt1"/>
              </a:solidFill>
              <a:latin typeface="Twentieth Century"/>
              <a:ea typeface="Twentieth Century"/>
              <a:cs typeface="Twentieth Century"/>
              <a:sym typeface="Twentieth Century"/>
            </a:endParaRPr>
          </a:p>
        </p:txBody>
      </p:sp>
      <p:sp>
        <p:nvSpPr>
          <p:cNvPr id="178" name="Google Shape;178;p33"/>
          <p:cNvSpPr txBox="1"/>
          <p:nvPr>
            <p:ph type="title"/>
          </p:nvPr>
        </p:nvSpPr>
        <p:spPr>
          <a:xfrm>
            <a:off x="3213930" y="490400"/>
            <a:ext cx="2704500" cy="4066500"/>
          </a:xfrm>
          <a:prstGeom prst="rect">
            <a:avLst/>
          </a:prstGeom>
          <a:solidFill>
            <a:srgbClr val="B45F06"/>
          </a:solidFill>
          <a:ln>
            <a:noFill/>
          </a:ln>
          <a:effectLst>
            <a:outerShdw blurRad="57150" rotWithShape="0" algn="bl" dir="5400000" dist="19050">
              <a:srgbClr val="000000">
                <a:alpha val="50000"/>
              </a:srgbClr>
            </a:outerShdw>
          </a:effectLst>
        </p:spPr>
        <p:txBody>
          <a:bodyPr anchorCtr="0" anchor="ctr" bIns="91425" lIns="182875" spcFirstLastPara="1" rIns="91425" wrap="square" tIns="91425">
            <a:noAutofit/>
          </a:bodyPr>
          <a:lstStyle/>
          <a:p>
            <a:pPr indent="0" lvl="0" marL="0" rtl="0" algn="ctr">
              <a:lnSpc>
                <a:spcPct val="100000"/>
              </a:lnSpc>
              <a:spcBef>
                <a:spcPts val="0"/>
              </a:spcBef>
              <a:spcAft>
                <a:spcPts val="0"/>
              </a:spcAft>
              <a:buSzPts val="3600"/>
              <a:buNone/>
            </a:pPr>
            <a:r>
              <a:rPr b="1" lang="en" sz="3400">
                <a:solidFill>
                  <a:schemeClr val="lt1"/>
                </a:solidFill>
                <a:latin typeface="Twentieth Century"/>
                <a:ea typeface="Twentieth Century"/>
                <a:cs typeface="Twentieth Century"/>
                <a:sym typeface="Twentieth Century"/>
              </a:rPr>
              <a:t>Track 2</a:t>
            </a:r>
            <a:endParaRPr b="1" sz="3400">
              <a:solidFill>
                <a:schemeClr val="lt1"/>
              </a:solidFill>
              <a:latin typeface="Twentieth Century"/>
              <a:ea typeface="Twentieth Century"/>
              <a:cs typeface="Twentieth Century"/>
              <a:sym typeface="Twentieth Century"/>
            </a:endParaRPr>
          </a:p>
          <a:p>
            <a:pPr indent="0" lvl="0" marL="0" rtl="0" algn="ctr">
              <a:lnSpc>
                <a:spcPct val="100000"/>
              </a:lnSpc>
              <a:spcBef>
                <a:spcPts val="0"/>
              </a:spcBef>
              <a:spcAft>
                <a:spcPts val="0"/>
              </a:spcAft>
              <a:buSzPts val="3600"/>
              <a:buNone/>
            </a:pPr>
            <a:r>
              <a:t/>
            </a:r>
            <a:endParaRPr b="1" sz="1400">
              <a:solidFill>
                <a:schemeClr val="lt1"/>
              </a:solidFill>
              <a:latin typeface="Twentieth Century"/>
              <a:ea typeface="Twentieth Century"/>
              <a:cs typeface="Twentieth Century"/>
              <a:sym typeface="Twentieth Century"/>
            </a:endParaRPr>
          </a:p>
          <a:p>
            <a:pPr indent="0" lvl="0" marL="0" rtl="0" algn="l">
              <a:lnSpc>
                <a:spcPct val="100000"/>
              </a:lnSpc>
              <a:spcBef>
                <a:spcPts val="0"/>
              </a:spcBef>
              <a:spcAft>
                <a:spcPts val="0"/>
              </a:spcAft>
              <a:buSzPts val="3600"/>
              <a:buNone/>
            </a:pPr>
            <a:r>
              <a:rPr b="1" lang="en" sz="2300">
                <a:solidFill>
                  <a:schemeClr val="lt1"/>
                </a:solidFill>
                <a:latin typeface="Twentieth Century"/>
                <a:ea typeface="Twentieth Century"/>
                <a:cs typeface="Twentieth Century"/>
                <a:sym typeface="Twentieth Century"/>
              </a:rPr>
              <a:t>Topic: </a:t>
            </a:r>
            <a:endParaRPr b="1" sz="2300">
              <a:solidFill>
                <a:schemeClr val="lt1"/>
              </a:solidFill>
              <a:latin typeface="Twentieth Century"/>
              <a:ea typeface="Twentieth Century"/>
              <a:cs typeface="Twentieth Century"/>
              <a:sym typeface="Twentieth Century"/>
            </a:endParaRPr>
          </a:p>
          <a:p>
            <a:pPr indent="0" lvl="0" marL="0" rtl="0" algn="l">
              <a:lnSpc>
                <a:spcPct val="100000"/>
              </a:lnSpc>
              <a:spcBef>
                <a:spcPts val="0"/>
              </a:spcBef>
              <a:spcAft>
                <a:spcPts val="0"/>
              </a:spcAft>
              <a:buSzPts val="3600"/>
              <a:buNone/>
            </a:pPr>
            <a:r>
              <a:rPr lang="en" sz="2300">
                <a:solidFill>
                  <a:schemeClr val="lt1"/>
                </a:solidFill>
                <a:latin typeface="Twentieth Century"/>
                <a:ea typeface="Twentieth Century"/>
                <a:cs typeface="Twentieth Century"/>
                <a:sym typeface="Twentieth Century"/>
              </a:rPr>
              <a:t>Sentiment Analysis</a:t>
            </a:r>
            <a:endParaRPr sz="2300">
              <a:solidFill>
                <a:schemeClr val="lt1"/>
              </a:solidFill>
              <a:latin typeface="Twentieth Century"/>
              <a:ea typeface="Twentieth Century"/>
              <a:cs typeface="Twentieth Century"/>
              <a:sym typeface="Twentieth Century"/>
            </a:endParaRPr>
          </a:p>
          <a:p>
            <a:pPr indent="457200" lvl="0" marL="457200" rtl="0" algn="l">
              <a:lnSpc>
                <a:spcPct val="100000"/>
              </a:lnSpc>
              <a:spcBef>
                <a:spcPts val="0"/>
              </a:spcBef>
              <a:spcAft>
                <a:spcPts val="0"/>
              </a:spcAft>
              <a:buSzPts val="3600"/>
              <a:buNone/>
            </a:pPr>
            <a:r>
              <a:t/>
            </a:r>
            <a:endParaRPr b="1" sz="2300">
              <a:solidFill>
                <a:schemeClr val="lt1"/>
              </a:solidFill>
              <a:latin typeface="Twentieth Century"/>
              <a:ea typeface="Twentieth Century"/>
              <a:cs typeface="Twentieth Century"/>
              <a:sym typeface="Twentieth Century"/>
            </a:endParaRPr>
          </a:p>
          <a:p>
            <a:pPr indent="0" lvl="0" marL="0" rtl="0" algn="l">
              <a:lnSpc>
                <a:spcPct val="100000"/>
              </a:lnSpc>
              <a:spcBef>
                <a:spcPts val="0"/>
              </a:spcBef>
              <a:spcAft>
                <a:spcPts val="0"/>
              </a:spcAft>
              <a:buSzPts val="3600"/>
              <a:buNone/>
            </a:pPr>
            <a:r>
              <a:rPr b="1" lang="en" sz="2300">
                <a:solidFill>
                  <a:schemeClr val="lt1"/>
                </a:solidFill>
                <a:latin typeface="Twentieth Century"/>
                <a:ea typeface="Twentieth Century"/>
                <a:cs typeface="Twentieth Century"/>
                <a:sym typeface="Twentieth Century"/>
              </a:rPr>
              <a:t>Location: </a:t>
            </a:r>
            <a:endParaRPr b="1" sz="2300">
              <a:solidFill>
                <a:schemeClr val="lt1"/>
              </a:solidFill>
              <a:latin typeface="Twentieth Century"/>
              <a:ea typeface="Twentieth Century"/>
              <a:cs typeface="Twentieth Century"/>
              <a:sym typeface="Twentieth Century"/>
            </a:endParaRPr>
          </a:p>
          <a:p>
            <a:pPr indent="0" lvl="0" marL="0" rtl="0" algn="l">
              <a:lnSpc>
                <a:spcPct val="100000"/>
              </a:lnSpc>
              <a:spcBef>
                <a:spcPts val="0"/>
              </a:spcBef>
              <a:spcAft>
                <a:spcPts val="0"/>
              </a:spcAft>
              <a:buSzPts val="3600"/>
              <a:buNone/>
            </a:pPr>
            <a:r>
              <a:rPr lang="en" sz="2300">
                <a:solidFill>
                  <a:schemeClr val="lt1"/>
                </a:solidFill>
                <a:latin typeface="Twentieth Century"/>
                <a:ea typeface="Twentieth Century"/>
                <a:cs typeface="Twentieth Century"/>
                <a:sym typeface="Twentieth Century"/>
              </a:rPr>
              <a:t>Project Room 5</a:t>
            </a:r>
            <a:endParaRPr sz="2300">
              <a:solidFill>
                <a:schemeClr val="lt1"/>
              </a:solidFill>
              <a:latin typeface="Twentieth Century"/>
              <a:ea typeface="Twentieth Century"/>
              <a:cs typeface="Twentieth Century"/>
              <a:sym typeface="Twentieth Century"/>
            </a:endParaRPr>
          </a:p>
          <a:p>
            <a:pPr indent="0" lvl="0" marL="0" rtl="0" algn="l">
              <a:lnSpc>
                <a:spcPct val="100000"/>
              </a:lnSpc>
              <a:spcBef>
                <a:spcPts val="0"/>
              </a:spcBef>
              <a:spcAft>
                <a:spcPts val="0"/>
              </a:spcAft>
              <a:buSzPts val="3600"/>
              <a:buNone/>
            </a:pPr>
            <a:r>
              <a:t/>
            </a:r>
            <a:endParaRPr b="1" sz="2300">
              <a:solidFill>
                <a:schemeClr val="lt1"/>
              </a:solidFill>
              <a:latin typeface="Twentieth Century"/>
              <a:ea typeface="Twentieth Century"/>
              <a:cs typeface="Twentieth Century"/>
              <a:sym typeface="Twentieth Century"/>
            </a:endParaRPr>
          </a:p>
          <a:p>
            <a:pPr indent="0" lvl="0" marL="0" rtl="0" algn="l">
              <a:lnSpc>
                <a:spcPct val="100000"/>
              </a:lnSpc>
              <a:spcBef>
                <a:spcPts val="0"/>
              </a:spcBef>
              <a:spcAft>
                <a:spcPts val="0"/>
              </a:spcAft>
              <a:buClr>
                <a:schemeClr val="dk1"/>
              </a:buClr>
              <a:buSzPts val="3600"/>
              <a:buFont typeface="Arial"/>
              <a:buNone/>
            </a:pPr>
            <a:r>
              <a:rPr b="1" lang="en" sz="2300">
                <a:solidFill>
                  <a:schemeClr val="lt1"/>
                </a:solidFill>
                <a:latin typeface="Twentieth Century"/>
                <a:ea typeface="Twentieth Century"/>
                <a:cs typeface="Twentieth Century"/>
                <a:sym typeface="Twentieth Century"/>
              </a:rPr>
              <a:t>Instructor:</a:t>
            </a:r>
            <a:endParaRPr b="1" sz="2300">
              <a:solidFill>
                <a:schemeClr val="lt1"/>
              </a:solidFill>
              <a:latin typeface="Twentieth Century"/>
              <a:ea typeface="Twentieth Century"/>
              <a:cs typeface="Twentieth Century"/>
              <a:sym typeface="Twentieth Century"/>
            </a:endParaRPr>
          </a:p>
          <a:p>
            <a:pPr indent="0" lvl="0" marL="0" rtl="0" algn="l">
              <a:lnSpc>
                <a:spcPct val="100000"/>
              </a:lnSpc>
              <a:spcBef>
                <a:spcPts val="0"/>
              </a:spcBef>
              <a:spcAft>
                <a:spcPts val="0"/>
              </a:spcAft>
              <a:buClr>
                <a:schemeClr val="dk1"/>
              </a:buClr>
              <a:buSzPts val="3600"/>
              <a:buFont typeface="Arial"/>
              <a:buNone/>
            </a:pPr>
            <a:r>
              <a:rPr lang="en" sz="2300">
                <a:solidFill>
                  <a:schemeClr val="lt1"/>
                </a:solidFill>
                <a:latin typeface="Twentieth Century"/>
                <a:ea typeface="Twentieth Century"/>
                <a:cs typeface="Twentieth Century"/>
                <a:sym typeface="Twentieth Century"/>
              </a:rPr>
              <a:t>Ian Goodale</a:t>
            </a:r>
            <a:endParaRPr sz="2300">
              <a:solidFill>
                <a:schemeClr val="lt1"/>
              </a:solidFill>
              <a:latin typeface="Twentieth Century"/>
              <a:ea typeface="Twentieth Century"/>
              <a:cs typeface="Twentieth Century"/>
              <a:sym typeface="Twentieth Century"/>
            </a:endParaRPr>
          </a:p>
          <a:p>
            <a:pPr indent="0" lvl="0" marL="0" rtl="0" algn="l">
              <a:lnSpc>
                <a:spcPct val="100000"/>
              </a:lnSpc>
              <a:spcBef>
                <a:spcPts val="0"/>
              </a:spcBef>
              <a:spcAft>
                <a:spcPts val="0"/>
              </a:spcAft>
              <a:buClr>
                <a:schemeClr val="dk1"/>
              </a:buClr>
              <a:buSzPts val="3600"/>
              <a:buFont typeface="Arial"/>
              <a:buNone/>
            </a:pPr>
            <a:r>
              <a:rPr lang="en" sz="2300">
                <a:solidFill>
                  <a:schemeClr val="lt1"/>
                </a:solidFill>
                <a:latin typeface="Twentieth Century"/>
                <a:ea typeface="Twentieth Century"/>
                <a:cs typeface="Twentieth Century"/>
                <a:sym typeface="Twentieth Century"/>
              </a:rPr>
              <a:t>Karina Sanchez</a:t>
            </a:r>
            <a:endParaRPr sz="2300">
              <a:solidFill>
                <a:schemeClr val="lt1"/>
              </a:solidFill>
              <a:latin typeface="Twentieth Century"/>
              <a:ea typeface="Twentieth Century"/>
              <a:cs typeface="Twentieth Century"/>
              <a:sym typeface="Twentieth Century"/>
            </a:endParaRPr>
          </a:p>
          <a:p>
            <a:pPr indent="457200" lvl="0" marL="457200" rtl="0" algn="l">
              <a:lnSpc>
                <a:spcPct val="100000"/>
              </a:lnSpc>
              <a:spcBef>
                <a:spcPts val="0"/>
              </a:spcBef>
              <a:spcAft>
                <a:spcPts val="0"/>
              </a:spcAft>
              <a:buSzPts val="3600"/>
              <a:buNone/>
            </a:pPr>
            <a:r>
              <a:t/>
            </a:r>
            <a:endParaRPr b="1" sz="2500">
              <a:solidFill>
                <a:schemeClr val="lt1"/>
              </a:solidFill>
              <a:latin typeface="Twentieth Century"/>
              <a:ea typeface="Twentieth Century"/>
              <a:cs typeface="Twentieth Century"/>
              <a:sym typeface="Twentieth Century"/>
            </a:endParaRPr>
          </a:p>
        </p:txBody>
      </p:sp>
      <p:sp>
        <p:nvSpPr>
          <p:cNvPr id="179" name="Google Shape;179;p33"/>
          <p:cNvSpPr txBox="1"/>
          <p:nvPr>
            <p:ph type="title"/>
          </p:nvPr>
        </p:nvSpPr>
        <p:spPr>
          <a:xfrm>
            <a:off x="6205099" y="490400"/>
            <a:ext cx="2704500" cy="4066500"/>
          </a:xfrm>
          <a:prstGeom prst="rect">
            <a:avLst/>
          </a:prstGeom>
          <a:solidFill>
            <a:srgbClr val="B45F06"/>
          </a:solidFill>
          <a:ln>
            <a:noFill/>
          </a:ln>
          <a:effectLst>
            <a:outerShdw blurRad="57150" rotWithShape="0" algn="bl" dir="5400000" dist="19050">
              <a:srgbClr val="000000">
                <a:alpha val="50000"/>
              </a:srgbClr>
            </a:outerShdw>
          </a:effectLst>
        </p:spPr>
        <p:txBody>
          <a:bodyPr anchorCtr="0" anchor="ctr" bIns="91425" lIns="182875" spcFirstLastPara="1" rIns="91425" wrap="square" tIns="91425">
            <a:noAutofit/>
          </a:bodyPr>
          <a:lstStyle/>
          <a:p>
            <a:pPr indent="0" lvl="0" marL="0" rtl="0" algn="ctr">
              <a:lnSpc>
                <a:spcPct val="100000"/>
              </a:lnSpc>
              <a:spcBef>
                <a:spcPts val="0"/>
              </a:spcBef>
              <a:spcAft>
                <a:spcPts val="0"/>
              </a:spcAft>
              <a:buSzPts val="3600"/>
              <a:buNone/>
            </a:pPr>
            <a:r>
              <a:rPr b="1" lang="en" sz="3400">
                <a:solidFill>
                  <a:schemeClr val="lt1"/>
                </a:solidFill>
                <a:latin typeface="Twentieth Century"/>
                <a:ea typeface="Twentieth Century"/>
                <a:cs typeface="Twentieth Century"/>
                <a:sym typeface="Twentieth Century"/>
              </a:rPr>
              <a:t>Track 3</a:t>
            </a:r>
            <a:endParaRPr b="1" sz="3400">
              <a:solidFill>
                <a:schemeClr val="lt1"/>
              </a:solidFill>
              <a:latin typeface="Twentieth Century"/>
              <a:ea typeface="Twentieth Century"/>
              <a:cs typeface="Twentieth Century"/>
              <a:sym typeface="Twentieth Century"/>
            </a:endParaRPr>
          </a:p>
          <a:p>
            <a:pPr indent="0" lvl="0" marL="0" rtl="0" algn="ctr">
              <a:lnSpc>
                <a:spcPct val="100000"/>
              </a:lnSpc>
              <a:spcBef>
                <a:spcPts val="0"/>
              </a:spcBef>
              <a:spcAft>
                <a:spcPts val="0"/>
              </a:spcAft>
              <a:buSzPts val="3600"/>
              <a:buNone/>
            </a:pPr>
            <a:r>
              <a:t/>
            </a:r>
            <a:endParaRPr b="1" sz="1400">
              <a:solidFill>
                <a:schemeClr val="lt1"/>
              </a:solidFill>
              <a:latin typeface="Twentieth Century"/>
              <a:ea typeface="Twentieth Century"/>
              <a:cs typeface="Twentieth Century"/>
              <a:sym typeface="Twentieth Century"/>
            </a:endParaRPr>
          </a:p>
          <a:p>
            <a:pPr indent="0" lvl="0" marL="0" rtl="0" algn="l">
              <a:lnSpc>
                <a:spcPct val="100000"/>
              </a:lnSpc>
              <a:spcBef>
                <a:spcPts val="0"/>
              </a:spcBef>
              <a:spcAft>
                <a:spcPts val="0"/>
              </a:spcAft>
              <a:buSzPts val="3600"/>
              <a:buNone/>
            </a:pPr>
            <a:r>
              <a:rPr b="1" lang="en" sz="2300">
                <a:solidFill>
                  <a:schemeClr val="lt1"/>
                </a:solidFill>
                <a:latin typeface="Twentieth Century"/>
                <a:ea typeface="Twentieth Century"/>
                <a:cs typeface="Twentieth Century"/>
                <a:sym typeface="Twentieth Century"/>
              </a:rPr>
              <a:t>Topic: </a:t>
            </a:r>
            <a:endParaRPr b="1" sz="2300">
              <a:solidFill>
                <a:schemeClr val="lt1"/>
              </a:solidFill>
              <a:latin typeface="Twentieth Century"/>
              <a:ea typeface="Twentieth Century"/>
              <a:cs typeface="Twentieth Century"/>
              <a:sym typeface="Twentieth Century"/>
            </a:endParaRPr>
          </a:p>
          <a:p>
            <a:pPr indent="0" lvl="0" marL="0" rtl="0" algn="l">
              <a:lnSpc>
                <a:spcPct val="100000"/>
              </a:lnSpc>
              <a:spcBef>
                <a:spcPts val="0"/>
              </a:spcBef>
              <a:spcAft>
                <a:spcPts val="0"/>
              </a:spcAft>
              <a:buSzPts val="3600"/>
              <a:buNone/>
            </a:pPr>
            <a:r>
              <a:rPr lang="en" sz="2300">
                <a:solidFill>
                  <a:schemeClr val="lt1"/>
                </a:solidFill>
                <a:latin typeface="Twentieth Century"/>
                <a:ea typeface="Twentieth Century"/>
                <a:cs typeface="Twentieth Century"/>
                <a:sym typeface="Twentieth Century"/>
              </a:rPr>
              <a:t>Geospatial Data</a:t>
            </a:r>
            <a:endParaRPr sz="2300">
              <a:solidFill>
                <a:schemeClr val="lt1"/>
              </a:solidFill>
              <a:latin typeface="Twentieth Century"/>
              <a:ea typeface="Twentieth Century"/>
              <a:cs typeface="Twentieth Century"/>
              <a:sym typeface="Twentieth Century"/>
            </a:endParaRPr>
          </a:p>
          <a:p>
            <a:pPr indent="457200" lvl="0" marL="457200" rtl="0" algn="l">
              <a:lnSpc>
                <a:spcPct val="100000"/>
              </a:lnSpc>
              <a:spcBef>
                <a:spcPts val="0"/>
              </a:spcBef>
              <a:spcAft>
                <a:spcPts val="0"/>
              </a:spcAft>
              <a:buSzPts val="3600"/>
              <a:buNone/>
            </a:pPr>
            <a:r>
              <a:t/>
            </a:r>
            <a:endParaRPr b="1" sz="2300">
              <a:solidFill>
                <a:schemeClr val="lt1"/>
              </a:solidFill>
              <a:latin typeface="Twentieth Century"/>
              <a:ea typeface="Twentieth Century"/>
              <a:cs typeface="Twentieth Century"/>
              <a:sym typeface="Twentieth Century"/>
            </a:endParaRPr>
          </a:p>
          <a:p>
            <a:pPr indent="0" lvl="0" marL="0" rtl="0" algn="l">
              <a:lnSpc>
                <a:spcPct val="100000"/>
              </a:lnSpc>
              <a:spcBef>
                <a:spcPts val="0"/>
              </a:spcBef>
              <a:spcAft>
                <a:spcPts val="0"/>
              </a:spcAft>
              <a:buSzPts val="3600"/>
              <a:buNone/>
            </a:pPr>
            <a:r>
              <a:rPr b="1" lang="en" sz="2300">
                <a:solidFill>
                  <a:schemeClr val="lt1"/>
                </a:solidFill>
                <a:latin typeface="Twentieth Century"/>
                <a:ea typeface="Twentieth Century"/>
                <a:cs typeface="Twentieth Century"/>
                <a:sym typeface="Twentieth Century"/>
              </a:rPr>
              <a:t>Location: </a:t>
            </a:r>
            <a:endParaRPr b="1" sz="2300">
              <a:solidFill>
                <a:schemeClr val="lt1"/>
              </a:solidFill>
              <a:latin typeface="Twentieth Century"/>
              <a:ea typeface="Twentieth Century"/>
              <a:cs typeface="Twentieth Century"/>
              <a:sym typeface="Twentieth Century"/>
            </a:endParaRPr>
          </a:p>
          <a:p>
            <a:pPr indent="0" lvl="0" marL="0" rtl="0" algn="l">
              <a:lnSpc>
                <a:spcPct val="100000"/>
              </a:lnSpc>
              <a:spcBef>
                <a:spcPts val="0"/>
              </a:spcBef>
              <a:spcAft>
                <a:spcPts val="0"/>
              </a:spcAft>
              <a:buSzPts val="3600"/>
              <a:buNone/>
            </a:pPr>
            <a:r>
              <a:rPr lang="en" sz="2300">
                <a:solidFill>
                  <a:schemeClr val="lt1"/>
                </a:solidFill>
                <a:latin typeface="Twentieth Century"/>
                <a:ea typeface="Twentieth Century"/>
                <a:cs typeface="Twentieth Century"/>
                <a:sym typeface="Twentieth Century"/>
              </a:rPr>
              <a:t>Project Room 6</a:t>
            </a:r>
            <a:endParaRPr sz="2300">
              <a:solidFill>
                <a:schemeClr val="lt1"/>
              </a:solidFill>
              <a:latin typeface="Twentieth Century"/>
              <a:ea typeface="Twentieth Century"/>
              <a:cs typeface="Twentieth Century"/>
              <a:sym typeface="Twentieth Century"/>
            </a:endParaRPr>
          </a:p>
          <a:p>
            <a:pPr indent="0" lvl="0" marL="0" rtl="0" algn="l">
              <a:lnSpc>
                <a:spcPct val="100000"/>
              </a:lnSpc>
              <a:spcBef>
                <a:spcPts val="0"/>
              </a:spcBef>
              <a:spcAft>
                <a:spcPts val="0"/>
              </a:spcAft>
              <a:buSzPts val="3600"/>
              <a:buNone/>
            </a:pPr>
            <a:r>
              <a:t/>
            </a:r>
            <a:endParaRPr b="1" sz="2300">
              <a:solidFill>
                <a:schemeClr val="lt1"/>
              </a:solidFill>
              <a:latin typeface="Twentieth Century"/>
              <a:ea typeface="Twentieth Century"/>
              <a:cs typeface="Twentieth Century"/>
              <a:sym typeface="Twentieth Century"/>
            </a:endParaRPr>
          </a:p>
          <a:p>
            <a:pPr indent="0" lvl="0" marL="0" rtl="0" algn="l">
              <a:lnSpc>
                <a:spcPct val="100000"/>
              </a:lnSpc>
              <a:spcBef>
                <a:spcPts val="0"/>
              </a:spcBef>
              <a:spcAft>
                <a:spcPts val="0"/>
              </a:spcAft>
              <a:buClr>
                <a:schemeClr val="dk1"/>
              </a:buClr>
              <a:buSzPts val="3600"/>
              <a:buFont typeface="Arial"/>
              <a:buNone/>
            </a:pPr>
            <a:r>
              <a:rPr b="1" lang="en" sz="2300">
                <a:solidFill>
                  <a:schemeClr val="lt1"/>
                </a:solidFill>
                <a:latin typeface="Twentieth Century"/>
                <a:ea typeface="Twentieth Century"/>
                <a:cs typeface="Twentieth Century"/>
                <a:sym typeface="Twentieth Century"/>
              </a:rPr>
              <a:t>Instructor:</a:t>
            </a:r>
            <a:endParaRPr b="1" sz="2300">
              <a:solidFill>
                <a:schemeClr val="lt1"/>
              </a:solidFill>
              <a:latin typeface="Twentieth Century"/>
              <a:ea typeface="Twentieth Century"/>
              <a:cs typeface="Twentieth Century"/>
              <a:sym typeface="Twentieth Century"/>
            </a:endParaRPr>
          </a:p>
          <a:p>
            <a:pPr indent="0" lvl="0" marL="0" rtl="0" algn="l">
              <a:lnSpc>
                <a:spcPct val="100000"/>
              </a:lnSpc>
              <a:spcBef>
                <a:spcPts val="0"/>
              </a:spcBef>
              <a:spcAft>
                <a:spcPts val="0"/>
              </a:spcAft>
              <a:buClr>
                <a:schemeClr val="dk1"/>
              </a:buClr>
              <a:buSzPts val="3600"/>
              <a:buFont typeface="Arial"/>
              <a:buNone/>
            </a:pPr>
            <a:r>
              <a:rPr lang="en" sz="2300">
                <a:solidFill>
                  <a:schemeClr val="lt1"/>
                </a:solidFill>
                <a:latin typeface="Twentieth Century"/>
                <a:ea typeface="Twentieth Century"/>
                <a:cs typeface="Twentieth Century"/>
                <a:sym typeface="Twentieth Century"/>
              </a:rPr>
              <a:t>Alex Marden</a:t>
            </a:r>
            <a:endParaRPr sz="2300">
              <a:solidFill>
                <a:schemeClr val="lt1"/>
              </a:solidFill>
              <a:latin typeface="Twentieth Century"/>
              <a:ea typeface="Twentieth Century"/>
              <a:cs typeface="Twentieth Century"/>
              <a:sym typeface="Twentieth Century"/>
            </a:endParaRPr>
          </a:p>
          <a:p>
            <a:pPr indent="457200" lvl="0" marL="457200" rtl="0" algn="l">
              <a:lnSpc>
                <a:spcPct val="100000"/>
              </a:lnSpc>
              <a:spcBef>
                <a:spcPts val="0"/>
              </a:spcBef>
              <a:spcAft>
                <a:spcPts val="0"/>
              </a:spcAft>
              <a:buSzPts val="3600"/>
              <a:buNone/>
            </a:pPr>
            <a:r>
              <a:t/>
            </a:r>
            <a:endParaRPr b="1" sz="2500">
              <a:solidFill>
                <a:schemeClr val="lt1"/>
              </a:solidFill>
              <a:latin typeface="Twentieth Century"/>
              <a:ea typeface="Twentieth Century"/>
              <a:cs typeface="Twentieth Century"/>
              <a:sym typeface="Twentieth Century"/>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