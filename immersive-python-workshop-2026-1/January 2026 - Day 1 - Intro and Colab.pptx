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80" r:id="rId4"/>
    <p:sldMasterId id="2147483781" r:id="rId5"/>
    <p:sldMasterId id="2147483782" r:id="rId6"/>
    <p:sldMasterId id="2147483783" r:id="rId7"/>
    <p:sldMasterId id="2147483784" r:id="rId8"/>
    <p:sldMasterId id="2147483785"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Lst>
  <p:sldSz cy="5143500" cx="9144000"/>
  <p:notesSz cx="6858000" cy="9144000"/>
  <p:embeddedFontLst>
    <p:embeddedFont>
      <p:font typeface="Mulish"/>
      <p:regular r:id="rId31"/>
      <p:bold r:id="rId32"/>
      <p:italic r:id="rId33"/>
      <p:boldItalic r:id="rId34"/>
    </p:embeddedFont>
    <p:embeddedFont>
      <p:font typeface="Covered By Your Grace"/>
      <p:regular r:id="rId35"/>
    </p:embeddedFont>
    <p:embeddedFont>
      <p:font typeface="Bebas Neue"/>
      <p:regular r:id="rId36"/>
    </p:embeddedFont>
    <p:embeddedFont>
      <p:font typeface="Quicksand"/>
      <p:regular r:id="rId37"/>
      <p:bold r:id="rId38"/>
    </p:embeddedFont>
    <p:embeddedFont>
      <p:font typeface="PT Sans"/>
      <p:regular r:id="rId39"/>
      <p:bold r:id="rId40"/>
      <p:italic r:id="rId41"/>
      <p:boldItalic r:id="rId42"/>
    </p:embeddedFont>
    <p:embeddedFont>
      <p:font typeface="DM Sans"/>
      <p:regular r:id="rId43"/>
      <p:bold r:id="rId44"/>
      <p:italic r:id="rId45"/>
      <p:boldItalic r:id="rId46"/>
    </p:embeddedFont>
    <p:embeddedFont>
      <p:font typeface="Roboto Serif Medium"/>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TSans-bold.fntdata"/><Relationship Id="rId42" Type="http://schemas.openxmlformats.org/officeDocument/2006/relationships/font" Target="fonts/PTSans-boldItalic.fntdata"/><Relationship Id="rId41" Type="http://schemas.openxmlformats.org/officeDocument/2006/relationships/font" Target="fonts/PTSans-italic.fntdata"/><Relationship Id="rId44" Type="http://schemas.openxmlformats.org/officeDocument/2006/relationships/font" Target="fonts/DMSans-bold.fntdata"/><Relationship Id="rId43" Type="http://schemas.openxmlformats.org/officeDocument/2006/relationships/font" Target="fonts/DMSans-regular.fntdata"/><Relationship Id="rId46" Type="http://schemas.openxmlformats.org/officeDocument/2006/relationships/font" Target="fonts/DMSans-boldItalic.fntdata"/><Relationship Id="rId45" Type="http://schemas.openxmlformats.org/officeDocument/2006/relationships/font" Target="fonts/DM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font" Target="fonts/RobotoSerifMedium-bold.fntdata"/><Relationship Id="rId47" Type="http://schemas.openxmlformats.org/officeDocument/2006/relationships/font" Target="fonts/RobotoSerifMedium-regular.fntdata"/><Relationship Id="rId49" Type="http://schemas.openxmlformats.org/officeDocument/2006/relationships/font" Target="fonts/RobotoSerifMedium-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font" Target="fonts/Mulish-regular.fntdata"/><Relationship Id="rId30" Type="http://schemas.openxmlformats.org/officeDocument/2006/relationships/slide" Target="slides/slide20.xml"/><Relationship Id="rId33" Type="http://schemas.openxmlformats.org/officeDocument/2006/relationships/font" Target="fonts/Mulish-italic.fntdata"/><Relationship Id="rId32" Type="http://schemas.openxmlformats.org/officeDocument/2006/relationships/font" Target="fonts/Mulish-bold.fntdata"/><Relationship Id="rId35" Type="http://schemas.openxmlformats.org/officeDocument/2006/relationships/font" Target="fonts/CoveredByYourGrace-regular.fntdata"/><Relationship Id="rId34" Type="http://schemas.openxmlformats.org/officeDocument/2006/relationships/font" Target="fonts/Mulish-boldItalic.fntdata"/><Relationship Id="rId37" Type="http://schemas.openxmlformats.org/officeDocument/2006/relationships/font" Target="fonts/Quicksand-regular.fntdata"/><Relationship Id="rId36" Type="http://schemas.openxmlformats.org/officeDocument/2006/relationships/font" Target="fonts/BebasNeue-regular.fntdata"/><Relationship Id="rId39" Type="http://schemas.openxmlformats.org/officeDocument/2006/relationships/font" Target="fonts/PTSans-regular.fntdata"/><Relationship Id="rId38" Type="http://schemas.openxmlformats.org/officeDocument/2006/relationships/font" Target="fonts/Quicksand-bold.fntdata"/><Relationship Id="rId20" Type="http://schemas.openxmlformats.org/officeDocument/2006/relationships/slide" Target="slides/slide10.xml"/><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0" Type="http://schemas.openxmlformats.org/officeDocument/2006/relationships/font" Target="fonts/RobotoSerifMedium-boldItalic.fntdata"/><Relationship Id="rId11" Type="http://schemas.openxmlformats.org/officeDocument/2006/relationships/slide" Target="slides/slide1.xml"/><Relationship Id="rId10" Type="http://schemas.openxmlformats.org/officeDocument/2006/relationships/notesMaster" Target="notesMasters/notesMaster1.xml"/><Relationship Id="rId13" Type="http://schemas.openxmlformats.org/officeDocument/2006/relationships/slide" Target="slides/slide3.xml"/><Relationship Id="rId12" Type="http://schemas.openxmlformats.org/officeDocument/2006/relationships/slide" Target="slides/slide2.xml"/><Relationship Id="rId15" Type="http://schemas.openxmlformats.org/officeDocument/2006/relationships/slide" Target="slides/slide5.xml"/><Relationship Id="rId14" Type="http://schemas.openxmlformats.org/officeDocument/2006/relationships/slide" Target="slides/slide4.xml"/><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lib.utexas.edu/land-acknowledgement-statement"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g36d938a4fa3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7" name="Google Shape;1407;g36d938a4fa3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 I am Meryl Brodsky. I am a liaison librarian here at UT Libraries.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Today I’ll be presenting with Karina Sanchez, the Scholars Lab Librarian.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374317a2ba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7" name="Google Shape;1417;g374317a2ba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our itinerary for today.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session is geared towards newbie programmers. It’s at a basic level.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will find that tomorrow’s workshop covers some of the same topics. This is by design. It is to reinforce today’s learnings.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Don’t worry though. By the first 20-30 minutes of tomorrow’s workshop, we will pass where we get to today.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Two things of note: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1. The Software installation is optional today. We will be on hand to help you install Python and VS code. If you’ve had enough at the end of the instruction, and you want to leave, feel free. </a:t>
            </a:r>
            <a:r>
              <a:rPr lang="en"/>
              <a:t>However</a:t>
            </a:r>
            <a:r>
              <a:rPr lang="en"/>
              <a:t>, you will need the software installed by Thursday’s session, so please make sure you have it ready to go by Thursday.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 There will be a break between 1:30-1:40.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g3760d4582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8" name="Google Shape;1428;g3760d4582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60000"/>
              </a:lnSpc>
              <a:spcBef>
                <a:spcPts val="1200"/>
              </a:spcBef>
              <a:spcAft>
                <a:spcPts val="0"/>
              </a:spcAft>
              <a:buClr>
                <a:schemeClr val="dk1"/>
              </a:buClr>
              <a:buSzPts val="1100"/>
              <a:buFont typeface="Arial"/>
              <a:buNone/>
            </a:pPr>
            <a:r>
              <a:rPr lang="en" sz="1200">
                <a:solidFill>
                  <a:schemeClr val="dk1"/>
                </a:solidFill>
                <a:latin typeface="Twentieth Century"/>
                <a:ea typeface="Twentieth Century"/>
                <a:cs typeface="Twentieth Century"/>
                <a:sym typeface="Twentieth Century"/>
              </a:rPr>
              <a:t>I’d like to read our land acknowledgement. </a:t>
            </a:r>
            <a:r>
              <a:rPr lang="en" sz="1200">
                <a:solidFill>
                  <a:schemeClr val="dk1"/>
                </a:solidFill>
                <a:latin typeface="Twentieth Century"/>
                <a:ea typeface="Twentieth Century"/>
                <a:cs typeface="Twentieth Century"/>
                <a:sym typeface="Twentieth Century"/>
              </a:rPr>
              <a:t>We would like to acknowledge that UT Austin is on the Indigenous lands of Turtle Island, the ancestral name for what now is called North America.</a:t>
            </a:r>
            <a:endParaRPr sz="1200">
              <a:solidFill>
                <a:schemeClr val="dk1"/>
              </a:solidFill>
              <a:latin typeface="Twentieth Century"/>
              <a:ea typeface="Twentieth Century"/>
              <a:cs typeface="Twentieth Century"/>
              <a:sym typeface="Twentieth Century"/>
            </a:endParaRPr>
          </a:p>
          <a:p>
            <a:pPr indent="0" lvl="0" marL="0" rtl="0" algn="l">
              <a:spcBef>
                <a:spcPts val="1200"/>
              </a:spcBef>
              <a:spcAft>
                <a:spcPts val="0"/>
              </a:spcAft>
              <a:buClr>
                <a:schemeClr val="dk1"/>
              </a:buClr>
              <a:buSzPts val="1100"/>
              <a:buFont typeface="Arial"/>
              <a:buNone/>
            </a:pPr>
            <a:r>
              <a:rPr lang="en" sz="1200">
                <a:solidFill>
                  <a:schemeClr val="dk1"/>
                </a:solidFill>
                <a:latin typeface="Twentieth Century"/>
                <a:ea typeface="Twentieth Century"/>
                <a:cs typeface="Twentieth Century"/>
                <a:sym typeface="Twentieth Century"/>
              </a:rPr>
              <a:t>We would like to acknowledge the Alabama-Coushatta, Caddo, Carrizo/Comecrudo, Coahuiltecan, Comanche, Kickapoo, Lipan Apache, Tonkawa and Ysleta Del Sur Pueblo, and all the American Indian and Indigenous Peoples and communities who have been or have become a part of these lands and territories in Texas.</a:t>
            </a:r>
            <a:endParaRPr sz="1200">
              <a:solidFill>
                <a:schemeClr val="dk1"/>
              </a:solidFill>
              <a:latin typeface="Twentieth Century"/>
              <a:ea typeface="Twentieth Century"/>
              <a:cs typeface="Twentieth Century"/>
              <a:sym typeface="Twentieth Century"/>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Link to the full UTL land acknowledgement- </a:t>
            </a:r>
            <a:r>
              <a:rPr lang="en" u="sng">
                <a:solidFill>
                  <a:schemeClr val="hlink"/>
                </a:solidFill>
                <a:hlinkClick r:id="rId2"/>
              </a:rPr>
              <a:t>https://www.lib.utexas.edu/land-acknowledgement-statement</a:t>
            </a:r>
            <a:r>
              <a:rPr lang="en">
                <a:solidFill>
                  <a:schemeClr val="dk1"/>
                </a:solidFill>
              </a:rPr>
              <a: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g3b31f6cd526_0_1: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4" name="Google Shape;1434;g3b31f6cd526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SzPts val="1100"/>
              <a:buNone/>
            </a:pPr>
            <a:r>
              <a:rPr lang="en">
                <a:solidFill>
                  <a:schemeClr val="dk1"/>
                </a:solidFill>
              </a:rPr>
              <a:t>This workshop is online, so we will share links with you so that you can access all the materials yourself.</a:t>
            </a:r>
            <a:endParaRPr>
              <a:solidFill>
                <a:schemeClr val="dk1"/>
              </a:solidFill>
            </a:endParaRPr>
          </a:p>
          <a:p>
            <a:pPr indent="0" lvl="0" marL="0" rtl="0" algn="l">
              <a:lnSpc>
                <a:spcPct val="115000"/>
              </a:lnSpc>
              <a:spcBef>
                <a:spcPts val="600"/>
              </a:spcBef>
              <a:spcAft>
                <a:spcPts val="0"/>
              </a:spcAft>
              <a:buSzPts val="1100"/>
              <a:buNone/>
            </a:pPr>
            <a:r>
              <a:rPr lang="en">
                <a:solidFill>
                  <a:schemeClr val="dk1"/>
                </a:solidFill>
              </a:rPr>
              <a:t>The shared notes document is like a master list. This is where you will find links to other useful documents throughout the session. We will also ask you to note any lingering questions there, that we can address tomorrow before we get started on the new content.</a:t>
            </a:r>
            <a:endParaRPr sz="1300">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
                <a:solidFill>
                  <a:schemeClr val="dk1"/>
                </a:solidFill>
              </a:rPr>
              <a:t>Please ask questions in the chat. We have helpers for every session to help out if you have a problem or a question. You can put your question in the chat or contact them directly if you have questions. Helpers, please add helper to your chat names. </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
                <a:solidFill>
                  <a:schemeClr val="dk1"/>
                </a:solidFill>
              </a:rPr>
              <a:t>We have a break planned for ten minutes at 1:30 today. </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
                <a:solidFill>
                  <a:schemeClr val="dk1"/>
                </a:solidFill>
              </a:rPr>
              <a:t>We wil post our workshop materials on github.</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
                <a:solidFill>
                  <a:schemeClr val="dk1"/>
                </a:solidFill>
              </a:rPr>
              <a:t>Last, we will record the workshop and send the link to those who registered. It will not be shared on a website.</a:t>
            </a:r>
            <a:endParaRPr>
              <a:solidFill>
                <a:schemeClr val="dk1"/>
              </a:solidFill>
            </a:endParaRPr>
          </a:p>
          <a:p>
            <a:pPr indent="0" lvl="0" marL="0" rtl="0" algn="l">
              <a:lnSpc>
                <a:spcPct val="115000"/>
              </a:lnSpc>
              <a:spcBef>
                <a:spcPts val="800"/>
              </a:spcBef>
              <a:spcAft>
                <a:spcPts val="0"/>
              </a:spcAft>
              <a:buClr>
                <a:schemeClr val="dk1"/>
              </a:buClr>
              <a:buSzPts val="1100"/>
              <a:buFont typeface="Arial"/>
              <a:buNone/>
            </a:pPr>
            <a:r>
              <a:t/>
            </a:r>
            <a:endParaRPr sz="1400">
              <a:solidFill>
                <a:schemeClr val="dk1"/>
              </a:solidFill>
              <a:highlight>
                <a:schemeClr val="lt1"/>
              </a:highlight>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3b31f6cd526_0_2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0" name="Google Shape;1440;g3b31f6cd526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Here are the helpers, who will also be instructors at some point in this workshop. </a:t>
            </a:r>
            <a:endParaRPr sz="12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They are: </a:t>
            </a:r>
            <a:endParaRPr sz="12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Alex Marden, GIS and Geospatial Coordinator</a:t>
            </a:r>
            <a:endParaRPr sz="12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Anna McGilvray, Liaison Librarian for Physical &amp; Computational Sciences</a:t>
            </a:r>
            <a:endParaRPr sz="12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Bryan Gee, Open Research Coordinator for Data &amp; Software</a:t>
            </a:r>
            <a:endParaRPr sz="12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Ian Goodale, European Studies Librarian</a:t>
            </a:r>
            <a:endParaRPr sz="12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Jeremy Thompson, Digital Processing Archivist </a:t>
            </a:r>
            <a:endParaRPr sz="12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Karina Sanchez, Scholars Lab Librarian</a:t>
            </a:r>
            <a:endParaRPr sz="12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200">
                <a:solidFill>
                  <a:schemeClr val="dk1"/>
                </a:solidFill>
              </a:rPr>
              <a:t>Michael Shensky, Head of the Research Data Services Group</a:t>
            </a:r>
            <a:endParaRPr sz="1400">
              <a:solidFill>
                <a:schemeClr val="dk1"/>
              </a:solidFill>
              <a:highlight>
                <a:schemeClr val="lt1"/>
              </a:highlight>
            </a:endParaRPr>
          </a:p>
          <a:p>
            <a:pPr indent="0" lvl="0" marL="0" rtl="0" algn="l">
              <a:lnSpc>
                <a:spcPct val="115000"/>
              </a:lnSpc>
              <a:spcBef>
                <a:spcPts val="600"/>
              </a:spcBef>
              <a:spcAft>
                <a:spcPts val="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3b31f6cd526_0_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9" name="Google Shape;1469;g3b31f6cd526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We’ve got other workshops and workshop series coming up in the Spring that may interest you.</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Here are two. </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AutoNum type="arabicPeriod"/>
            </a:pPr>
            <a:r>
              <a:rPr lang="en"/>
              <a:t>Data &amp; Donuts is a workshop series specifically related to data and software. These are a little over an hour and most are virtual or hybrid.</a:t>
            </a:r>
            <a:endParaRPr/>
          </a:p>
          <a:p>
            <a:pPr indent="-298450" lvl="0" marL="457200" rtl="0" algn="l">
              <a:lnSpc>
                <a:spcPct val="100000"/>
              </a:lnSpc>
              <a:spcBef>
                <a:spcPts val="0"/>
              </a:spcBef>
              <a:spcAft>
                <a:spcPts val="0"/>
              </a:spcAft>
              <a:buSzPts val="1100"/>
              <a:buAutoNum type="arabicPeriod"/>
            </a:pPr>
            <a:r>
              <a:rPr lang="en"/>
              <a:t>Using AI for Research series is on AI tools and how to use them for research purposes. </a:t>
            </a:r>
            <a:r>
              <a:rPr lang="en"/>
              <a:t>The</a:t>
            </a:r>
            <a:r>
              <a:rPr lang="en"/>
              <a:t> one </a:t>
            </a:r>
            <a:r>
              <a:rPr lang="en"/>
              <a:t>highlighted</a:t>
            </a:r>
            <a:r>
              <a:rPr lang="en"/>
              <a:t> here is on Using AI for working on research code and data.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
              <a:t>To find library workshops, you can go to our home page, and search the Events section of the page. Most workshops require preregistration.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3" name="Shape 1483"/>
        <p:cNvGrpSpPr/>
        <p:nvPr/>
      </p:nvGrpSpPr>
      <p:grpSpPr>
        <a:xfrm>
          <a:off x="0" y="0"/>
          <a:ext cx="0" cy="0"/>
          <a:chOff x="0" y="0"/>
          <a:chExt cx="0" cy="0"/>
        </a:xfrm>
      </p:grpSpPr>
      <p:sp>
        <p:nvSpPr>
          <p:cNvPr id="1484" name="Google Shape;1484;g3b31f6cd526_0_48: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5" name="Google Shape;1485;g3b31f6cd526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We also would like to introduce a code of conduct. Please:</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Use welcoming and inclusive language</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Be respectful of different viewpoints and experiences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Gracefully accept constructive criticism</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Focus on what is best for </a:t>
            </a:r>
            <a:r>
              <a:rPr lang="en" u="sng">
                <a:solidFill>
                  <a:schemeClr val="dk1"/>
                </a:solidFill>
              </a:rPr>
              <a:t>all</a:t>
            </a:r>
            <a:r>
              <a:rPr lang="en">
                <a:solidFill>
                  <a:schemeClr val="dk1"/>
                </a:solidFill>
              </a:rPr>
              <a:t> of us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Show courtesy and respect towards each other</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Contact any of us who are instructors or helpers with any code of conduct concerns.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9" name="Shape 1489"/>
        <p:cNvGrpSpPr/>
        <p:nvPr/>
      </p:nvGrpSpPr>
      <p:grpSpPr>
        <a:xfrm>
          <a:off x="0" y="0"/>
          <a:ext cx="0" cy="0"/>
          <a:chOff x="0" y="0"/>
          <a:chExt cx="0" cy="0"/>
        </a:xfrm>
      </p:grpSpPr>
      <p:sp>
        <p:nvSpPr>
          <p:cNvPr id="1490" name="Google Shape;1490;g36d938a4fa3_0_1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1" name="Google Shape;1491;g36d938a4fa3_0_1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 our goal is introduce you to working with Python. We’ll go over basic vocabulary terms, and you’ll get a chance to actually do some programming using Google Colab, an Integrated Development Environment, and I’ll talk more about what that is in a moment.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 we’ll talk about how to get help outside of this workshop.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9" name="Shape 1499"/>
        <p:cNvGrpSpPr/>
        <p:nvPr/>
      </p:nvGrpSpPr>
      <p:grpSpPr>
        <a:xfrm>
          <a:off x="0" y="0"/>
          <a:ext cx="0" cy="0"/>
          <a:chOff x="0" y="0"/>
          <a:chExt cx="0" cy="0"/>
        </a:xfrm>
      </p:grpSpPr>
      <p:sp>
        <p:nvSpPr>
          <p:cNvPr id="1500" name="Google Shape;1500;g36d938a4fa3_0_2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1" name="Google Shape;1501;g36d938a4fa3_0_2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Python 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open source programming language. This means that it’s free. It’s regularly updated, and there is a large user community. That user community comes in handy when you have questions or problems.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Python is the fastest-growing language in computer programming.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a:t>
            </a:r>
            <a:r>
              <a:rPr lang="en"/>
              <a:t>should</a:t>
            </a:r>
            <a:r>
              <a:rPr lang="en"/>
              <a:t> learn it because it is:</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Compatible with Windows, Mac &amp; Linux</a:t>
            </a:r>
            <a:endParaRPr/>
          </a:p>
          <a:p>
            <a:pPr indent="-298450" lvl="0" marL="457200" rtl="0" algn="l">
              <a:spcBef>
                <a:spcPts val="0"/>
              </a:spcBef>
              <a:spcAft>
                <a:spcPts val="0"/>
              </a:spcAft>
              <a:buSzPts val="1100"/>
              <a:buChar char="●"/>
            </a:pPr>
            <a:r>
              <a:rPr lang="en"/>
              <a:t>It’s used in a </a:t>
            </a:r>
            <a:r>
              <a:rPr lang="en"/>
              <a:t>variety</a:t>
            </a:r>
            <a:r>
              <a:rPr lang="en"/>
              <a:t> of fields and disciplines</a:t>
            </a:r>
            <a:endParaRPr/>
          </a:p>
          <a:p>
            <a:pPr indent="-298450" lvl="0" marL="457200" rtl="0" algn="l">
              <a:spcBef>
                <a:spcPts val="0"/>
              </a:spcBef>
              <a:spcAft>
                <a:spcPts val="0"/>
              </a:spcAft>
              <a:buSzPts val="1100"/>
              <a:buChar char="●"/>
            </a:pPr>
            <a:r>
              <a:rPr lang="en"/>
              <a:t>Flexible, in that it supports working with both numeric and text data</a:t>
            </a:r>
            <a:endParaRPr/>
          </a:p>
          <a:p>
            <a:pPr indent="-298450" lvl="0" marL="457200" rtl="0" algn="l">
              <a:spcBef>
                <a:spcPts val="0"/>
              </a:spcBef>
              <a:spcAft>
                <a:spcPts val="0"/>
              </a:spcAft>
              <a:buSzPts val="1100"/>
              <a:buChar char="●"/>
            </a:pPr>
            <a:r>
              <a:rPr lang="en"/>
              <a:t>Also, there are many open source packages, which can help to automate certain functions. We’ll talk more about these later.</a:t>
            </a:r>
            <a:endParaRPr/>
          </a:p>
          <a:p>
            <a:pPr indent="-298450" lvl="0" marL="457200" rtl="0" algn="l">
              <a:spcBef>
                <a:spcPts val="0"/>
              </a:spcBef>
              <a:spcAft>
                <a:spcPts val="0"/>
              </a:spcAft>
              <a:buSzPts val="1100"/>
              <a:buChar char="●"/>
            </a:pPr>
            <a:r>
              <a:rPr lang="en"/>
              <a:t>Since lots of people are using Python, it’s more useful to share Python code, which can foster reproducibility, which contributes to “open science.”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g36d938a4fa3_0_5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8" name="Google Shape;1508;g36d938a4fa3_0_5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Python can be used for Text mining, that is looking for words or sentiments expressed in text once it is in a </a:t>
            </a:r>
            <a:r>
              <a:rPr lang="en"/>
              <a:t>machine</a:t>
            </a:r>
            <a:r>
              <a:rPr lang="en"/>
              <a:t> readable format. There is a good deal of humanities and social sciences research that uses this kind of analytical technique.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It’s used for Web Scraping, that is to pull data from websites.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an be used for file management or analyzing data, as well as editing data, and visualizing data – that is creating graphs or charts.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Python is used in scientific fields like physics, chemistry, and bioinformatics for simulations and modeling.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3" name="Shape 1513"/>
        <p:cNvGrpSpPr/>
        <p:nvPr/>
      </p:nvGrpSpPr>
      <p:grpSpPr>
        <a:xfrm>
          <a:off x="0" y="0"/>
          <a:ext cx="0" cy="0"/>
          <a:chOff x="0" y="0"/>
          <a:chExt cx="0" cy="0"/>
        </a:xfrm>
      </p:grpSpPr>
      <p:sp>
        <p:nvSpPr>
          <p:cNvPr id="1514" name="Google Shape;1514;g36f5b293a5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5" name="Google Shape;1515;g36f5b293a5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Colab is a</a:t>
            </a:r>
            <a:r>
              <a:rPr lang="en"/>
              <a:t>n integrated development environment, or IDE. An IDE is a software application that provides a user interface for software development.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It’s kind of like a shell that makes working with a programming </a:t>
            </a:r>
            <a:r>
              <a:rPr lang="en"/>
              <a:t>language</a:t>
            </a:r>
            <a:r>
              <a:rPr lang="en"/>
              <a:t> easier.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IDEs can enhance productivity and efficiency by offering features like code completion, syntax highlighting, and identifying where there are problems.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can also help with project management by being able to download </a:t>
            </a:r>
            <a:r>
              <a:rPr lang="en"/>
              <a:t>replicable</a:t>
            </a:r>
            <a:r>
              <a:rPr lang="en"/>
              <a:t> code or upload files.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IDEs makes it easier to write code. They improves code quality because it catches typos and other errors, and sometimes make suggestions for fixes. Also, you can share work in an IDE and work with other people.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g36d938a4fa3_0_3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4" name="Google Shape;1524;g36d938a4fa3_0_3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Google Colab, is a free, cloud-based environment for writing and executing Python code. It's essentially a browser-based Jupyter Notebook environment, allowing users to combine code, text, images, and other media.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works particularly well for education because it is browser-based, so no software installation is required.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Just so you know, you’ll have access to the Colab Notebooks and our slides, after the workshop.</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g374317a2ba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2" name="Google Shape;1532;g374317a2ba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a link to the Colab Notebook we’ll use for today’s workshop. Please open it up now.</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6" name="Shape 1536"/>
        <p:cNvGrpSpPr/>
        <p:nvPr/>
      </p:nvGrpSpPr>
      <p:grpSpPr>
        <a:xfrm>
          <a:off x="0" y="0"/>
          <a:ext cx="0" cy="0"/>
          <a:chOff x="0" y="0"/>
          <a:chExt cx="0" cy="0"/>
        </a:xfrm>
      </p:grpSpPr>
      <p:sp>
        <p:nvSpPr>
          <p:cNvPr id="1537" name="Google Shape;1537;g36f5b293a5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8" name="Google Shape;1538;g36f5b293a5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Date	5 July 2006</a:t>
            </a:r>
            <a:endParaRPr/>
          </a:p>
          <a:p>
            <a:pPr indent="0" lvl="0" marL="0" rtl="0" algn="l">
              <a:spcBef>
                <a:spcPts val="0"/>
              </a:spcBef>
              <a:spcAft>
                <a:spcPts val="0"/>
              </a:spcAft>
              <a:buNone/>
            </a:pPr>
            <a:r>
              <a:rPr lang="en"/>
              <a:t>Source	https://www.flickr.com/photos/gracewong/183286968</a:t>
            </a:r>
            <a:endParaRPr/>
          </a:p>
          <a:p>
            <a:pPr indent="0" lvl="0" marL="0" rtl="0" algn="l">
              <a:spcBef>
                <a:spcPts val="0"/>
              </a:spcBef>
              <a:spcAft>
                <a:spcPts val="0"/>
              </a:spcAft>
              <a:buNone/>
            </a:pPr>
            <a:r>
              <a:rPr lang="en"/>
              <a:t>Author	Tommy Wong</a:t>
            </a:r>
            <a:endParaRPr/>
          </a:p>
          <a:p>
            <a:pPr indent="0" lvl="0" marL="0" rtl="0" algn="l">
              <a:spcBef>
                <a:spcPts val="0"/>
              </a:spcBef>
              <a:spcAft>
                <a:spcPts val="0"/>
              </a:spcAft>
              <a:buNone/>
            </a:pPr>
            <a:r>
              <a:rPr lang="en"/>
              <a:t>Permission: (Reusing this file)	Free content licence.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4" name="Shape 1544"/>
        <p:cNvGrpSpPr/>
        <p:nvPr/>
      </p:nvGrpSpPr>
      <p:grpSpPr>
        <a:xfrm>
          <a:off x="0" y="0"/>
          <a:ext cx="0" cy="0"/>
          <a:chOff x="0" y="0"/>
          <a:chExt cx="0" cy="0"/>
        </a:xfrm>
      </p:grpSpPr>
      <p:sp>
        <p:nvSpPr>
          <p:cNvPr id="1545" name="Google Shape;1545;g36d938a4fa3_0_4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6" name="Google Shape;1546;g36d938a4fa3_0_4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Here are some extra resources that we have found to be helpful.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search for help when you’re having a question or problem, you can also use Google and </a:t>
            </a:r>
            <a:r>
              <a:rPr lang="en"/>
              <a:t>thai</a:t>
            </a:r>
            <a:r>
              <a:rPr lang="en"/>
              <a:t> will likely turn up responses from Reddit or Stack Overflow.</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4" name="Shape 1554"/>
        <p:cNvGrpSpPr/>
        <p:nvPr/>
      </p:nvGrpSpPr>
      <p:grpSpPr>
        <a:xfrm>
          <a:off x="0" y="0"/>
          <a:ext cx="0" cy="0"/>
          <a:chOff x="0" y="0"/>
          <a:chExt cx="0" cy="0"/>
        </a:xfrm>
      </p:grpSpPr>
      <p:sp>
        <p:nvSpPr>
          <p:cNvPr id="1555" name="Google Shape;1555;g36d938a4fa3_0_4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6" name="Google Shape;1556;g36d938a4fa3_0_4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Please fill out our assessment form linked here.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4" name="Shape 1564"/>
        <p:cNvGrpSpPr/>
        <p:nvPr/>
      </p:nvGrpSpPr>
      <p:grpSpPr>
        <a:xfrm>
          <a:off x="0" y="0"/>
          <a:ext cx="0" cy="0"/>
          <a:chOff x="0" y="0"/>
          <a:chExt cx="0" cy="0"/>
        </a:xfrm>
      </p:grpSpPr>
      <p:sp>
        <p:nvSpPr>
          <p:cNvPr id="1565" name="Google Shape;1565;g36f5b293a5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6" name="Google Shape;1566;g36f5b293a5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four different pieces of </a:t>
            </a:r>
            <a:r>
              <a:rPr lang="en"/>
              <a:t>software</a:t>
            </a:r>
            <a:r>
              <a:rPr lang="en"/>
              <a:t> that we will use during </a:t>
            </a:r>
            <a:r>
              <a:rPr lang="en" u="sng"/>
              <a:t>Thursday’s</a:t>
            </a:r>
            <a:r>
              <a:rPr lang="en"/>
              <a:t> workshop, including Git and Github. Today we’re focusing on Python and Visual Studio Code (an IDE for Python)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like, you can install them now, or begin to install them, and we will be on hand to help you.</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you’ve had enough today, feel free to leave, and we’ll see you tomorrow.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You’ll have another opportunity to install this software at the end of tomorrow’s workshop.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tomorrow, you may see or hear some of the same concepts that we discussed today. It’s not all the same, and tomorrow’s workshop will move on from the introductory material pretty quickly.</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1" name="Shape 1571"/>
        <p:cNvGrpSpPr/>
        <p:nvPr/>
      </p:nvGrpSpPr>
      <p:grpSpPr>
        <a:xfrm>
          <a:off x="0" y="0"/>
          <a:ext cx="0" cy="0"/>
          <a:chOff x="0" y="0"/>
          <a:chExt cx="0" cy="0"/>
        </a:xfrm>
      </p:grpSpPr>
      <p:sp>
        <p:nvSpPr>
          <p:cNvPr id="1572" name="Google Shape;1572;g36d938a4fa3_0_5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3" name="Google Shape;1573;g36d938a4fa3_0_5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8" name="Shape 1578"/>
        <p:cNvGrpSpPr/>
        <p:nvPr/>
      </p:nvGrpSpPr>
      <p:grpSpPr>
        <a:xfrm>
          <a:off x="0" y="0"/>
          <a:ext cx="0" cy="0"/>
          <a:chOff x="0" y="0"/>
          <a:chExt cx="0" cy="0"/>
        </a:xfrm>
      </p:grpSpPr>
      <p:sp>
        <p:nvSpPr>
          <p:cNvPr id="1579" name="Google Shape;1579;g36d938a4fa3_0_38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0" name="Google Shape;1580;g36d938a4fa3_0_38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5" name="Shape 1585"/>
        <p:cNvGrpSpPr/>
        <p:nvPr/>
      </p:nvGrpSpPr>
      <p:grpSpPr>
        <a:xfrm>
          <a:off x="0" y="0"/>
          <a:ext cx="0" cy="0"/>
          <a:chOff x="0" y="0"/>
          <a:chExt cx="0" cy="0"/>
        </a:xfrm>
      </p:grpSpPr>
      <p:sp>
        <p:nvSpPr>
          <p:cNvPr id="1586" name="Google Shape;1586;g375e3ea66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7" name="Google Shape;1587;g375e3ea66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troubleshooting document. You can use it if the standard downloading instructions don’t work. There are Windows and Mac sections.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may have other issues, depending on whether your computer is owned by the university and you’re a staff person, or the age of your </a:t>
            </a:r>
            <a:r>
              <a:rPr lang="en"/>
              <a:t>computer</a:t>
            </a:r>
            <a:r>
              <a:rPr lang="en"/>
              <a:t>, or whether you’ve downloaded python and VS code before.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54" name="Shape 54"/>
        <p:cNvGrpSpPr/>
        <p:nvPr/>
      </p:nvGrpSpPr>
      <p:grpSpPr>
        <a:xfrm>
          <a:off x="0" y="0"/>
          <a:ext cx="0" cy="0"/>
          <a:chOff x="0" y="0"/>
          <a:chExt cx="0" cy="0"/>
        </a:xfrm>
      </p:grpSpPr>
      <p:sp>
        <p:nvSpPr>
          <p:cNvPr id="55" name="Google Shape;55;p1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txBox="1"/>
          <p:nvPr>
            <p:ph type="ctrTitle"/>
          </p:nvPr>
        </p:nvSpPr>
        <p:spPr>
          <a:xfrm>
            <a:off x="1609200" y="1424875"/>
            <a:ext cx="5925600" cy="2079300"/>
          </a:xfrm>
          <a:prstGeom prst="rect">
            <a:avLst/>
          </a:prstGeom>
          <a:noFill/>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7" name="Google Shape;57;p14"/>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58" name="Shape 58"/>
        <p:cNvGrpSpPr/>
        <p:nvPr/>
      </p:nvGrpSpPr>
      <p:grpSpPr>
        <a:xfrm>
          <a:off x="0" y="0"/>
          <a:ext cx="0" cy="0"/>
          <a:chOff x="0" y="0"/>
          <a:chExt cx="0" cy="0"/>
        </a:xfrm>
      </p:grpSpPr>
      <p:sp>
        <p:nvSpPr>
          <p:cNvPr id="59" name="Google Shape;59;p1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5"/>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1" name="Google Shape;61;p15"/>
          <p:cNvSpPr txBox="1"/>
          <p:nvPr>
            <p:ph hasCustomPrompt="1" idx="2" type="title"/>
          </p:nvPr>
        </p:nvSpPr>
        <p:spPr>
          <a:xfrm>
            <a:off x="1959250" y="1854500"/>
            <a:ext cx="1189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dk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2" name="Google Shape;62;p15"/>
          <p:cNvSpPr txBox="1"/>
          <p:nvPr>
            <p:ph idx="1" type="subTitle"/>
          </p:nvPr>
        </p:nvSpPr>
        <p:spPr>
          <a:xfrm>
            <a:off x="1959250" y="2939075"/>
            <a:ext cx="5225400" cy="446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63" name="Google Shape;63;p15"/>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64" name="Google Shape;64;p1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5" name="Google Shape;65;p1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 name="Google Shape;66;p1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7" name="Google Shape;67;p1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8" name="Google Shape;68;p1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9" name="Google Shape;69;p1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0" name="Google Shape;70;p15"/>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1" name="Shape 71"/>
        <p:cNvGrpSpPr/>
        <p:nvPr/>
      </p:nvGrpSpPr>
      <p:grpSpPr>
        <a:xfrm>
          <a:off x="0" y="0"/>
          <a:ext cx="0" cy="0"/>
          <a:chOff x="0" y="0"/>
          <a:chExt cx="0" cy="0"/>
        </a:xfrm>
      </p:grpSpPr>
      <p:sp>
        <p:nvSpPr>
          <p:cNvPr id="72" name="Google Shape;72;p1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 name="Google Shape;73;p1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4" name="Google Shape;74;p1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 name="Google Shape;75;p1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6" name="Google Shape;76;p1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7" name="Google Shape;77;p1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8" name="Google Shape;78;p1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9" name="Google Shape;79;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0" name="Google Shape;80;p16"/>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2"/>
              </a:buClr>
              <a:buSzPts val="800"/>
              <a:buFont typeface="Nunito Light"/>
              <a:buChar char="●"/>
              <a:defRPr/>
            </a:lvl1pPr>
            <a:lvl2pPr indent="-304800" lvl="1" marL="914400">
              <a:spcBef>
                <a:spcPts val="0"/>
              </a:spcBef>
              <a:spcAft>
                <a:spcPts val="0"/>
              </a:spcAft>
              <a:buSzPts val="1200"/>
              <a:buFont typeface="Nunito Light"/>
              <a:buChar char="○"/>
              <a:defRPr/>
            </a:lvl2pPr>
            <a:lvl3pPr indent="-304800" lvl="2" marL="1371600">
              <a:lnSpc>
                <a:spcPct val="115000"/>
              </a:lnSpc>
              <a:spcBef>
                <a:spcPts val="0"/>
              </a:spcBef>
              <a:spcAft>
                <a:spcPts val="0"/>
              </a:spcAft>
              <a:buClr>
                <a:srgbClr val="FFC800"/>
              </a:buClr>
              <a:buSzPts val="1200"/>
              <a:buFont typeface="Nunito Light"/>
              <a:buChar char="■"/>
              <a:defRPr/>
            </a:lvl3pPr>
            <a:lvl4pPr indent="-304800" lvl="3" marL="1828800">
              <a:lnSpc>
                <a:spcPct val="115000"/>
              </a:lnSpc>
              <a:spcBef>
                <a:spcPts val="1600"/>
              </a:spcBef>
              <a:spcAft>
                <a:spcPts val="0"/>
              </a:spcAft>
              <a:buClr>
                <a:srgbClr val="FFC800"/>
              </a:buClr>
              <a:buSzPts val="1200"/>
              <a:buFont typeface="Nunito Light"/>
              <a:buChar char="●"/>
              <a:defRPr/>
            </a:lvl4pPr>
            <a:lvl5pPr indent="-304800" lvl="4" marL="2286000">
              <a:lnSpc>
                <a:spcPct val="115000"/>
              </a:lnSpc>
              <a:spcBef>
                <a:spcPts val="1600"/>
              </a:spcBef>
              <a:spcAft>
                <a:spcPts val="0"/>
              </a:spcAft>
              <a:buClr>
                <a:srgbClr val="434343"/>
              </a:buClr>
              <a:buSzPts val="1200"/>
              <a:buFont typeface="Nunito Light"/>
              <a:buChar char="○"/>
              <a:defRPr/>
            </a:lvl5pPr>
            <a:lvl6pPr indent="-304800" lvl="5" marL="2743200">
              <a:lnSpc>
                <a:spcPct val="115000"/>
              </a:lnSpc>
              <a:spcBef>
                <a:spcPts val="1600"/>
              </a:spcBef>
              <a:spcAft>
                <a:spcPts val="0"/>
              </a:spcAft>
              <a:buClr>
                <a:srgbClr val="434343"/>
              </a:buClr>
              <a:buSzPts val="1200"/>
              <a:buFont typeface="Nunito Light"/>
              <a:buChar char="■"/>
              <a:defRPr/>
            </a:lvl6pPr>
            <a:lvl7pPr indent="-304800" lvl="6" marL="3200400">
              <a:lnSpc>
                <a:spcPct val="115000"/>
              </a:lnSpc>
              <a:spcBef>
                <a:spcPts val="1600"/>
              </a:spcBef>
              <a:spcAft>
                <a:spcPts val="0"/>
              </a:spcAft>
              <a:buClr>
                <a:srgbClr val="434343"/>
              </a:buClr>
              <a:buSzPts val="1200"/>
              <a:buFont typeface="Nunito Light"/>
              <a:buChar char="●"/>
              <a:defRPr/>
            </a:lvl7pPr>
            <a:lvl8pPr indent="-304800" lvl="7" marL="3657600">
              <a:lnSpc>
                <a:spcPct val="115000"/>
              </a:lnSpc>
              <a:spcBef>
                <a:spcPts val="1600"/>
              </a:spcBef>
              <a:spcAft>
                <a:spcPts val="0"/>
              </a:spcAft>
              <a:buClr>
                <a:srgbClr val="434343"/>
              </a:buClr>
              <a:buSzPts val="1200"/>
              <a:buFont typeface="Nunito Light"/>
              <a:buChar char="○"/>
              <a:defRPr/>
            </a:lvl8pPr>
            <a:lvl9pPr indent="-304800" lvl="8" marL="4114800">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1" name="Shape 81"/>
        <p:cNvGrpSpPr/>
        <p:nvPr/>
      </p:nvGrpSpPr>
      <p:grpSpPr>
        <a:xfrm>
          <a:off x="0" y="0"/>
          <a:ext cx="0" cy="0"/>
          <a:chOff x="0" y="0"/>
          <a:chExt cx="0" cy="0"/>
        </a:xfrm>
      </p:grpSpPr>
      <p:sp>
        <p:nvSpPr>
          <p:cNvPr id="82" name="Google Shape;82;p1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 name="Google Shape;83;p1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4" name="Google Shape;84;p1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 name="Google Shape;85;p1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6" name="Google Shape;86;p1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87" name="Google Shape;87;p1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88" name="Google Shape;88;p1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89" name="Google Shape;89;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 name="Google Shape;90;p17"/>
          <p:cNvSpPr txBox="1"/>
          <p:nvPr>
            <p:ph idx="1" type="subTitle"/>
          </p:nvPr>
        </p:nvSpPr>
        <p:spPr>
          <a:xfrm>
            <a:off x="4747387"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91" name="Google Shape;91;p17"/>
          <p:cNvSpPr txBox="1"/>
          <p:nvPr>
            <p:ph idx="2" type="subTitle"/>
          </p:nvPr>
        </p:nvSpPr>
        <p:spPr>
          <a:xfrm>
            <a:off x="726675"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92" name="Google Shape;92;p17"/>
          <p:cNvSpPr txBox="1"/>
          <p:nvPr>
            <p:ph idx="3" type="subTitle"/>
          </p:nvPr>
        </p:nvSpPr>
        <p:spPr>
          <a:xfrm>
            <a:off x="7266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93" name="Google Shape;93;p17"/>
          <p:cNvSpPr txBox="1"/>
          <p:nvPr>
            <p:ph idx="4" type="subTitle"/>
          </p:nvPr>
        </p:nvSpPr>
        <p:spPr>
          <a:xfrm>
            <a:off x="47473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1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6" name="Google Shape;96;p1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7" name="Google Shape;97;p1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 name="Google Shape;98;p1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9" name="Google Shape;99;p1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0" name="Google Shape;100;p1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01" name="Google Shape;101;p1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2" name="Google Shape;102;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3" name="Shape 103"/>
        <p:cNvGrpSpPr/>
        <p:nvPr/>
      </p:nvGrpSpPr>
      <p:grpSpPr>
        <a:xfrm>
          <a:off x="0" y="0"/>
          <a:ext cx="0" cy="0"/>
          <a:chOff x="0" y="0"/>
          <a:chExt cx="0" cy="0"/>
        </a:xfrm>
      </p:grpSpPr>
      <p:sp>
        <p:nvSpPr>
          <p:cNvPr id="104" name="Google Shape;104;p1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5" name="Google Shape;105;p1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6" name="Google Shape;106;p1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 name="Google Shape;107;p1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08" name="Google Shape;108;p1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9" name="Google Shape;109;p1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10" name="Google Shape;110;p1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11" name="Google Shape;111;p19"/>
          <p:cNvSpPr txBox="1"/>
          <p:nvPr>
            <p:ph type="title"/>
          </p:nvPr>
        </p:nvSpPr>
        <p:spPr>
          <a:xfrm>
            <a:off x="720000" y="445025"/>
            <a:ext cx="62664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2" name="Google Shape;112;p19"/>
          <p:cNvSpPr txBox="1"/>
          <p:nvPr>
            <p:ph idx="1" type="subTitle"/>
          </p:nvPr>
        </p:nvSpPr>
        <p:spPr>
          <a:xfrm>
            <a:off x="720000" y="1347250"/>
            <a:ext cx="7324500" cy="31734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3" name="Shape 113"/>
        <p:cNvGrpSpPr/>
        <p:nvPr/>
      </p:nvGrpSpPr>
      <p:grpSpPr>
        <a:xfrm>
          <a:off x="0" y="0"/>
          <a:ext cx="0" cy="0"/>
          <a:chOff x="0" y="0"/>
          <a:chExt cx="0" cy="0"/>
        </a:xfrm>
      </p:grpSpPr>
      <p:sp>
        <p:nvSpPr>
          <p:cNvPr id="114" name="Google Shape;114;p2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0"/>
          <p:cNvSpPr txBox="1"/>
          <p:nvPr>
            <p:ph type="title"/>
          </p:nvPr>
        </p:nvSpPr>
        <p:spPr>
          <a:xfrm>
            <a:off x="969825" y="2079259"/>
            <a:ext cx="7204500" cy="8790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116" name="Google Shape;116;p2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7" name="Google Shape;117;p2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8" name="Google Shape;118;p2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9" name="Google Shape;119;p2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0" name="Google Shape;120;p2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1" name="Google Shape;121;p2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2" name="Shape 122"/>
        <p:cNvGrpSpPr/>
        <p:nvPr/>
      </p:nvGrpSpPr>
      <p:grpSpPr>
        <a:xfrm>
          <a:off x="0" y="0"/>
          <a:ext cx="0" cy="0"/>
          <a:chOff x="0" y="0"/>
          <a:chExt cx="0" cy="0"/>
        </a:xfrm>
      </p:grpSpPr>
      <p:sp>
        <p:nvSpPr>
          <p:cNvPr id="123" name="Google Shape;123;p21"/>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4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4" name="Google Shape;124;p21"/>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5" name="Google Shape;125;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6" name="Shape 126"/>
        <p:cNvGrpSpPr/>
        <p:nvPr/>
      </p:nvGrpSpPr>
      <p:grpSpPr>
        <a:xfrm>
          <a:off x="0" y="0"/>
          <a:ext cx="0" cy="0"/>
          <a:chOff x="0" y="0"/>
          <a:chExt cx="0" cy="0"/>
        </a:xfrm>
      </p:grpSpPr>
      <p:sp>
        <p:nvSpPr>
          <p:cNvPr id="127" name="Google Shape;127;p22"/>
          <p:cNvSpPr/>
          <p:nvPr>
            <p:ph idx="2" type="pic"/>
          </p:nvPr>
        </p:nvSpPr>
        <p:spPr>
          <a:xfrm>
            <a:off x="0" y="0"/>
            <a:ext cx="9144000" cy="5143500"/>
          </a:xfrm>
          <a:prstGeom prst="rect">
            <a:avLst/>
          </a:prstGeom>
          <a:noFill/>
          <a:ln>
            <a:noFill/>
          </a:ln>
        </p:spPr>
      </p:sp>
      <p:sp>
        <p:nvSpPr>
          <p:cNvPr id="128" name="Google Shape;128;p22"/>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spcBef>
                <a:spcPts val="0"/>
              </a:spcBef>
              <a:spcAft>
                <a:spcPts val="0"/>
              </a:spcAft>
              <a:buSzPts val="3000"/>
              <a:buNone/>
              <a:defRPr>
                <a:solidFill>
                  <a:schemeClr val="dk2"/>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9" name="Shape 129"/>
        <p:cNvGrpSpPr/>
        <p:nvPr/>
      </p:nvGrpSpPr>
      <p:grpSpPr>
        <a:xfrm>
          <a:off x="0" y="0"/>
          <a:ext cx="0" cy="0"/>
          <a:chOff x="0" y="0"/>
          <a:chExt cx="0" cy="0"/>
        </a:xfrm>
      </p:grpSpPr>
      <p:sp>
        <p:nvSpPr>
          <p:cNvPr id="130" name="Google Shape;130;p2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1" name="Google Shape;131;p2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2" name="Google Shape;132;p2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3" name="Google Shape;133;p2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4" name="Google Shape;134;p2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35" name="Google Shape;135;p2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36" name="Google Shape;136;p2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37" name="Google Shape;137;p23"/>
          <p:cNvSpPr txBox="1"/>
          <p:nvPr>
            <p:ph hasCustomPrompt="1" type="title"/>
          </p:nvPr>
        </p:nvSpPr>
        <p:spPr>
          <a:xfrm>
            <a:off x="1284000" y="1429725"/>
            <a:ext cx="6576000" cy="14088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38" name="Google Shape;138;p23"/>
          <p:cNvSpPr txBox="1"/>
          <p:nvPr>
            <p:ph idx="1" type="subTitle"/>
          </p:nvPr>
        </p:nvSpPr>
        <p:spPr>
          <a:xfrm>
            <a:off x="1284000" y="2985500"/>
            <a:ext cx="6576000" cy="497100"/>
          </a:xfrm>
          <a:prstGeom prst="rect">
            <a:avLst/>
          </a:prstGeom>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139" name="Shape 139"/>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40" name="Shape 140"/>
        <p:cNvGrpSpPr/>
        <p:nvPr/>
      </p:nvGrpSpPr>
      <p:grpSpPr>
        <a:xfrm>
          <a:off x="0" y="0"/>
          <a:ext cx="0" cy="0"/>
          <a:chOff x="0" y="0"/>
          <a:chExt cx="0" cy="0"/>
        </a:xfrm>
      </p:grpSpPr>
      <p:sp>
        <p:nvSpPr>
          <p:cNvPr id="141" name="Google Shape;141;p2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43" name="Google Shape;143;p25"/>
          <p:cNvSpPr txBox="1"/>
          <p:nvPr>
            <p:ph idx="1" type="subTitle"/>
          </p:nvPr>
        </p:nvSpPr>
        <p:spPr>
          <a:xfrm>
            <a:off x="713225" y="20181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4" name="Google Shape;144;p25"/>
          <p:cNvSpPr txBox="1"/>
          <p:nvPr>
            <p:ph idx="2" type="subTitle"/>
          </p:nvPr>
        </p:nvSpPr>
        <p:spPr>
          <a:xfrm>
            <a:off x="713225" y="3870728"/>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5" name="Google Shape;145;p25"/>
          <p:cNvSpPr txBox="1"/>
          <p:nvPr>
            <p:ph idx="3" type="subTitle"/>
          </p:nvPr>
        </p:nvSpPr>
        <p:spPr>
          <a:xfrm>
            <a:off x="3359125"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6" name="Google Shape;146;p25"/>
          <p:cNvSpPr txBox="1"/>
          <p:nvPr>
            <p:ph idx="4" type="subTitle"/>
          </p:nvPr>
        </p:nvSpPr>
        <p:spPr>
          <a:xfrm>
            <a:off x="3359125"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7" name="Google Shape;147;p25"/>
          <p:cNvSpPr txBox="1"/>
          <p:nvPr>
            <p:ph hasCustomPrompt="1" idx="5" type="title"/>
          </p:nvPr>
        </p:nvSpPr>
        <p:spPr>
          <a:xfrm>
            <a:off x="713225" y="1141288"/>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8" name="Google Shape;148;p25"/>
          <p:cNvSpPr txBox="1"/>
          <p:nvPr>
            <p:ph hasCustomPrompt="1" idx="6" type="title"/>
          </p:nvPr>
        </p:nvSpPr>
        <p:spPr>
          <a:xfrm>
            <a:off x="33591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9" name="Google Shape;149;p25"/>
          <p:cNvSpPr txBox="1"/>
          <p:nvPr>
            <p:ph hasCustomPrompt="1" idx="7" type="title"/>
          </p:nvPr>
        </p:nvSpPr>
        <p:spPr>
          <a:xfrm>
            <a:off x="7132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0" name="Google Shape;150;p25"/>
          <p:cNvSpPr txBox="1"/>
          <p:nvPr>
            <p:ph hasCustomPrompt="1" idx="8" type="title"/>
          </p:nvPr>
        </p:nvSpPr>
        <p:spPr>
          <a:xfrm>
            <a:off x="3359125"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1" name="Google Shape;151;p25"/>
          <p:cNvSpPr txBox="1"/>
          <p:nvPr>
            <p:ph idx="9" type="subTitle"/>
          </p:nvPr>
        </p:nvSpPr>
        <p:spPr>
          <a:xfrm>
            <a:off x="5997638"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2" name="Google Shape;152;p25"/>
          <p:cNvSpPr txBox="1"/>
          <p:nvPr>
            <p:ph idx="13" type="subTitle"/>
          </p:nvPr>
        </p:nvSpPr>
        <p:spPr>
          <a:xfrm>
            <a:off x="5997638"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3" name="Google Shape;153;p25"/>
          <p:cNvSpPr txBox="1"/>
          <p:nvPr>
            <p:ph hasCustomPrompt="1" idx="14" type="title"/>
          </p:nvPr>
        </p:nvSpPr>
        <p:spPr>
          <a:xfrm>
            <a:off x="5997638"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4" name="Google Shape;154;p25"/>
          <p:cNvSpPr txBox="1"/>
          <p:nvPr>
            <p:ph hasCustomPrompt="1" idx="15" type="title"/>
          </p:nvPr>
        </p:nvSpPr>
        <p:spPr>
          <a:xfrm>
            <a:off x="5997638"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5" name="Google Shape;155;p25"/>
          <p:cNvSpPr txBox="1"/>
          <p:nvPr>
            <p:ph idx="16" type="subTitle"/>
          </p:nvPr>
        </p:nvSpPr>
        <p:spPr>
          <a:xfrm>
            <a:off x="7132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56" name="Google Shape;156;p25"/>
          <p:cNvSpPr txBox="1"/>
          <p:nvPr>
            <p:ph idx="17" type="subTitle"/>
          </p:nvPr>
        </p:nvSpPr>
        <p:spPr>
          <a:xfrm>
            <a:off x="713225" y="3447136"/>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57" name="Google Shape;157;p25"/>
          <p:cNvSpPr txBox="1"/>
          <p:nvPr>
            <p:ph idx="18" type="subTitle"/>
          </p:nvPr>
        </p:nvSpPr>
        <p:spPr>
          <a:xfrm>
            <a:off x="3359125"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58" name="Google Shape;158;p25"/>
          <p:cNvSpPr txBox="1"/>
          <p:nvPr>
            <p:ph idx="19" type="subTitle"/>
          </p:nvPr>
        </p:nvSpPr>
        <p:spPr>
          <a:xfrm>
            <a:off x="33591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59" name="Google Shape;159;p25"/>
          <p:cNvSpPr txBox="1"/>
          <p:nvPr>
            <p:ph idx="20" type="subTitle"/>
          </p:nvPr>
        </p:nvSpPr>
        <p:spPr>
          <a:xfrm>
            <a:off x="5997638"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60" name="Google Shape;160;p25"/>
          <p:cNvSpPr txBox="1"/>
          <p:nvPr>
            <p:ph idx="21" type="subTitle"/>
          </p:nvPr>
        </p:nvSpPr>
        <p:spPr>
          <a:xfrm>
            <a:off x="5997638"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161" name="Google Shape;161;p2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62" name="Google Shape;162;p2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3" name="Google Shape;163;p2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64" name="Google Shape;164;p2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65" name="Google Shape;165;p2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66" name="Google Shape;166;p2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67" name="Shape 167"/>
        <p:cNvGrpSpPr/>
        <p:nvPr/>
      </p:nvGrpSpPr>
      <p:grpSpPr>
        <a:xfrm>
          <a:off x="0" y="0"/>
          <a:ext cx="0" cy="0"/>
          <a:chOff x="0" y="0"/>
          <a:chExt cx="0" cy="0"/>
        </a:xfrm>
      </p:grpSpPr>
      <p:sp>
        <p:nvSpPr>
          <p:cNvPr id="168" name="Google Shape;168;p2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9" name="Google Shape;169;p2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70" name="Google Shape;170;p2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1" name="Google Shape;171;p2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72" name="Google Shape;172;p2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73" name="Google Shape;173;p2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74" name="Google Shape;174;p2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75" name="Google Shape;175;p26"/>
          <p:cNvSpPr txBox="1"/>
          <p:nvPr>
            <p:ph type="title"/>
          </p:nvPr>
        </p:nvSpPr>
        <p:spPr>
          <a:xfrm>
            <a:off x="969900" y="3387600"/>
            <a:ext cx="7204200" cy="531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76" name="Google Shape;176;p26"/>
          <p:cNvSpPr txBox="1"/>
          <p:nvPr>
            <p:ph idx="1" type="subTitle"/>
          </p:nvPr>
        </p:nvSpPr>
        <p:spPr>
          <a:xfrm>
            <a:off x="969900" y="1312625"/>
            <a:ext cx="7204200" cy="1478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77" name="Shape 177"/>
        <p:cNvGrpSpPr/>
        <p:nvPr/>
      </p:nvGrpSpPr>
      <p:grpSpPr>
        <a:xfrm>
          <a:off x="0" y="0"/>
          <a:ext cx="0" cy="0"/>
          <a:chOff x="0" y="0"/>
          <a:chExt cx="0" cy="0"/>
        </a:xfrm>
      </p:grpSpPr>
      <p:sp>
        <p:nvSpPr>
          <p:cNvPr id="178" name="Google Shape;178;p2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9" name="Google Shape;179;p2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80" name="Google Shape;180;p2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1" name="Google Shape;181;p2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82" name="Google Shape;182;p2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83" name="Google Shape;183;p2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84" name="Google Shape;184;p2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85" name="Google Shape;185;p27"/>
          <p:cNvSpPr txBox="1"/>
          <p:nvPr>
            <p:ph type="title"/>
          </p:nvPr>
        </p:nvSpPr>
        <p:spPr>
          <a:xfrm>
            <a:off x="720000" y="1148563"/>
            <a:ext cx="3944700" cy="1607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6" name="Google Shape;186;p27"/>
          <p:cNvSpPr txBox="1"/>
          <p:nvPr>
            <p:ph idx="1" type="subTitle"/>
          </p:nvPr>
        </p:nvSpPr>
        <p:spPr>
          <a:xfrm>
            <a:off x="720000" y="2878638"/>
            <a:ext cx="39447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7" name="Google Shape;187;p27"/>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88" name="Shape 188"/>
        <p:cNvGrpSpPr/>
        <p:nvPr/>
      </p:nvGrpSpPr>
      <p:grpSpPr>
        <a:xfrm>
          <a:off x="0" y="0"/>
          <a:ext cx="0" cy="0"/>
          <a:chOff x="0" y="0"/>
          <a:chExt cx="0" cy="0"/>
        </a:xfrm>
      </p:grpSpPr>
      <p:sp>
        <p:nvSpPr>
          <p:cNvPr id="189" name="Google Shape;189;p2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0" name="Google Shape;190;p2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91" name="Google Shape;191;p2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2" name="Google Shape;192;p2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93" name="Google Shape;193;p2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94" name="Google Shape;194;p2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95" name="Google Shape;195;p2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96" name="Google Shape;196;p28"/>
          <p:cNvSpPr txBox="1"/>
          <p:nvPr>
            <p:ph type="title"/>
          </p:nvPr>
        </p:nvSpPr>
        <p:spPr>
          <a:xfrm>
            <a:off x="720000" y="1568400"/>
            <a:ext cx="2891400" cy="700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7" name="Google Shape;197;p28"/>
          <p:cNvSpPr txBox="1"/>
          <p:nvPr>
            <p:ph idx="1" type="subTitle"/>
          </p:nvPr>
        </p:nvSpPr>
        <p:spPr>
          <a:xfrm>
            <a:off x="720000" y="2268888"/>
            <a:ext cx="2891400" cy="1306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98" name="Shape 198"/>
        <p:cNvGrpSpPr/>
        <p:nvPr/>
      </p:nvGrpSpPr>
      <p:grpSpPr>
        <a:xfrm>
          <a:off x="0" y="0"/>
          <a:ext cx="0" cy="0"/>
          <a:chOff x="0" y="0"/>
          <a:chExt cx="0" cy="0"/>
        </a:xfrm>
      </p:grpSpPr>
      <p:sp>
        <p:nvSpPr>
          <p:cNvPr id="199" name="Google Shape;199;p2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0" name="Google Shape;200;p2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01" name="Google Shape;201;p2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2" name="Google Shape;202;p2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03" name="Google Shape;203;p2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04" name="Google Shape;204;p2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05" name="Google Shape;205;p2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06" name="Google Shape;206;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7" name="Google Shape;207;p29"/>
          <p:cNvSpPr txBox="1"/>
          <p:nvPr>
            <p:ph idx="1" type="subTitle"/>
          </p:nvPr>
        </p:nvSpPr>
        <p:spPr>
          <a:xfrm>
            <a:off x="937625"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8" name="Google Shape;208;p29"/>
          <p:cNvSpPr txBox="1"/>
          <p:nvPr>
            <p:ph idx="2" type="subTitle"/>
          </p:nvPr>
        </p:nvSpPr>
        <p:spPr>
          <a:xfrm>
            <a:off x="3484346"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9" name="Google Shape;209;p29"/>
          <p:cNvSpPr txBox="1"/>
          <p:nvPr>
            <p:ph idx="3" type="subTitle"/>
          </p:nvPr>
        </p:nvSpPr>
        <p:spPr>
          <a:xfrm>
            <a:off x="6031074"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10" name="Google Shape;210;p29"/>
          <p:cNvSpPr txBox="1"/>
          <p:nvPr>
            <p:ph idx="4" type="subTitle"/>
          </p:nvPr>
        </p:nvSpPr>
        <p:spPr>
          <a:xfrm>
            <a:off x="93762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211" name="Google Shape;211;p29"/>
          <p:cNvSpPr txBox="1"/>
          <p:nvPr>
            <p:ph idx="5" type="subTitle"/>
          </p:nvPr>
        </p:nvSpPr>
        <p:spPr>
          <a:xfrm>
            <a:off x="3484347"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212" name="Google Shape;212;p29"/>
          <p:cNvSpPr txBox="1"/>
          <p:nvPr>
            <p:ph idx="6" type="subTitle"/>
          </p:nvPr>
        </p:nvSpPr>
        <p:spPr>
          <a:xfrm>
            <a:off x="603107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213" name="Shape 213"/>
        <p:cNvGrpSpPr/>
        <p:nvPr/>
      </p:nvGrpSpPr>
      <p:grpSpPr>
        <a:xfrm>
          <a:off x="0" y="0"/>
          <a:ext cx="0" cy="0"/>
          <a:chOff x="0" y="0"/>
          <a:chExt cx="0" cy="0"/>
        </a:xfrm>
      </p:grpSpPr>
      <p:sp>
        <p:nvSpPr>
          <p:cNvPr id="214" name="Google Shape;214;p3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5" name="Google Shape;215;p3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16" name="Google Shape;216;p3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7" name="Google Shape;217;p3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18" name="Google Shape;218;p3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19" name="Google Shape;219;p3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20" name="Google Shape;220;p3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21" name="Google Shape;221;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2" name="Google Shape;222;p30"/>
          <p:cNvSpPr txBox="1"/>
          <p:nvPr>
            <p:ph idx="1" type="subTitle"/>
          </p:nvPr>
        </p:nvSpPr>
        <p:spPr>
          <a:xfrm>
            <a:off x="720025" y="1610942"/>
            <a:ext cx="7704000" cy="530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23" name="Google Shape;223;p30"/>
          <p:cNvSpPr txBox="1"/>
          <p:nvPr>
            <p:ph idx="2" type="subTitle"/>
          </p:nvPr>
        </p:nvSpPr>
        <p:spPr>
          <a:xfrm>
            <a:off x="720025" y="27311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24" name="Google Shape;224;p30"/>
          <p:cNvSpPr txBox="1"/>
          <p:nvPr>
            <p:ph idx="3" type="subTitle"/>
          </p:nvPr>
        </p:nvSpPr>
        <p:spPr>
          <a:xfrm>
            <a:off x="720025" y="38516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25" name="Google Shape;225;p30"/>
          <p:cNvSpPr txBox="1"/>
          <p:nvPr>
            <p:ph idx="4" type="subTitle"/>
          </p:nvPr>
        </p:nvSpPr>
        <p:spPr>
          <a:xfrm>
            <a:off x="720025" y="1241274"/>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26" name="Google Shape;226;p30"/>
          <p:cNvSpPr txBox="1"/>
          <p:nvPr>
            <p:ph idx="5" type="subTitle"/>
          </p:nvPr>
        </p:nvSpPr>
        <p:spPr>
          <a:xfrm>
            <a:off x="720025" y="23501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27" name="Google Shape;227;p30"/>
          <p:cNvSpPr txBox="1"/>
          <p:nvPr>
            <p:ph idx="6" type="subTitle"/>
          </p:nvPr>
        </p:nvSpPr>
        <p:spPr>
          <a:xfrm>
            <a:off x="720025" y="34706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228" name="Shape 228"/>
        <p:cNvGrpSpPr/>
        <p:nvPr/>
      </p:nvGrpSpPr>
      <p:grpSpPr>
        <a:xfrm>
          <a:off x="0" y="0"/>
          <a:ext cx="0" cy="0"/>
          <a:chOff x="0" y="0"/>
          <a:chExt cx="0" cy="0"/>
        </a:xfrm>
      </p:grpSpPr>
      <p:sp>
        <p:nvSpPr>
          <p:cNvPr id="229" name="Google Shape;229;p3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0" name="Google Shape;230;p3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31" name="Google Shape;231;p3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2" name="Google Shape;232;p3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33" name="Google Shape;233;p3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34" name="Google Shape;234;p3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35" name="Google Shape;235;p3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36" name="Google Shape;236;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7" name="Google Shape;237;p31"/>
          <p:cNvSpPr txBox="1"/>
          <p:nvPr>
            <p:ph idx="1" type="subTitle"/>
          </p:nvPr>
        </p:nvSpPr>
        <p:spPr>
          <a:xfrm>
            <a:off x="1381625" y="1718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38" name="Google Shape;238;p31"/>
          <p:cNvSpPr txBox="1"/>
          <p:nvPr>
            <p:ph idx="2" type="subTitle"/>
          </p:nvPr>
        </p:nvSpPr>
        <p:spPr>
          <a:xfrm>
            <a:off x="1381635" y="2861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39" name="Google Shape;239;p31"/>
          <p:cNvSpPr txBox="1"/>
          <p:nvPr>
            <p:ph idx="3" type="subTitle"/>
          </p:nvPr>
        </p:nvSpPr>
        <p:spPr>
          <a:xfrm>
            <a:off x="1381635" y="4004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40" name="Google Shape;240;p31"/>
          <p:cNvSpPr txBox="1"/>
          <p:nvPr>
            <p:ph idx="4" type="subTitle"/>
          </p:nvPr>
        </p:nvSpPr>
        <p:spPr>
          <a:xfrm>
            <a:off x="1381625" y="14060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241" name="Google Shape;241;p31"/>
          <p:cNvSpPr txBox="1"/>
          <p:nvPr>
            <p:ph idx="5" type="subTitle"/>
          </p:nvPr>
        </p:nvSpPr>
        <p:spPr>
          <a:xfrm>
            <a:off x="1381625" y="252657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242" name="Google Shape;242;p31"/>
          <p:cNvSpPr txBox="1"/>
          <p:nvPr>
            <p:ph idx="6" type="subTitle"/>
          </p:nvPr>
        </p:nvSpPr>
        <p:spPr>
          <a:xfrm>
            <a:off x="1381625" y="36471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43" name="Shape 243"/>
        <p:cNvGrpSpPr/>
        <p:nvPr/>
      </p:nvGrpSpPr>
      <p:grpSpPr>
        <a:xfrm>
          <a:off x="0" y="0"/>
          <a:ext cx="0" cy="0"/>
          <a:chOff x="0" y="0"/>
          <a:chExt cx="0" cy="0"/>
        </a:xfrm>
      </p:grpSpPr>
      <p:sp>
        <p:nvSpPr>
          <p:cNvPr id="244" name="Google Shape;244;p3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5" name="Google Shape;245;p3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46" name="Google Shape;246;p3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7" name="Google Shape;247;p3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48" name="Google Shape;248;p3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49" name="Google Shape;249;p3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50" name="Google Shape;250;p3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51" name="Google Shape;251;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2" name="Google Shape;252;p32"/>
          <p:cNvSpPr txBox="1"/>
          <p:nvPr>
            <p:ph idx="1" type="subTitle"/>
          </p:nvPr>
        </p:nvSpPr>
        <p:spPr>
          <a:xfrm>
            <a:off x="154577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3" name="Google Shape;253;p32"/>
          <p:cNvSpPr txBox="1"/>
          <p:nvPr>
            <p:ph idx="2" type="subTitle"/>
          </p:nvPr>
        </p:nvSpPr>
        <p:spPr>
          <a:xfrm>
            <a:off x="504132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4" name="Google Shape;254;p32"/>
          <p:cNvSpPr txBox="1"/>
          <p:nvPr>
            <p:ph idx="3" type="subTitle"/>
          </p:nvPr>
        </p:nvSpPr>
        <p:spPr>
          <a:xfrm>
            <a:off x="154577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5" name="Google Shape;255;p32"/>
          <p:cNvSpPr txBox="1"/>
          <p:nvPr>
            <p:ph idx="4" type="subTitle"/>
          </p:nvPr>
        </p:nvSpPr>
        <p:spPr>
          <a:xfrm>
            <a:off x="504132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6" name="Google Shape;256;p32"/>
          <p:cNvSpPr txBox="1"/>
          <p:nvPr>
            <p:ph idx="5" type="subTitle"/>
          </p:nvPr>
        </p:nvSpPr>
        <p:spPr>
          <a:xfrm>
            <a:off x="154577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57" name="Google Shape;257;p32"/>
          <p:cNvSpPr txBox="1"/>
          <p:nvPr>
            <p:ph idx="6" type="subTitle"/>
          </p:nvPr>
        </p:nvSpPr>
        <p:spPr>
          <a:xfrm>
            <a:off x="504132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58" name="Google Shape;258;p32"/>
          <p:cNvSpPr txBox="1"/>
          <p:nvPr>
            <p:ph idx="7" type="subTitle"/>
          </p:nvPr>
        </p:nvSpPr>
        <p:spPr>
          <a:xfrm>
            <a:off x="154577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59" name="Google Shape;259;p32"/>
          <p:cNvSpPr txBox="1"/>
          <p:nvPr>
            <p:ph idx="8" type="subTitle"/>
          </p:nvPr>
        </p:nvSpPr>
        <p:spPr>
          <a:xfrm>
            <a:off x="504132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260" name="Shape 260"/>
        <p:cNvGrpSpPr/>
        <p:nvPr/>
      </p:nvGrpSpPr>
      <p:grpSpPr>
        <a:xfrm>
          <a:off x="0" y="0"/>
          <a:ext cx="0" cy="0"/>
          <a:chOff x="0" y="0"/>
          <a:chExt cx="0" cy="0"/>
        </a:xfrm>
      </p:grpSpPr>
      <p:sp>
        <p:nvSpPr>
          <p:cNvPr id="261" name="Google Shape;261;p3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2" name="Google Shape;262;p3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63" name="Google Shape;263;p3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4" name="Google Shape;264;p3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65" name="Google Shape;265;p3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66" name="Google Shape;266;p3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67" name="Google Shape;267;p3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68" name="Google Shape;268;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9" name="Google Shape;269;p33"/>
          <p:cNvSpPr txBox="1"/>
          <p:nvPr>
            <p:ph idx="1" type="subTitle"/>
          </p:nvPr>
        </p:nvSpPr>
        <p:spPr>
          <a:xfrm>
            <a:off x="903950" y="2149201"/>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0" name="Google Shape;270;p33"/>
          <p:cNvSpPr txBox="1"/>
          <p:nvPr>
            <p:ph idx="2" type="subTitle"/>
          </p:nvPr>
        </p:nvSpPr>
        <p:spPr>
          <a:xfrm>
            <a:off x="3478550" y="2149201"/>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1" name="Google Shape;271;p33"/>
          <p:cNvSpPr txBox="1"/>
          <p:nvPr>
            <p:ph idx="3" type="subTitle"/>
          </p:nvPr>
        </p:nvSpPr>
        <p:spPr>
          <a:xfrm>
            <a:off x="903950" y="3579425"/>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2" name="Google Shape;272;p33"/>
          <p:cNvSpPr txBox="1"/>
          <p:nvPr>
            <p:ph idx="4" type="subTitle"/>
          </p:nvPr>
        </p:nvSpPr>
        <p:spPr>
          <a:xfrm>
            <a:off x="3478550" y="3579425"/>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3" name="Google Shape;273;p33"/>
          <p:cNvSpPr txBox="1"/>
          <p:nvPr>
            <p:ph idx="5" type="subTitle"/>
          </p:nvPr>
        </p:nvSpPr>
        <p:spPr>
          <a:xfrm>
            <a:off x="6048850" y="2149201"/>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4" name="Google Shape;274;p33"/>
          <p:cNvSpPr txBox="1"/>
          <p:nvPr>
            <p:ph idx="6" type="subTitle"/>
          </p:nvPr>
        </p:nvSpPr>
        <p:spPr>
          <a:xfrm>
            <a:off x="6048850" y="3579425"/>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5" name="Google Shape;275;p33"/>
          <p:cNvSpPr txBox="1"/>
          <p:nvPr>
            <p:ph idx="7" type="subTitle"/>
          </p:nvPr>
        </p:nvSpPr>
        <p:spPr>
          <a:xfrm>
            <a:off x="908250" y="16566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6" name="Google Shape;276;p33"/>
          <p:cNvSpPr txBox="1"/>
          <p:nvPr>
            <p:ph idx="8" type="subTitle"/>
          </p:nvPr>
        </p:nvSpPr>
        <p:spPr>
          <a:xfrm>
            <a:off x="3482836" y="16566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7" name="Google Shape;277;p33"/>
          <p:cNvSpPr txBox="1"/>
          <p:nvPr>
            <p:ph idx="9" type="subTitle"/>
          </p:nvPr>
        </p:nvSpPr>
        <p:spPr>
          <a:xfrm>
            <a:off x="6053173" y="16566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8" name="Google Shape;278;p33"/>
          <p:cNvSpPr txBox="1"/>
          <p:nvPr>
            <p:ph idx="13" type="subTitle"/>
          </p:nvPr>
        </p:nvSpPr>
        <p:spPr>
          <a:xfrm>
            <a:off x="908250" y="30868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9" name="Google Shape;279;p33"/>
          <p:cNvSpPr txBox="1"/>
          <p:nvPr>
            <p:ph idx="14" type="subTitle"/>
          </p:nvPr>
        </p:nvSpPr>
        <p:spPr>
          <a:xfrm>
            <a:off x="3482836" y="30868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0" name="Google Shape;280;p33"/>
          <p:cNvSpPr txBox="1"/>
          <p:nvPr>
            <p:ph idx="15" type="subTitle"/>
          </p:nvPr>
        </p:nvSpPr>
        <p:spPr>
          <a:xfrm>
            <a:off x="6053173" y="30868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281" name="Shape 281"/>
        <p:cNvGrpSpPr/>
        <p:nvPr/>
      </p:nvGrpSpPr>
      <p:grpSpPr>
        <a:xfrm>
          <a:off x="0" y="0"/>
          <a:ext cx="0" cy="0"/>
          <a:chOff x="0" y="0"/>
          <a:chExt cx="0" cy="0"/>
        </a:xfrm>
      </p:grpSpPr>
      <p:sp>
        <p:nvSpPr>
          <p:cNvPr id="282" name="Google Shape;282;p3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3" name="Google Shape;283;p3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84" name="Google Shape;284;p3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5" name="Google Shape;285;p3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86" name="Google Shape;286;p3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87" name="Google Shape;287;p3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88" name="Google Shape;288;p3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89" name="Google Shape;289;p34"/>
          <p:cNvSpPr txBox="1"/>
          <p:nvPr>
            <p:ph hasCustomPrompt="1" type="title"/>
          </p:nvPr>
        </p:nvSpPr>
        <p:spPr>
          <a:xfrm>
            <a:off x="2223600" y="552112"/>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90" name="Google Shape;290;p34"/>
          <p:cNvSpPr txBox="1"/>
          <p:nvPr>
            <p:ph idx="1" type="subTitle"/>
          </p:nvPr>
        </p:nvSpPr>
        <p:spPr>
          <a:xfrm>
            <a:off x="2223600" y="1364275"/>
            <a:ext cx="4696800" cy="428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91" name="Google Shape;291;p34"/>
          <p:cNvSpPr txBox="1"/>
          <p:nvPr>
            <p:ph hasCustomPrompt="1" idx="2" type="title"/>
          </p:nvPr>
        </p:nvSpPr>
        <p:spPr>
          <a:xfrm>
            <a:off x="2223600" y="1904368"/>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dk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92" name="Google Shape;292;p34"/>
          <p:cNvSpPr txBox="1"/>
          <p:nvPr>
            <p:ph idx="3" type="subTitle"/>
          </p:nvPr>
        </p:nvSpPr>
        <p:spPr>
          <a:xfrm>
            <a:off x="2223600" y="271652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93" name="Google Shape;293;p34"/>
          <p:cNvSpPr txBox="1"/>
          <p:nvPr>
            <p:ph hasCustomPrompt="1" idx="4" type="title"/>
          </p:nvPr>
        </p:nvSpPr>
        <p:spPr>
          <a:xfrm>
            <a:off x="2223600" y="3256624"/>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94" name="Google Shape;294;p34"/>
          <p:cNvSpPr txBox="1"/>
          <p:nvPr>
            <p:ph idx="5" type="subTitle"/>
          </p:nvPr>
        </p:nvSpPr>
        <p:spPr>
          <a:xfrm>
            <a:off x="2223600" y="406879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95" name="Shape 295"/>
        <p:cNvGrpSpPr/>
        <p:nvPr/>
      </p:nvGrpSpPr>
      <p:grpSpPr>
        <a:xfrm>
          <a:off x="0" y="0"/>
          <a:ext cx="0" cy="0"/>
          <a:chOff x="0" y="0"/>
          <a:chExt cx="0" cy="0"/>
        </a:xfrm>
      </p:grpSpPr>
      <p:sp>
        <p:nvSpPr>
          <p:cNvPr id="296" name="Google Shape;296;p3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5"/>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7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8" name="Google Shape;298;p35"/>
          <p:cNvSpPr txBox="1"/>
          <p:nvPr>
            <p:ph idx="1" type="subTitle"/>
          </p:nvPr>
        </p:nvSpPr>
        <p:spPr>
          <a:xfrm>
            <a:off x="2347900" y="1717825"/>
            <a:ext cx="4448100" cy="12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99" name="Google Shape;299;p35"/>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Mulish"/>
                <a:ea typeface="Mulish"/>
                <a:cs typeface="Mulish"/>
                <a:sym typeface="Mulish"/>
              </a:rPr>
              <a:t>CREDITS: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includes icons by</a:t>
            </a:r>
            <a:r>
              <a:rPr b="1" lang="en" sz="1200">
                <a:solidFill>
                  <a:schemeClr val="dk1"/>
                </a:solidFill>
                <a:latin typeface="Mulish"/>
                <a:ea typeface="Mulish"/>
                <a:cs typeface="Mulish"/>
                <a:sym typeface="Mulish"/>
              </a:rPr>
              <a:t>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b="1"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cxnSp>
        <p:nvCxnSpPr>
          <p:cNvPr id="300" name="Google Shape;300;p3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01" name="Google Shape;301;p3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2" name="Google Shape;302;p3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03" name="Google Shape;303;p35"/>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304" name="Shape 304"/>
        <p:cNvGrpSpPr/>
        <p:nvPr/>
      </p:nvGrpSpPr>
      <p:grpSpPr>
        <a:xfrm>
          <a:off x="0" y="0"/>
          <a:ext cx="0" cy="0"/>
          <a:chOff x="0" y="0"/>
          <a:chExt cx="0" cy="0"/>
        </a:xfrm>
      </p:grpSpPr>
      <p:sp>
        <p:nvSpPr>
          <p:cNvPr id="305" name="Google Shape;305;p3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307" name="Google Shape;307;p3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08" name="Google Shape;308;p3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9" name="Google Shape;309;p3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10" name="Google Shape;310;p3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11" name="Google Shape;311;p36"/>
          <p:cNvSpPr txBox="1"/>
          <p:nvPr>
            <p:ph idx="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lt1"/>
                </a:solidFill>
              </a:defRPr>
            </a:lvl1pPr>
            <a:lvl2pPr lvl="1" algn="ctr">
              <a:buNone/>
              <a:defRPr>
                <a:solidFill>
                  <a:schemeClr val="lt1"/>
                </a:solidFill>
              </a:defRPr>
            </a:lvl2pPr>
            <a:lvl3pPr lvl="2" algn="ctr">
              <a:buNone/>
              <a:defRPr>
                <a:solidFill>
                  <a:schemeClr val="lt1"/>
                </a:solidFill>
              </a:defRPr>
            </a:lvl3pPr>
            <a:lvl4pPr lvl="3" algn="ctr">
              <a:buNone/>
              <a:defRPr>
                <a:solidFill>
                  <a:schemeClr val="lt1"/>
                </a:solidFill>
              </a:defRPr>
            </a:lvl4pPr>
            <a:lvl5pPr lvl="4" algn="ctr">
              <a:buNone/>
              <a:defRPr>
                <a:solidFill>
                  <a:schemeClr val="lt1"/>
                </a:solidFill>
              </a:defRPr>
            </a:lvl5pPr>
            <a:lvl6pPr lvl="5" algn="ctr">
              <a:buNone/>
              <a:defRPr>
                <a:solidFill>
                  <a:schemeClr val="lt1"/>
                </a:solidFill>
              </a:defRPr>
            </a:lvl6pPr>
            <a:lvl7pPr lvl="6" algn="ctr">
              <a:buNone/>
              <a:defRPr>
                <a:solidFill>
                  <a:schemeClr val="lt1"/>
                </a:solidFill>
              </a:defRPr>
            </a:lvl7pPr>
            <a:lvl8pPr lvl="7" algn="ctr">
              <a:buNone/>
              <a:defRPr>
                <a:solidFill>
                  <a:schemeClr val="lt1"/>
                </a:solidFill>
              </a:defRPr>
            </a:lvl8pPr>
            <a:lvl9pPr lvl="8" algn="ctr">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12" name="Google Shape;312;p3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313" name="Shape 313"/>
        <p:cNvGrpSpPr/>
        <p:nvPr/>
      </p:nvGrpSpPr>
      <p:grpSpPr>
        <a:xfrm>
          <a:off x="0" y="0"/>
          <a:ext cx="0" cy="0"/>
          <a:chOff x="0" y="0"/>
          <a:chExt cx="0" cy="0"/>
        </a:xfrm>
      </p:grpSpPr>
      <p:sp>
        <p:nvSpPr>
          <p:cNvPr id="314" name="Google Shape;314;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15" name="Google Shape;315;p3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6" name="Google Shape;316;p3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17" name="Google Shape;317;p3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8" name="Google Shape;318;p3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19" name="Google Shape;319;p37"/>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324" name="Shape 324"/>
        <p:cNvGrpSpPr/>
        <p:nvPr/>
      </p:nvGrpSpPr>
      <p:grpSpPr>
        <a:xfrm>
          <a:off x="0" y="0"/>
          <a:ext cx="0" cy="0"/>
          <a:chOff x="0" y="0"/>
          <a:chExt cx="0" cy="0"/>
        </a:xfrm>
      </p:grpSpPr>
      <p:sp>
        <p:nvSpPr>
          <p:cNvPr id="325" name="Google Shape;325;p3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9"/>
          <p:cNvSpPr txBox="1"/>
          <p:nvPr>
            <p:ph type="ctrTitle"/>
          </p:nvPr>
        </p:nvSpPr>
        <p:spPr>
          <a:xfrm>
            <a:off x="1609200" y="1424875"/>
            <a:ext cx="5925600" cy="2079300"/>
          </a:xfrm>
          <a:prstGeom prst="rect">
            <a:avLst/>
          </a:prstGeom>
          <a:noFill/>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27" name="Google Shape;327;p39"/>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328" name="Shape 328"/>
        <p:cNvGrpSpPr/>
        <p:nvPr/>
      </p:nvGrpSpPr>
      <p:grpSpPr>
        <a:xfrm>
          <a:off x="0" y="0"/>
          <a:ext cx="0" cy="0"/>
          <a:chOff x="0" y="0"/>
          <a:chExt cx="0" cy="0"/>
        </a:xfrm>
      </p:grpSpPr>
      <p:sp>
        <p:nvSpPr>
          <p:cNvPr id="329" name="Google Shape;329;p4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0"/>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31" name="Google Shape;331;p40"/>
          <p:cNvSpPr txBox="1"/>
          <p:nvPr>
            <p:ph hasCustomPrompt="1" idx="2" type="title"/>
          </p:nvPr>
        </p:nvSpPr>
        <p:spPr>
          <a:xfrm>
            <a:off x="1959250" y="1854500"/>
            <a:ext cx="1189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dk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332" name="Google Shape;332;p40"/>
          <p:cNvSpPr txBox="1"/>
          <p:nvPr>
            <p:ph idx="1" type="subTitle"/>
          </p:nvPr>
        </p:nvSpPr>
        <p:spPr>
          <a:xfrm>
            <a:off x="1959250" y="2939075"/>
            <a:ext cx="5225400" cy="446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333" name="Google Shape;333;p40"/>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334" name="Google Shape;334;p4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35" name="Google Shape;335;p4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6" name="Google Shape;336;p4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37" name="Google Shape;337;p4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38" name="Google Shape;338;p4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39" name="Google Shape;339;p4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40" name="Google Shape;340;p40"/>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1" name="Shape 341"/>
        <p:cNvGrpSpPr/>
        <p:nvPr/>
      </p:nvGrpSpPr>
      <p:grpSpPr>
        <a:xfrm>
          <a:off x="0" y="0"/>
          <a:ext cx="0" cy="0"/>
          <a:chOff x="0" y="0"/>
          <a:chExt cx="0" cy="0"/>
        </a:xfrm>
      </p:grpSpPr>
      <p:sp>
        <p:nvSpPr>
          <p:cNvPr id="342" name="Google Shape;342;p4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3" name="Google Shape;343;p4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44" name="Google Shape;344;p4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5" name="Google Shape;345;p4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46" name="Google Shape;346;p4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47" name="Google Shape;347;p4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48" name="Google Shape;348;p4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349" name="Google Shape;349;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50" name="Google Shape;350;p41"/>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2"/>
              </a:buClr>
              <a:buSzPts val="800"/>
              <a:buFont typeface="Nunito Light"/>
              <a:buChar char="●"/>
              <a:defRPr/>
            </a:lvl1pPr>
            <a:lvl2pPr indent="-304800" lvl="1" marL="914400">
              <a:spcBef>
                <a:spcPts val="0"/>
              </a:spcBef>
              <a:spcAft>
                <a:spcPts val="0"/>
              </a:spcAft>
              <a:buSzPts val="1200"/>
              <a:buFont typeface="Nunito Light"/>
              <a:buChar char="○"/>
              <a:defRPr/>
            </a:lvl2pPr>
            <a:lvl3pPr indent="-304800" lvl="2" marL="1371600">
              <a:lnSpc>
                <a:spcPct val="115000"/>
              </a:lnSpc>
              <a:spcBef>
                <a:spcPts val="0"/>
              </a:spcBef>
              <a:spcAft>
                <a:spcPts val="0"/>
              </a:spcAft>
              <a:buClr>
                <a:srgbClr val="FFC800"/>
              </a:buClr>
              <a:buSzPts val="1200"/>
              <a:buFont typeface="Nunito Light"/>
              <a:buChar char="■"/>
              <a:defRPr/>
            </a:lvl3pPr>
            <a:lvl4pPr indent="-304800" lvl="3" marL="1828800">
              <a:lnSpc>
                <a:spcPct val="115000"/>
              </a:lnSpc>
              <a:spcBef>
                <a:spcPts val="1600"/>
              </a:spcBef>
              <a:spcAft>
                <a:spcPts val="0"/>
              </a:spcAft>
              <a:buClr>
                <a:srgbClr val="FFC800"/>
              </a:buClr>
              <a:buSzPts val="1200"/>
              <a:buFont typeface="Nunito Light"/>
              <a:buChar char="●"/>
              <a:defRPr/>
            </a:lvl4pPr>
            <a:lvl5pPr indent="-304800" lvl="4" marL="2286000">
              <a:lnSpc>
                <a:spcPct val="115000"/>
              </a:lnSpc>
              <a:spcBef>
                <a:spcPts val="1600"/>
              </a:spcBef>
              <a:spcAft>
                <a:spcPts val="0"/>
              </a:spcAft>
              <a:buClr>
                <a:srgbClr val="434343"/>
              </a:buClr>
              <a:buSzPts val="1200"/>
              <a:buFont typeface="Nunito Light"/>
              <a:buChar char="○"/>
              <a:defRPr/>
            </a:lvl5pPr>
            <a:lvl6pPr indent="-304800" lvl="5" marL="2743200">
              <a:lnSpc>
                <a:spcPct val="115000"/>
              </a:lnSpc>
              <a:spcBef>
                <a:spcPts val="1600"/>
              </a:spcBef>
              <a:spcAft>
                <a:spcPts val="0"/>
              </a:spcAft>
              <a:buClr>
                <a:srgbClr val="434343"/>
              </a:buClr>
              <a:buSzPts val="1200"/>
              <a:buFont typeface="Nunito Light"/>
              <a:buChar char="■"/>
              <a:defRPr/>
            </a:lvl6pPr>
            <a:lvl7pPr indent="-304800" lvl="6" marL="3200400">
              <a:lnSpc>
                <a:spcPct val="115000"/>
              </a:lnSpc>
              <a:spcBef>
                <a:spcPts val="1600"/>
              </a:spcBef>
              <a:spcAft>
                <a:spcPts val="0"/>
              </a:spcAft>
              <a:buClr>
                <a:srgbClr val="434343"/>
              </a:buClr>
              <a:buSzPts val="1200"/>
              <a:buFont typeface="Nunito Light"/>
              <a:buChar char="●"/>
              <a:defRPr/>
            </a:lvl7pPr>
            <a:lvl8pPr indent="-304800" lvl="7" marL="3657600">
              <a:lnSpc>
                <a:spcPct val="115000"/>
              </a:lnSpc>
              <a:spcBef>
                <a:spcPts val="1600"/>
              </a:spcBef>
              <a:spcAft>
                <a:spcPts val="0"/>
              </a:spcAft>
              <a:buClr>
                <a:srgbClr val="434343"/>
              </a:buClr>
              <a:buSzPts val="1200"/>
              <a:buFont typeface="Nunito Light"/>
              <a:buChar char="○"/>
              <a:defRPr/>
            </a:lvl8pPr>
            <a:lvl9pPr indent="-304800" lvl="8" marL="4114800">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1" name="Shape 351"/>
        <p:cNvGrpSpPr/>
        <p:nvPr/>
      </p:nvGrpSpPr>
      <p:grpSpPr>
        <a:xfrm>
          <a:off x="0" y="0"/>
          <a:ext cx="0" cy="0"/>
          <a:chOff x="0" y="0"/>
          <a:chExt cx="0" cy="0"/>
        </a:xfrm>
      </p:grpSpPr>
      <p:sp>
        <p:nvSpPr>
          <p:cNvPr id="352" name="Google Shape;352;p4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3" name="Google Shape;353;p4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54" name="Google Shape;354;p4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5" name="Google Shape;355;p4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56" name="Google Shape;356;p4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57" name="Google Shape;357;p4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58" name="Google Shape;358;p4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359" name="Google Shape;359;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0" name="Google Shape;360;p42"/>
          <p:cNvSpPr txBox="1"/>
          <p:nvPr>
            <p:ph idx="1" type="subTitle"/>
          </p:nvPr>
        </p:nvSpPr>
        <p:spPr>
          <a:xfrm>
            <a:off x="4747387"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361" name="Google Shape;361;p42"/>
          <p:cNvSpPr txBox="1"/>
          <p:nvPr>
            <p:ph idx="2" type="subTitle"/>
          </p:nvPr>
        </p:nvSpPr>
        <p:spPr>
          <a:xfrm>
            <a:off x="726675"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362" name="Google Shape;362;p42"/>
          <p:cNvSpPr txBox="1"/>
          <p:nvPr>
            <p:ph idx="3" type="subTitle"/>
          </p:nvPr>
        </p:nvSpPr>
        <p:spPr>
          <a:xfrm>
            <a:off x="7266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63" name="Google Shape;363;p42"/>
          <p:cNvSpPr txBox="1"/>
          <p:nvPr>
            <p:ph idx="4" type="subTitle"/>
          </p:nvPr>
        </p:nvSpPr>
        <p:spPr>
          <a:xfrm>
            <a:off x="47473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4" name="Shape 364"/>
        <p:cNvGrpSpPr/>
        <p:nvPr/>
      </p:nvGrpSpPr>
      <p:grpSpPr>
        <a:xfrm>
          <a:off x="0" y="0"/>
          <a:ext cx="0" cy="0"/>
          <a:chOff x="0" y="0"/>
          <a:chExt cx="0" cy="0"/>
        </a:xfrm>
      </p:grpSpPr>
      <p:sp>
        <p:nvSpPr>
          <p:cNvPr id="365" name="Google Shape;365;p4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6" name="Google Shape;366;p4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67" name="Google Shape;367;p4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8" name="Google Shape;368;p4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69" name="Google Shape;369;p4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70" name="Google Shape;370;p4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71" name="Google Shape;371;p4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372" name="Google Shape;372;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3" name="Shape 373"/>
        <p:cNvGrpSpPr/>
        <p:nvPr/>
      </p:nvGrpSpPr>
      <p:grpSpPr>
        <a:xfrm>
          <a:off x="0" y="0"/>
          <a:ext cx="0" cy="0"/>
          <a:chOff x="0" y="0"/>
          <a:chExt cx="0" cy="0"/>
        </a:xfrm>
      </p:grpSpPr>
      <p:sp>
        <p:nvSpPr>
          <p:cNvPr id="374" name="Google Shape;374;p4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5" name="Google Shape;375;p4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76" name="Google Shape;376;p4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7" name="Google Shape;377;p4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78" name="Google Shape;378;p4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79" name="Google Shape;379;p4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80" name="Google Shape;380;p4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381" name="Google Shape;381;p44"/>
          <p:cNvSpPr txBox="1"/>
          <p:nvPr>
            <p:ph type="title"/>
          </p:nvPr>
        </p:nvSpPr>
        <p:spPr>
          <a:xfrm>
            <a:off x="720000" y="445025"/>
            <a:ext cx="62664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2" name="Google Shape;382;p44"/>
          <p:cNvSpPr txBox="1"/>
          <p:nvPr>
            <p:ph idx="1" type="subTitle"/>
          </p:nvPr>
        </p:nvSpPr>
        <p:spPr>
          <a:xfrm>
            <a:off x="720000" y="1347250"/>
            <a:ext cx="7324500" cy="31734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3" name="Shape 383"/>
        <p:cNvGrpSpPr/>
        <p:nvPr/>
      </p:nvGrpSpPr>
      <p:grpSpPr>
        <a:xfrm>
          <a:off x="0" y="0"/>
          <a:ext cx="0" cy="0"/>
          <a:chOff x="0" y="0"/>
          <a:chExt cx="0" cy="0"/>
        </a:xfrm>
      </p:grpSpPr>
      <p:sp>
        <p:nvSpPr>
          <p:cNvPr id="384" name="Google Shape;384;p4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5"/>
          <p:cNvSpPr txBox="1"/>
          <p:nvPr>
            <p:ph type="title"/>
          </p:nvPr>
        </p:nvSpPr>
        <p:spPr>
          <a:xfrm>
            <a:off x="969825" y="2079259"/>
            <a:ext cx="7204500" cy="8790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386" name="Google Shape;386;p4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87" name="Google Shape;387;p4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8" name="Google Shape;388;p4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89" name="Google Shape;389;p4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90" name="Google Shape;390;p4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91" name="Google Shape;391;p4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2" name="Shape 392"/>
        <p:cNvGrpSpPr/>
        <p:nvPr/>
      </p:nvGrpSpPr>
      <p:grpSpPr>
        <a:xfrm>
          <a:off x="0" y="0"/>
          <a:ext cx="0" cy="0"/>
          <a:chOff x="0" y="0"/>
          <a:chExt cx="0" cy="0"/>
        </a:xfrm>
      </p:grpSpPr>
      <p:sp>
        <p:nvSpPr>
          <p:cNvPr id="393" name="Google Shape;393;p46"/>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4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4" name="Google Shape;394;p46"/>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95" name="Google Shape;395;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6" name="Shape 396"/>
        <p:cNvGrpSpPr/>
        <p:nvPr/>
      </p:nvGrpSpPr>
      <p:grpSpPr>
        <a:xfrm>
          <a:off x="0" y="0"/>
          <a:ext cx="0" cy="0"/>
          <a:chOff x="0" y="0"/>
          <a:chExt cx="0" cy="0"/>
        </a:xfrm>
      </p:grpSpPr>
      <p:sp>
        <p:nvSpPr>
          <p:cNvPr id="397" name="Google Shape;397;p47"/>
          <p:cNvSpPr/>
          <p:nvPr>
            <p:ph idx="2" type="pic"/>
          </p:nvPr>
        </p:nvSpPr>
        <p:spPr>
          <a:xfrm>
            <a:off x="0" y="0"/>
            <a:ext cx="9144000" cy="5143500"/>
          </a:xfrm>
          <a:prstGeom prst="rect">
            <a:avLst/>
          </a:prstGeom>
          <a:noFill/>
          <a:ln>
            <a:noFill/>
          </a:ln>
        </p:spPr>
      </p:sp>
      <p:sp>
        <p:nvSpPr>
          <p:cNvPr id="398" name="Google Shape;398;p47"/>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spcBef>
                <a:spcPts val="0"/>
              </a:spcBef>
              <a:spcAft>
                <a:spcPts val="0"/>
              </a:spcAft>
              <a:buSzPts val="3000"/>
              <a:buNone/>
              <a:defRPr>
                <a:solidFill>
                  <a:schemeClr val="dk2"/>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99" name="Shape 399"/>
        <p:cNvGrpSpPr/>
        <p:nvPr/>
      </p:nvGrpSpPr>
      <p:grpSpPr>
        <a:xfrm>
          <a:off x="0" y="0"/>
          <a:ext cx="0" cy="0"/>
          <a:chOff x="0" y="0"/>
          <a:chExt cx="0" cy="0"/>
        </a:xfrm>
      </p:grpSpPr>
      <p:sp>
        <p:nvSpPr>
          <p:cNvPr id="400" name="Google Shape;400;p4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1" name="Google Shape;401;p4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02" name="Google Shape;402;p4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3" name="Google Shape;403;p4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04" name="Google Shape;404;p4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05" name="Google Shape;405;p4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06" name="Google Shape;406;p4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07" name="Google Shape;407;p48"/>
          <p:cNvSpPr txBox="1"/>
          <p:nvPr>
            <p:ph hasCustomPrompt="1" type="title"/>
          </p:nvPr>
        </p:nvSpPr>
        <p:spPr>
          <a:xfrm>
            <a:off x="1284000" y="1429725"/>
            <a:ext cx="6576000" cy="14088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08" name="Google Shape;408;p48"/>
          <p:cNvSpPr txBox="1"/>
          <p:nvPr>
            <p:ph idx="1" type="subTitle"/>
          </p:nvPr>
        </p:nvSpPr>
        <p:spPr>
          <a:xfrm>
            <a:off x="1284000" y="2985500"/>
            <a:ext cx="6576000" cy="497100"/>
          </a:xfrm>
          <a:prstGeom prst="rect">
            <a:avLst/>
          </a:prstGeom>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409" name="Shape 409"/>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10" name="Shape 410"/>
        <p:cNvGrpSpPr/>
        <p:nvPr/>
      </p:nvGrpSpPr>
      <p:grpSpPr>
        <a:xfrm>
          <a:off x="0" y="0"/>
          <a:ext cx="0" cy="0"/>
          <a:chOff x="0" y="0"/>
          <a:chExt cx="0" cy="0"/>
        </a:xfrm>
      </p:grpSpPr>
      <p:sp>
        <p:nvSpPr>
          <p:cNvPr id="411" name="Google Shape;411;p5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3" name="Google Shape;413;p50"/>
          <p:cNvSpPr txBox="1"/>
          <p:nvPr>
            <p:ph idx="1" type="subTitle"/>
          </p:nvPr>
        </p:nvSpPr>
        <p:spPr>
          <a:xfrm>
            <a:off x="713225" y="20181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14" name="Google Shape;414;p50"/>
          <p:cNvSpPr txBox="1"/>
          <p:nvPr>
            <p:ph idx="2" type="subTitle"/>
          </p:nvPr>
        </p:nvSpPr>
        <p:spPr>
          <a:xfrm>
            <a:off x="713225" y="3870728"/>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15" name="Google Shape;415;p50"/>
          <p:cNvSpPr txBox="1"/>
          <p:nvPr>
            <p:ph idx="3" type="subTitle"/>
          </p:nvPr>
        </p:nvSpPr>
        <p:spPr>
          <a:xfrm>
            <a:off x="3359125"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16" name="Google Shape;416;p50"/>
          <p:cNvSpPr txBox="1"/>
          <p:nvPr>
            <p:ph idx="4" type="subTitle"/>
          </p:nvPr>
        </p:nvSpPr>
        <p:spPr>
          <a:xfrm>
            <a:off x="3359125"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17" name="Google Shape;417;p50"/>
          <p:cNvSpPr txBox="1"/>
          <p:nvPr>
            <p:ph hasCustomPrompt="1" idx="5" type="title"/>
          </p:nvPr>
        </p:nvSpPr>
        <p:spPr>
          <a:xfrm>
            <a:off x="713225" y="1141288"/>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18" name="Google Shape;418;p50"/>
          <p:cNvSpPr txBox="1"/>
          <p:nvPr>
            <p:ph hasCustomPrompt="1" idx="6" type="title"/>
          </p:nvPr>
        </p:nvSpPr>
        <p:spPr>
          <a:xfrm>
            <a:off x="33591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19" name="Google Shape;419;p50"/>
          <p:cNvSpPr txBox="1"/>
          <p:nvPr>
            <p:ph hasCustomPrompt="1" idx="7" type="title"/>
          </p:nvPr>
        </p:nvSpPr>
        <p:spPr>
          <a:xfrm>
            <a:off x="7132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0" name="Google Shape;420;p50"/>
          <p:cNvSpPr txBox="1"/>
          <p:nvPr>
            <p:ph hasCustomPrompt="1" idx="8" type="title"/>
          </p:nvPr>
        </p:nvSpPr>
        <p:spPr>
          <a:xfrm>
            <a:off x="3359125"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1" name="Google Shape;421;p50"/>
          <p:cNvSpPr txBox="1"/>
          <p:nvPr>
            <p:ph idx="9" type="subTitle"/>
          </p:nvPr>
        </p:nvSpPr>
        <p:spPr>
          <a:xfrm>
            <a:off x="5997638"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22" name="Google Shape;422;p50"/>
          <p:cNvSpPr txBox="1"/>
          <p:nvPr>
            <p:ph idx="13" type="subTitle"/>
          </p:nvPr>
        </p:nvSpPr>
        <p:spPr>
          <a:xfrm>
            <a:off x="5997638"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23" name="Google Shape;423;p50"/>
          <p:cNvSpPr txBox="1"/>
          <p:nvPr>
            <p:ph hasCustomPrompt="1" idx="14" type="title"/>
          </p:nvPr>
        </p:nvSpPr>
        <p:spPr>
          <a:xfrm>
            <a:off x="5997638"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4" name="Google Shape;424;p50"/>
          <p:cNvSpPr txBox="1"/>
          <p:nvPr>
            <p:ph hasCustomPrompt="1" idx="15" type="title"/>
          </p:nvPr>
        </p:nvSpPr>
        <p:spPr>
          <a:xfrm>
            <a:off x="5997638"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5" name="Google Shape;425;p50"/>
          <p:cNvSpPr txBox="1"/>
          <p:nvPr>
            <p:ph idx="16" type="subTitle"/>
          </p:nvPr>
        </p:nvSpPr>
        <p:spPr>
          <a:xfrm>
            <a:off x="7132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26" name="Google Shape;426;p50"/>
          <p:cNvSpPr txBox="1"/>
          <p:nvPr>
            <p:ph idx="17" type="subTitle"/>
          </p:nvPr>
        </p:nvSpPr>
        <p:spPr>
          <a:xfrm>
            <a:off x="713225" y="3447136"/>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27" name="Google Shape;427;p50"/>
          <p:cNvSpPr txBox="1"/>
          <p:nvPr>
            <p:ph idx="18" type="subTitle"/>
          </p:nvPr>
        </p:nvSpPr>
        <p:spPr>
          <a:xfrm>
            <a:off x="3359125"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28" name="Google Shape;428;p50"/>
          <p:cNvSpPr txBox="1"/>
          <p:nvPr>
            <p:ph idx="19" type="subTitle"/>
          </p:nvPr>
        </p:nvSpPr>
        <p:spPr>
          <a:xfrm>
            <a:off x="33591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29" name="Google Shape;429;p50"/>
          <p:cNvSpPr txBox="1"/>
          <p:nvPr>
            <p:ph idx="20" type="subTitle"/>
          </p:nvPr>
        </p:nvSpPr>
        <p:spPr>
          <a:xfrm>
            <a:off x="5997638"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30" name="Google Shape;430;p50"/>
          <p:cNvSpPr txBox="1"/>
          <p:nvPr>
            <p:ph idx="21" type="subTitle"/>
          </p:nvPr>
        </p:nvSpPr>
        <p:spPr>
          <a:xfrm>
            <a:off x="5997638"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431" name="Google Shape;431;p5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32" name="Google Shape;432;p5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3" name="Google Shape;433;p5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34" name="Google Shape;434;p5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35" name="Google Shape;435;p5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36" name="Google Shape;436;p5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437" name="Shape 437"/>
        <p:cNvGrpSpPr/>
        <p:nvPr/>
      </p:nvGrpSpPr>
      <p:grpSpPr>
        <a:xfrm>
          <a:off x="0" y="0"/>
          <a:ext cx="0" cy="0"/>
          <a:chOff x="0" y="0"/>
          <a:chExt cx="0" cy="0"/>
        </a:xfrm>
      </p:grpSpPr>
      <p:sp>
        <p:nvSpPr>
          <p:cNvPr id="438" name="Google Shape;438;p5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9" name="Google Shape;439;p5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40" name="Google Shape;440;p5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1" name="Google Shape;441;p5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42" name="Google Shape;442;p5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43" name="Google Shape;443;p5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44" name="Google Shape;444;p5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45" name="Google Shape;445;p51"/>
          <p:cNvSpPr txBox="1"/>
          <p:nvPr>
            <p:ph type="title"/>
          </p:nvPr>
        </p:nvSpPr>
        <p:spPr>
          <a:xfrm>
            <a:off x="969900" y="3387600"/>
            <a:ext cx="7204200" cy="531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446" name="Google Shape;446;p51"/>
          <p:cNvSpPr txBox="1"/>
          <p:nvPr>
            <p:ph idx="1" type="subTitle"/>
          </p:nvPr>
        </p:nvSpPr>
        <p:spPr>
          <a:xfrm>
            <a:off x="969900" y="1312625"/>
            <a:ext cx="7204200" cy="1478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447" name="Shape 447"/>
        <p:cNvGrpSpPr/>
        <p:nvPr/>
      </p:nvGrpSpPr>
      <p:grpSpPr>
        <a:xfrm>
          <a:off x="0" y="0"/>
          <a:ext cx="0" cy="0"/>
          <a:chOff x="0" y="0"/>
          <a:chExt cx="0" cy="0"/>
        </a:xfrm>
      </p:grpSpPr>
      <p:sp>
        <p:nvSpPr>
          <p:cNvPr id="448" name="Google Shape;448;p5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9" name="Google Shape;449;p5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50" name="Google Shape;450;p5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1" name="Google Shape;451;p5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52" name="Google Shape;452;p5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53" name="Google Shape;453;p5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54" name="Google Shape;454;p5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55" name="Google Shape;455;p52"/>
          <p:cNvSpPr txBox="1"/>
          <p:nvPr>
            <p:ph type="title"/>
          </p:nvPr>
        </p:nvSpPr>
        <p:spPr>
          <a:xfrm>
            <a:off x="720000" y="1148563"/>
            <a:ext cx="3944700" cy="1607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6" name="Google Shape;456;p52"/>
          <p:cNvSpPr txBox="1"/>
          <p:nvPr>
            <p:ph idx="1" type="subTitle"/>
          </p:nvPr>
        </p:nvSpPr>
        <p:spPr>
          <a:xfrm>
            <a:off x="720000" y="2878638"/>
            <a:ext cx="39447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57" name="Google Shape;457;p52"/>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458" name="Shape 458"/>
        <p:cNvGrpSpPr/>
        <p:nvPr/>
      </p:nvGrpSpPr>
      <p:grpSpPr>
        <a:xfrm>
          <a:off x="0" y="0"/>
          <a:ext cx="0" cy="0"/>
          <a:chOff x="0" y="0"/>
          <a:chExt cx="0" cy="0"/>
        </a:xfrm>
      </p:grpSpPr>
      <p:sp>
        <p:nvSpPr>
          <p:cNvPr id="459" name="Google Shape;459;p5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0" name="Google Shape;460;p5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61" name="Google Shape;461;p5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2" name="Google Shape;462;p5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63" name="Google Shape;463;p5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64" name="Google Shape;464;p5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65" name="Google Shape;465;p5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66" name="Google Shape;466;p53"/>
          <p:cNvSpPr txBox="1"/>
          <p:nvPr>
            <p:ph type="title"/>
          </p:nvPr>
        </p:nvSpPr>
        <p:spPr>
          <a:xfrm>
            <a:off x="720000" y="1568400"/>
            <a:ext cx="2891400" cy="700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7" name="Google Shape;467;p53"/>
          <p:cNvSpPr txBox="1"/>
          <p:nvPr>
            <p:ph idx="1" type="subTitle"/>
          </p:nvPr>
        </p:nvSpPr>
        <p:spPr>
          <a:xfrm>
            <a:off x="720000" y="2268888"/>
            <a:ext cx="2891400" cy="1306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68" name="Shape 468"/>
        <p:cNvGrpSpPr/>
        <p:nvPr/>
      </p:nvGrpSpPr>
      <p:grpSpPr>
        <a:xfrm>
          <a:off x="0" y="0"/>
          <a:ext cx="0" cy="0"/>
          <a:chOff x="0" y="0"/>
          <a:chExt cx="0" cy="0"/>
        </a:xfrm>
      </p:grpSpPr>
      <p:sp>
        <p:nvSpPr>
          <p:cNvPr id="469" name="Google Shape;469;p5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0" name="Google Shape;470;p5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71" name="Google Shape;471;p5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2" name="Google Shape;472;p5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73" name="Google Shape;473;p5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74" name="Google Shape;474;p5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75" name="Google Shape;475;p5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76" name="Google Shape;476;p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7" name="Google Shape;477;p54"/>
          <p:cNvSpPr txBox="1"/>
          <p:nvPr>
            <p:ph idx="1" type="subTitle"/>
          </p:nvPr>
        </p:nvSpPr>
        <p:spPr>
          <a:xfrm>
            <a:off x="937625"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78" name="Google Shape;478;p54"/>
          <p:cNvSpPr txBox="1"/>
          <p:nvPr>
            <p:ph idx="2" type="subTitle"/>
          </p:nvPr>
        </p:nvSpPr>
        <p:spPr>
          <a:xfrm>
            <a:off x="3484346"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79" name="Google Shape;479;p54"/>
          <p:cNvSpPr txBox="1"/>
          <p:nvPr>
            <p:ph idx="3" type="subTitle"/>
          </p:nvPr>
        </p:nvSpPr>
        <p:spPr>
          <a:xfrm>
            <a:off x="6031074"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80" name="Google Shape;480;p54"/>
          <p:cNvSpPr txBox="1"/>
          <p:nvPr>
            <p:ph idx="4" type="subTitle"/>
          </p:nvPr>
        </p:nvSpPr>
        <p:spPr>
          <a:xfrm>
            <a:off x="93762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481" name="Google Shape;481;p54"/>
          <p:cNvSpPr txBox="1"/>
          <p:nvPr>
            <p:ph idx="5" type="subTitle"/>
          </p:nvPr>
        </p:nvSpPr>
        <p:spPr>
          <a:xfrm>
            <a:off x="3484347"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482" name="Google Shape;482;p54"/>
          <p:cNvSpPr txBox="1"/>
          <p:nvPr>
            <p:ph idx="6" type="subTitle"/>
          </p:nvPr>
        </p:nvSpPr>
        <p:spPr>
          <a:xfrm>
            <a:off x="603107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483" name="Shape 483"/>
        <p:cNvGrpSpPr/>
        <p:nvPr/>
      </p:nvGrpSpPr>
      <p:grpSpPr>
        <a:xfrm>
          <a:off x="0" y="0"/>
          <a:ext cx="0" cy="0"/>
          <a:chOff x="0" y="0"/>
          <a:chExt cx="0" cy="0"/>
        </a:xfrm>
      </p:grpSpPr>
      <p:sp>
        <p:nvSpPr>
          <p:cNvPr id="484" name="Google Shape;484;p5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5" name="Google Shape;485;p5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86" name="Google Shape;486;p5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7" name="Google Shape;487;p5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88" name="Google Shape;488;p5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89" name="Google Shape;489;p5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90" name="Google Shape;490;p5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91" name="Google Shape;491;p5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92" name="Google Shape;492;p55"/>
          <p:cNvSpPr txBox="1"/>
          <p:nvPr>
            <p:ph idx="1" type="subTitle"/>
          </p:nvPr>
        </p:nvSpPr>
        <p:spPr>
          <a:xfrm>
            <a:off x="720025" y="1610942"/>
            <a:ext cx="7704000" cy="530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493" name="Google Shape;493;p55"/>
          <p:cNvSpPr txBox="1"/>
          <p:nvPr>
            <p:ph idx="2" type="subTitle"/>
          </p:nvPr>
        </p:nvSpPr>
        <p:spPr>
          <a:xfrm>
            <a:off x="720025" y="27311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494" name="Google Shape;494;p55"/>
          <p:cNvSpPr txBox="1"/>
          <p:nvPr>
            <p:ph idx="3" type="subTitle"/>
          </p:nvPr>
        </p:nvSpPr>
        <p:spPr>
          <a:xfrm>
            <a:off x="720025" y="38516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495" name="Google Shape;495;p55"/>
          <p:cNvSpPr txBox="1"/>
          <p:nvPr>
            <p:ph idx="4" type="subTitle"/>
          </p:nvPr>
        </p:nvSpPr>
        <p:spPr>
          <a:xfrm>
            <a:off x="720025" y="1241274"/>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96" name="Google Shape;496;p55"/>
          <p:cNvSpPr txBox="1"/>
          <p:nvPr>
            <p:ph idx="5" type="subTitle"/>
          </p:nvPr>
        </p:nvSpPr>
        <p:spPr>
          <a:xfrm>
            <a:off x="720025" y="23501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97" name="Google Shape;497;p55"/>
          <p:cNvSpPr txBox="1"/>
          <p:nvPr>
            <p:ph idx="6" type="subTitle"/>
          </p:nvPr>
        </p:nvSpPr>
        <p:spPr>
          <a:xfrm>
            <a:off x="720025" y="34706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498" name="Shape 498"/>
        <p:cNvGrpSpPr/>
        <p:nvPr/>
      </p:nvGrpSpPr>
      <p:grpSpPr>
        <a:xfrm>
          <a:off x="0" y="0"/>
          <a:ext cx="0" cy="0"/>
          <a:chOff x="0" y="0"/>
          <a:chExt cx="0" cy="0"/>
        </a:xfrm>
      </p:grpSpPr>
      <p:sp>
        <p:nvSpPr>
          <p:cNvPr id="499" name="Google Shape;499;p5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0" name="Google Shape;500;p5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01" name="Google Shape;501;p5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2" name="Google Shape;502;p5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03" name="Google Shape;503;p5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504" name="Google Shape;504;p5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505" name="Google Shape;505;p5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506" name="Google Shape;506;p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07" name="Google Shape;507;p56"/>
          <p:cNvSpPr txBox="1"/>
          <p:nvPr>
            <p:ph idx="1" type="subTitle"/>
          </p:nvPr>
        </p:nvSpPr>
        <p:spPr>
          <a:xfrm>
            <a:off x="1381625" y="1718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508" name="Google Shape;508;p56"/>
          <p:cNvSpPr txBox="1"/>
          <p:nvPr>
            <p:ph idx="2" type="subTitle"/>
          </p:nvPr>
        </p:nvSpPr>
        <p:spPr>
          <a:xfrm>
            <a:off x="1381635" y="2861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509" name="Google Shape;509;p56"/>
          <p:cNvSpPr txBox="1"/>
          <p:nvPr>
            <p:ph idx="3" type="subTitle"/>
          </p:nvPr>
        </p:nvSpPr>
        <p:spPr>
          <a:xfrm>
            <a:off x="1381635" y="4004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510" name="Google Shape;510;p56"/>
          <p:cNvSpPr txBox="1"/>
          <p:nvPr>
            <p:ph idx="4" type="subTitle"/>
          </p:nvPr>
        </p:nvSpPr>
        <p:spPr>
          <a:xfrm>
            <a:off x="1381625" y="14060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511" name="Google Shape;511;p56"/>
          <p:cNvSpPr txBox="1"/>
          <p:nvPr>
            <p:ph idx="5" type="subTitle"/>
          </p:nvPr>
        </p:nvSpPr>
        <p:spPr>
          <a:xfrm>
            <a:off x="1381625" y="252657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512" name="Google Shape;512;p56"/>
          <p:cNvSpPr txBox="1"/>
          <p:nvPr>
            <p:ph idx="6" type="subTitle"/>
          </p:nvPr>
        </p:nvSpPr>
        <p:spPr>
          <a:xfrm>
            <a:off x="1381625" y="36471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513" name="Shape 513"/>
        <p:cNvGrpSpPr/>
        <p:nvPr/>
      </p:nvGrpSpPr>
      <p:grpSpPr>
        <a:xfrm>
          <a:off x="0" y="0"/>
          <a:ext cx="0" cy="0"/>
          <a:chOff x="0" y="0"/>
          <a:chExt cx="0" cy="0"/>
        </a:xfrm>
      </p:grpSpPr>
      <p:sp>
        <p:nvSpPr>
          <p:cNvPr id="514" name="Google Shape;514;p5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5" name="Google Shape;515;p5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16" name="Google Shape;516;p5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7" name="Google Shape;517;p5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18" name="Google Shape;518;p5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519" name="Google Shape;519;p5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520" name="Google Shape;520;p5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521" name="Google Shape;521;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22" name="Google Shape;522;p57"/>
          <p:cNvSpPr txBox="1"/>
          <p:nvPr>
            <p:ph idx="1" type="subTitle"/>
          </p:nvPr>
        </p:nvSpPr>
        <p:spPr>
          <a:xfrm>
            <a:off x="154577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23" name="Google Shape;523;p57"/>
          <p:cNvSpPr txBox="1"/>
          <p:nvPr>
            <p:ph idx="2" type="subTitle"/>
          </p:nvPr>
        </p:nvSpPr>
        <p:spPr>
          <a:xfrm>
            <a:off x="504132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24" name="Google Shape;524;p57"/>
          <p:cNvSpPr txBox="1"/>
          <p:nvPr>
            <p:ph idx="3" type="subTitle"/>
          </p:nvPr>
        </p:nvSpPr>
        <p:spPr>
          <a:xfrm>
            <a:off x="154577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25" name="Google Shape;525;p57"/>
          <p:cNvSpPr txBox="1"/>
          <p:nvPr>
            <p:ph idx="4" type="subTitle"/>
          </p:nvPr>
        </p:nvSpPr>
        <p:spPr>
          <a:xfrm>
            <a:off x="504132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26" name="Google Shape;526;p57"/>
          <p:cNvSpPr txBox="1"/>
          <p:nvPr>
            <p:ph idx="5" type="subTitle"/>
          </p:nvPr>
        </p:nvSpPr>
        <p:spPr>
          <a:xfrm>
            <a:off x="154577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527" name="Google Shape;527;p57"/>
          <p:cNvSpPr txBox="1"/>
          <p:nvPr>
            <p:ph idx="6" type="subTitle"/>
          </p:nvPr>
        </p:nvSpPr>
        <p:spPr>
          <a:xfrm>
            <a:off x="504132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528" name="Google Shape;528;p57"/>
          <p:cNvSpPr txBox="1"/>
          <p:nvPr>
            <p:ph idx="7" type="subTitle"/>
          </p:nvPr>
        </p:nvSpPr>
        <p:spPr>
          <a:xfrm>
            <a:off x="154577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529" name="Google Shape;529;p57"/>
          <p:cNvSpPr txBox="1"/>
          <p:nvPr>
            <p:ph idx="8" type="subTitle"/>
          </p:nvPr>
        </p:nvSpPr>
        <p:spPr>
          <a:xfrm>
            <a:off x="504132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530" name="Shape 530"/>
        <p:cNvGrpSpPr/>
        <p:nvPr/>
      </p:nvGrpSpPr>
      <p:grpSpPr>
        <a:xfrm>
          <a:off x="0" y="0"/>
          <a:ext cx="0" cy="0"/>
          <a:chOff x="0" y="0"/>
          <a:chExt cx="0" cy="0"/>
        </a:xfrm>
      </p:grpSpPr>
      <p:sp>
        <p:nvSpPr>
          <p:cNvPr id="531" name="Google Shape;531;p5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2" name="Google Shape;532;p5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33" name="Google Shape;533;p5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4" name="Google Shape;534;p5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35" name="Google Shape;535;p5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536" name="Google Shape;536;p5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537" name="Google Shape;537;p5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538" name="Google Shape;538;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39" name="Google Shape;539;p58"/>
          <p:cNvSpPr txBox="1"/>
          <p:nvPr>
            <p:ph idx="1" type="subTitle"/>
          </p:nvPr>
        </p:nvSpPr>
        <p:spPr>
          <a:xfrm>
            <a:off x="903950" y="2149201"/>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0" name="Google Shape;540;p58"/>
          <p:cNvSpPr txBox="1"/>
          <p:nvPr>
            <p:ph idx="2" type="subTitle"/>
          </p:nvPr>
        </p:nvSpPr>
        <p:spPr>
          <a:xfrm>
            <a:off x="3478550" y="2149201"/>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1" name="Google Shape;541;p58"/>
          <p:cNvSpPr txBox="1"/>
          <p:nvPr>
            <p:ph idx="3" type="subTitle"/>
          </p:nvPr>
        </p:nvSpPr>
        <p:spPr>
          <a:xfrm>
            <a:off x="903950" y="3579425"/>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2" name="Google Shape;542;p58"/>
          <p:cNvSpPr txBox="1"/>
          <p:nvPr>
            <p:ph idx="4" type="subTitle"/>
          </p:nvPr>
        </p:nvSpPr>
        <p:spPr>
          <a:xfrm>
            <a:off x="3478550" y="3579425"/>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3" name="Google Shape;543;p58"/>
          <p:cNvSpPr txBox="1"/>
          <p:nvPr>
            <p:ph idx="5" type="subTitle"/>
          </p:nvPr>
        </p:nvSpPr>
        <p:spPr>
          <a:xfrm>
            <a:off x="6048850" y="2149201"/>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4" name="Google Shape;544;p58"/>
          <p:cNvSpPr txBox="1"/>
          <p:nvPr>
            <p:ph idx="6" type="subTitle"/>
          </p:nvPr>
        </p:nvSpPr>
        <p:spPr>
          <a:xfrm>
            <a:off x="6048850" y="3579425"/>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5" name="Google Shape;545;p58"/>
          <p:cNvSpPr txBox="1"/>
          <p:nvPr>
            <p:ph idx="7" type="subTitle"/>
          </p:nvPr>
        </p:nvSpPr>
        <p:spPr>
          <a:xfrm>
            <a:off x="908250" y="16566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6" name="Google Shape;546;p58"/>
          <p:cNvSpPr txBox="1"/>
          <p:nvPr>
            <p:ph idx="8" type="subTitle"/>
          </p:nvPr>
        </p:nvSpPr>
        <p:spPr>
          <a:xfrm>
            <a:off x="3482836" y="16566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7" name="Google Shape;547;p58"/>
          <p:cNvSpPr txBox="1"/>
          <p:nvPr>
            <p:ph idx="9" type="subTitle"/>
          </p:nvPr>
        </p:nvSpPr>
        <p:spPr>
          <a:xfrm>
            <a:off x="6053173" y="16566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8" name="Google Shape;548;p58"/>
          <p:cNvSpPr txBox="1"/>
          <p:nvPr>
            <p:ph idx="13" type="subTitle"/>
          </p:nvPr>
        </p:nvSpPr>
        <p:spPr>
          <a:xfrm>
            <a:off x="908250" y="30868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9" name="Google Shape;549;p58"/>
          <p:cNvSpPr txBox="1"/>
          <p:nvPr>
            <p:ph idx="14" type="subTitle"/>
          </p:nvPr>
        </p:nvSpPr>
        <p:spPr>
          <a:xfrm>
            <a:off x="3482836" y="30868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0" name="Google Shape;550;p58"/>
          <p:cNvSpPr txBox="1"/>
          <p:nvPr>
            <p:ph idx="15" type="subTitle"/>
          </p:nvPr>
        </p:nvSpPr>
        <p:spPr>
          <a:xfrm>
            <a:off x="6053173" y="30868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551" name="Shape 551"/>
        <p:cNvGrpSpPr/>
        <p:nvPr/>
      </p:nvGrpSpPr>
      <p:grpSpPr>
        <a:xfrm>
          <a:off x="0" y="0"/>
          <a:ext cx="0" cy="0"/>
          <a:chOff x="0" y="0"/>
          <a:chExt cx="0" cy="0"/>
        </a:xfrm>
      </p:grpSpPr>
      <p:sp>
        <p:nvSpPr>
          <p:cNvPr id="552" name="Google Shape;552;p5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3" name="Google Shape;553;p5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54" name="Google Shape;554;p5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5" name="Google Shape;555;p5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56" name="Google Shape;556;p5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557" name="Google Shape;557;p5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558" name="Google Shape;558;p5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559" name="Google Shape;559;p59"/>
          <p:cNvSpPr txBox="1"/>
          <p:nvPr>
            <p:ph hasCustomPrompt="1" type="title"/>
          </p:nvPr>
        </p:nvSpPr>
        <p:spPr>
          <a:xfrm>
            <a:off x="2223600" y="552112"/>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60" name="Google Shape;560;p59"/>
          <p:cNvSpPr txBox="1"/>
          <p:nvPr>
            <p:ph idx="1" type="subTitle"/>
          </p:nvPr>
        </p:nvSpPr>
        <p:spPr>
          <a:xfrm>
            <a:off x="2223600" y="1364275"/>
            <a:ext cx="4696800" cy="428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561" name="Google Shape;561;p59"/>
          <p:cNvSpPr txBox="1"/>
          <p:nvPr>
            <p:ph hasCustomPrompt="1" idx="2" type="title"/>
          </p:nvPr>
        </p:nvSpPr>
        <p:spPr>
          <a:xfrm>
            <a:off x="2223600" y="1904368"/>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dk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62" name="Google Shape;562;p59"/>
          <p:cNvSpPr txBox="1"/>
          <p:nvPr>
            <p:ph idx="3" type="subTitle"/>
          </p:nvPr>
        </p:nvSpPr>
        <p:spPr>
          <a:xfrm>
            <a:off x="2223600" y="271652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563" name="Google Shape;563;p59"/>
          <p:cNvSpPr txBox="1"/>
          <p:nvPr>
            <p:ph hasCustomPrompt="1" idx="4" type="title"/>
          </p:nvPr>
        </p:nvSpPr>
        <p:spPr>
          <a:xfrm>
            <a:off x="2223600" y="3256624"/>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64" name="Google Shape;564;p59"/>
          <p:cNvSpPr txBox="1"/>
          <p:nvPr>
            <p:ph idx="5" type="subTitle"/>
          </p:nvPr>
        </p:nvSpPr>
        <p:spPr>
          <a:xfrm>
            <a:off x="2223600" y="406879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65" name="Shape 565"/>
        <p:cNvGrpSpPr/>
        <p:nvPr/>
      </p:nvGrpSpPr>
      <p:grpSpPr>
        <a:xfrm>
          <a:off x="0" y="0"/>
          <a:ext cx="0" cy="0"/>
          <a:chOff x="0" y="0"/>
          <a:chExt cx="0" cy="0"/>
        </a:xfrm>
      </p:grpSpPr>
      <p:sp>
        <p:nvSpPr>
          <p:cNvPr id="566" name="Google Shape;566;p6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60"/>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7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68" name="Google Shape;568;p60"/>
          <p:cNvSpPr txBox="1"/>
          <p:nvPr>
            <p:ph idx="1" type="subTitle"/>
          </p:nvPr>
        </p:nvSpPr>
        <p:spPr>
          <a:xfrm>
            <a:off x="2347900" y="1717825"/>
            <a:ext cx="4448100" cy="12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69" name="Google Shape;569;p60"/>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Mulish"/>
                <a:ea typeface="Mulish"/>
                <a:cs typeface="Mulish"/>
                <a:sym typeface="Mulish"/>
              </a:rPr>
              <a:t>CREDITS: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includes icons by</a:t>
            </a:r>
            <a:r>
              <a:rPr b="1" lang="en" sz="1200">
                <a:solidFill>
                  <a:schemeClr val="dk1"/>
                </a:solidFill>
                <a:latin typeface="Mulish"/>
                <a:ea typeface="Mulish"/>
                <a:cs typeface="Mulish"/>
                <a:sym typeface="Mulish"/>
              </a:rPr>
              <a:t>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b="1"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cxnSp>
        <p:nvCxnSpPr>
          <p:cNvPr id="570" name="Google Shape;570;p6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71" name="Google Shape;571;p6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2" name="Google Shape;572;p6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73" name="Google Shape;573;p60"/>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574" name="Shape 574"/>
        <p:cNvGrpSpPr/>
        <p:nvPr/>
      </p:nvGrpSpPr>
      <p:grpSpPr>
        <a:xfrm>
          <a:off x="0" y="0"/>
          <a:ext cx="0" cy="0"/>
          <a:chOff x="0" y="0"/>
          <a:chExt cx="0" cy="0"/>
        </a:xfrm>
      </p:grpSpPr>
      <p:sp>
        <p:nvSpPr>
          <p:cNvPr id="575" name="Google Shape;575;p6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577" name="Google Shape;577;p6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78" name="Google Shape;578;p6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9" name="Google Shape;579;p6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80" name="Google Shape;580;p6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581" name="Google Shape;581;p61"/>
          <p:cNvSpPr txBox="1"/>
          <p:nvPr>
            <p:ph idx="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lt1"/>
                </a:solidFill>
              </a:defRPr>
            </a:lvl1pPr>
            <a:lvl2pPr lvl="1" algn="ctr">
              <a:buNone/>
              <a:defRPr>
                <a:solidFill>
                  <a:schemeClr val="lt1"/>
                </a:solidFill>
              </a:defRPr>
            </a:lvl2pPr>
            <a:lvl3pPr lvl="2" algn="ctr">
              <a:buNone/>
              <a:defRPr>
                <a:solidFill>
                  <a:schemeClr val="lt1"/>
                </a:solidFill>
              </a:defRPr>
            </a:lvl3pPr>
            <a:lvl4pPr lvl="3" algn="ctr">
              <a:buNone/>
              <a:defRPr>
                <a:solidFill>
                  <a:schemeClr val="lt1"/>
                </a:solidFill>
              </a:defRPr>
            </a:lvl4pPr>
            <a:lvl5pPr lvl="4" algn="ctr">
              <a:buNone/>
              <a:defRPr>
                <a:solidFill>
                  <a:schemeClr val="lt1"/>
                </a:solidFill>
              </a:defRPr>
            </a:lvl5pPr>
            <a:lvl6pPr lvl="5" algn="ctr">
              <a:buNone/>
              <a:defRPr>
                <a:solidFill>
                  <a:schemeClr val="lt1"/>
                </a:solidFill>
              </a:defRPr>
            </a:lvl6pPr>
            <a:lvl7pPr lvl="6" algn="ctr">
              <a:buNone/>
              <a:defRPr>
                <a:solidFill>
                  <a:schemeClr val="lt1"/>
                </a:solidFill>
              </a:defRPr>
            </a:lvl7pPr>
            <a:lvl8pPr lvl="7" algn="ctr">
              <a:buNone/>
              <a:defRPr>
                <a:solidFill>
                  <a:schemeClr val="lt1"/>
                </a:solidFill>
              </a:defRPr>
            </a:lvl8pPr>
            <a:lvl9pPr lvl="8" algn="ctr">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cxnSp>
        <p:nvCxnSpPr>
          <p:cNvPr id="582" name="Google Shape;582;p6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583" name="Shape 583"/>
        <p:cNvGrpSpPr/>
        <p:nvPr/>
      </p:nvGrpSpPr>
      <p:grpSpPr>
        <a:xfrm>
          <a:off x="0" y="0"/>
          <a:ext cx="0" cy="0"/>
          <a:chOff x="0" y="0"/>
          <a:chExt cx="0" cy="0"/>
        </a:xfrm>
      </p:grpSpPr>
      <p:sp>
        <p:nvSpPr>
          <p:cNvPr id="584" name="Google Shape;584;p6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85" name="Google Shape;585;p6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6" name="Google Shape;586;p6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87" name="Google Shape;587;p6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8" name="Google Shape;588;p6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89" name="Google Shape;589;p62"/>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2 1 1 1 1">
  <p:cSld name="TITLE_1_2_1_1_1_1">
    <p:spTree>
      <p:nvGrpSpPr>
        <p:cNvPr id="590" name="Shape 590"/>
        <p:cNvGrpSpPr/>
        <p:nvPr/>
      </p:nvGrpSpPr>
      <p:grpSpPr>
        <a:xfrm>
          <a:off x="0" y="0"/>
          <a:ext cx="0" cy="0"/>
          <a:chOff x="0" y="0"/>
          <a:chExt cx="0" cy="0"/>
        </a:xfrm>
      </p:grpSpPr>
      <p:sp>
        <p:nvSpPr>
          <p:cNvPr id="591" name="Google Shape;591;p63"/>
          <p:cNvSpPr txBox="1"/>
          <p:nvPr>
            <p:ph idx="1" type="body"/>
          </p:nvPr>
        </p:nvSpPr>
        <p:spPr>
          <a:xfrm>
            <a:off x="146400" y="1025606"/>
            <a:ext cx="8845200" cy="3604200"/>
          </a:xfrm>
          <a:prstGeom prst="rect">
            <a:avLst/>
          </a:prstGeom>
          <a:noFill/>
          <a:ln>
            <a:noFill/>
          </a:ln>
        </p:spPr>
        <p:txBody>
          <a:bodyPr anchorCtr="0" anchor="t" bIns="91425" lIns="91425" spcFirstLastPara="1" rIns="91425" wrap="square" tIns="91425">
            <a:normAutofit/>
          </a:bodyPr>
          <a:lstStyle>
            <a:lvl1pPr indent="-342900" lvl="0" marL="457200" marR="0" algn="l">
              <a:lnSpc>
                <a:spcPct val="100000"/>
              </a:lnSpc>
              <a:spcBef>
                <a:spcPts val="640"/>
              </a:spcBef>
              <a:spcAft>
                <a:spcPts val="0"/>
              </a:spcAft>
              <a:buSzPts val="1800"/>
              <a:buChar char="•"/>
              <a:defRPr i="0" u="none" cap="none" strike="noStrike"/>
            </a:lvl1pPr>
            <a:lvl2pPr indent="-317500" lvl="1" marL="914400" marR="0" algn="l">
              <a:lnSpc>
                <a:spcPct val="100000"/>
              </a:lnSpc>
              <a:spcBef>
                <a:spcPts val="560"/>
              </a:spcBef>
              <a:spcAft>
                <a:spcPts val="0"/>
              </a:spcAft>
              <a:buSzPts val="1400"/>
              <a:buChar char="–"/>
              <a:defRPr i="0" u="none" cap="none" strike="noStrike"/>
            </a:lvl2pPr>
            <a:lvl3pPr indent="-317500" lvl="2" marL="1371600" marR="0" algn="l">
              <a:lnSpc>
                <a:spcPct val="100000"/>
              </a:lnSpc>
              <a:spcBef>
                <a:spcPts val="480"/>
              </a:spcBef>
              <a:spcAft>
                <a:spcPts val="0"/>
              </a:spcAft>
              <a:buSzPts val="1400"/>
              <a:buChar char="•"/>
              <a:defRPr i="0" u="none" cap="none" strike="noStrike"/>
            </a:lvl3pPr>
            <a:lvl4pPr indent="-317500" lvl="3" marL="1828800" marR="0" algn="l">
              <a:lnSpc>
                <a:spcPct val="100000"/>
              </a:lnSpc>
              <a:spcBef>
                <a:spcPts val="400"/>
              </a:spcBef>
              <a:spcAft>
                <a:spcPts val="0"/>
              </a:spcAft>
              <a:buSzPts val="1400"/>
              <a:buChar char="–"/>
              <a:defRPr i="0" u="none" cap="none" strike="noStrike"/>
            </a:lvl4pPr>
            <a:lvl5pPr indent="-317500" lvl="4" marL="2286000" marR="0" algn="l">
              <a:lnSpc>
                <a:spcPct val="100000"/>
              </a:lnSpc>
              <a:spcBef>
                <a:spcPts val="400"/>
              </a:spcBef>
              <a:spcAft>
                <a:spcPts val="0"/>
              </a:spcAft>
              <a:buSzPts val="1400"/>
              <a:buChar char="»"/>
              <a:defRPr i="0" u="none" cap="none" strike="noStrike"/>
            </a:lvl5pPr>
            <a:lvl6pPr indent="-317500" lvl="5" marL="2743200" marR="0" algn="l">
              <a:lnSpc>
                <a:spcPct val="100000"/>
              </a:lnSpc>
              <a:spcBef>
                <a:spcPts val="400"/>
              </a:spcBef>
              <a:spcAft>
                <a:spcPts val="0"/>
              </a:spcAft>
              <a:buSzPts val="1400"/>
              <a:buChar char="•"/>
              <a:defRPr i="0" u="none" cap="none" strike="noStrike"/>
            </a:lvl6pPr>
            <a:lvl7pPr indent="-317500" lvl="6" marL="3200400" marR="0" algn="l">
              <a:lnSpc>
                <a:spcPct val="100000"/>
              </a:lnSpc>
              <a:spcBef>
                <a:spcPts val="400"/>
              </a:spcBef>
              <a:spcAft>
                <a:spcPts val="0"/>
              </a:spcAft>
              <a:buSzPts val="1400"/>
              <a:buChar char="•"/>
              <a:defRPr i="0" u="none" cap="none" strike="noStrike"/>
            </a:lvl7pPr>
            <a:lvl8pPr indent="-317500" lvl="7" marL="3657600" marR="0" algn="l">
              <a:lnSpc>
                <a:spcPct val="100000"/>
              </a:lnSpc>
              <a:spcBef>
                <a:spcPts val="400"/>
              </a:spcBef>
              <a:spcAft>
                <a:spcPts val="0"/>
              </a:spcAft>
              <a:buSzPts val="1400"/>
              <a:buChar char="•"/>
              <a:defRPr i="0" u="none" cap="none" strike="noStrike"/>
            </a:lvl8pPr>
            <a:lvl9pPr indent="-317500" lvl="8" marL="4114800" marR="0" algn="l">
              <a:lnSpc>
                <a:spcPct val="100000"/>
              </a:lnSpc>
              <a:spcBef>
                <a:spcPts val="400"/>
              </a:spcBef>
              <a:spcAft>
                <a:spcPts val="0"/>
              </a:spcAft>
              <a:buSzPts val="1400"/>
              <a:buChar char="•"/>
              <a:defRPr i="0" u="none" cap="none" strike="noStrike"/>
            </a:lvl9pPr>
          </a:lstStyle>
          <a:p/>
        </p:txBody>
      </p:sp>
      <p:sp>
        <p:nvSpPr>
          <p:cNvPr id="592" name="Google Shape;592;p63"/>
          <p:cNvSpPr txBox="1"/>
          <p:nvPr>
            <p:ph type="title"/>
          </p:nvPr>
        </p:nvSpPr>
        <p:spPr>
          <a:xfrm>
            <a:off x="146550" y="19144"/>
            <a:ext cx="8845200" cy="6366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rgbClr val="17365D"/>
              </a:buClr>
              <a:buSzPts val="4400"/>
              <a:buNone/>
              <a:defRPr i="0" sz="4400" u="none" cap="none" strike="noStrike">
                <a:solidFill>
                  <a:srgbClr val="17365D"/>
                </a:solidFill>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593" name="Google Shape;593;p63"/>
          <p:cNvSpPr/>
          <p:nvPr/>
        </p:nvSpPr>
        <p:spPr>
          <a:xfrm>
            <a:off x="0" y="655733"/>
            <a:ext cx="9144000" cy="97800"/>
          </a:xfrm>
          <a:prstGeom prst="rect">
            <a:avLst/>
          </a:prstGeom>
          <a:solidFill>
            <a:srgbClr val="17365D"/>
          </a:solidFill>
          <a:ln>
            <a:noFill/>
          </a:ln>
          <a:effectLst>
            <a:outerShdw blurRad="40000" rotWithShape="0" dir="5400000" dist="23000">
              <a:srgbClr val="00000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4" name="Google Shape;594;p63"/>
          <p:cNvSpPr txBox="1"/>
          <p:nvPr>
            <p:ph idx="12" type="sldNum"/>
          </p:nvPr>
        </p:nvSpPr>
        <p:spPr>
          <a:xfrm>
            <a:off x="9" y="4740476"/>
            <a:ext cx="548700" cy="393600"/>
          </a:xfrm>
          <a:prstGeom prst="rect">
            <a:avLst/>
          </a:prstGeom>
          <a:noFill/>
          <a:ln>
            <a:noFill/>
          </a:ln>
        </p:spPr>
        <p:txBody>
          <a:bodyPr anchorCtr="0" anchor="t" bIns="91425" lIns="91425" spcFirstLastPara="1" rIns="91425" wrap="square" tIns="91425">
            <a:normAutofit fontScale="70000" lnSpcReduction="20000"/>
          </a:bodyPr>
          <a:lstStyle>
            <a:lvl1pPr indent="0" lvl="0"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2400"/>
              <a:buFont typeface="Arial"/>
              <a:buNone/>
              <a:defRPr b="0" i="0" sz="2400" u="none" cap="none" strike="noStrike">
                <a:solidFill>
                  <a:schemeClr val="dk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599" name="Shape 599"/>
        <p:cNvGrpSpPr/>
        <p:nvPr/>
      </p:nvGrpSpPr>
      <p:grpSpPr>
        <a:xfrm>
          <a:off x="0" y="0"/>
          <a:ext cx="0" cy="0"/>
          <a:chOff x="0" y="0"/>
          <a:chExt cx="0" cy="0"/>
        </a:xfrm>
      </p:grpSpPr>
      <p:sp>
        <p:nvSpPr>
          <p:cNvPr id="600" name="Google Shape;600;p6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65"/>
          <p:cNvSpPr txBox="1"/>
          <p:nvPr>
            <p:ph type="ctrTitle"/>
          </p:nvPr>
        </p:nvSpPr>
        <p:spPr>
          <a:xfrm>
            <a:off x="1609200" y="1424875"/>
            <a:ext cx="5925600" cy="2079300"/>
          </a:xfrm>
          <a:prstGeom prst="rect">
            <a:avLst/>
          </a:prstGeom>
          <a:noFill/>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02" name="Google Shape;602;p65"/>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603" name="Shape 603"/>
        <p:cNvGrpSpPr/>
        <p:nvPr/>
      </p:nvGrpSpPr>
      <p:grpSpPr>
        <a:xfrm>
          <a:off x="0" y="0"/>
          <a:ext cx="0" cy="0"/>
          <a:chOff x="0" y="0"/>
          <a:chExt cx="0" cy="0"/>
        </a:xfrm>
      </p:grpSpPr>
      <p:sp>
        <p:nvSpPr>
          <p:cNvPr id="604" name="Google Shape;604;p6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66"/>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6" name="Google Shape;606;p66"/>
          <p:cNvSpPr txBox="1"/>
          <p:nvPr>
            <p:ph hasCustomPrompt="1" idx="2" type="title"/>
          </p:nvPr>
        </p:nvSpPr>
        <p:spPr>
          <a:xfrm>
            <a:off x="1959250" y="1854500"/>
            <a:ext cx="1189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dk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07" name="Google Shape;607;p66"/>
          <p:cNvSpPr txBox="1"/>
          <p:nvPr>
            <p:ph idx="1" type="subTitle"/>
          </p:nvPr>
        </p:nvSpPr>
        <p:spPr>
          <a:xfrm>
            <a:off x="1959250" y="2939075"/>
            <a:ext cx="5225400" cy="446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608" name="Google Shape;608;p66"/>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609" name="Google Shape;609;p6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10" name="Google Shape;610;p6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1" name="Google Shape;611;p6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12" name="Google Shape;612;p6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13" name="Google Shape;613;p6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14" name="Google Shape;614;p6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15" name="Google Shape;615;p66"/>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6" name="Shape 616"/>
        <p:cNvGrpSpPr/>
        <p:nvPr/>
      </p:nvGrpSpPr>
      <p:grpSpPr>
        <a:xfrm>
          <a:off x="0" y="0"/>
          <a:ext cx="0" cy="0"/>
          <a:chOff x="0" y="0"/>
          <a:chExt cx="0" cy="0"/>
        </a:xfrm>
      </p:grpSpPr>
      <p:sp>
        <p:nvSpPr>
          <p:cNvPr id="617" name="Google Shape;617;p6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8" name="Google Shape;618;p6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19" name="Google Shape;619;p6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0" name="Google Shape;620;p6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21" name="Google Shape;621;p6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22" name="Google Shape;622;p6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23" name="Google Shape;623;p6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624" name="Google Shape;624;p6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25" name="Google Shape;625;p67"/>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2"/>
              </a:buClr>
              <a:buSzPts val="800"/>
              <a:buFont typeface="Nunito Light"/>
              <a:buChar char="●"/>
              <a:defRPr/>
            </a:lvl1pPr>
            <a:lvl2pPr indent="-304800" lvl="1" marL="914400">
              <a:spcBef>
                <a:spcPts val="0"/>
              </a:spcBef>
              <a:spcAft>
                <a:spcPts val="0"/>
              </a:spcAft>
              <a:buSzPts val="1200"/>
              <a:buFont typeface="Nunito Light"/>
              <a:buChar char="○"/>
              <a:defRPr/>
            </a:lvl2pPr>
            <a:lvl3pPr indent="-304800" lvl="2" marL="1371600">
              <a:lnSpc>
                <a:spcPct val="115000"/>
              </a:lnSpc>
              <a:spcBef>
                <a:spcPts val="0"/>
              </a:spcBef>
              <a:spcAft>
                <a:spcPts val="0"/>
              </a:spcAft>
              <a:buClr>
                <a:srgbClr val="FFC800"/>
              </a:buClr>
              <a:buSzPts val="1200"/>
              <a:buFont typeface="Nunito Light"/>
              <a:buChar char="■"/>
              <a:defRPr/>
            </a:lvl3pPr>
            <a:lvl4pPr indent="-304800" lvl="3" marL="1828800">
              <a:lnSpc>
                <a:spcPct val="115000"/>
              </a:lnSpc>
              <a:spcBef>
                <a:spcPts val="1600"/>
              </a:spcBef>
              <a:spcAft>
                <a:spcPts val="0"/>
              </a:spcAft>
              <a:buClr>
                <a:srgbClr val="FFC800"/>
              </a:buClr>
              <a:buSzPts val="1200"/>
              <a:buFont typeface="Nunito Light"/>
              <a:buChar char="●"/>
              <a:defRPr/>
            </a:lvl4pPr>
            <a:lvl5pPr indent="-304800" lvl="4" marL="2286000">
              <a:lnSpc>
                <a:spcPct val="115000"/>
              </a:lnSpc>
              <a:spcBef>
                <a:spcPts val="1600"/>
              </a:spcBef>
              <a:spcAft>
                <a:spcPts val="0"/>
              </a:spcAft>
              <a:buClr>
                <a:srgbClr val="434343"/>
              </a:buClr>
              <a:buSzPts val="1200"/>
              <a:buFont typeface="Nunito Light"/>
              <a:buChar char="○"/>
              <a:defRPr/>
            </a:lvl5pPr>
            <a:lvl6pPr indent="-304800" lvl="5" marL="2743200">
              <a:lnSpc>
                <a:spcPct val="115000"/>
              </a:lnSpc>
              <a:spcBef>
                <a:spcPts val="1600"/>
              </a:spcBef>
              <a:spcAft>
                <a:spcPts val="0"/>
              </a:spcAft>
              <a:buClr>
                <a:srgbClr val="434343"/>
              </a:buClr>
              <a:buSzPts val="1200"/>
              <a:buFont typeface="Nunito Light"/>
              <a:buChar char="■"/>
              <a:defRPr/>
            </a:lvl6pPr>
            <a:lvl7pPr indent="-304800" lvl="6" marL="3200400">
              <a:lnSpc>
                <a:spcPct val="115000"/>
              </a:lnSpc>
              <a:spcBef>
                <a:spcPts val="1600"/>
              </a:spcBef>
              <a:spcAft>
                <a:spcPts val="0"/>
              </a:spcAft>
              <a:buClr>
                <a:srgbClr val="434343"/>
              </a:buClr>
              <a:buSzPts val="1200"/>
              <a:buFont typeface="Nunito Light"/>
              <a:buChar char="●"/>
              <a:defRPr/>
            </a:lvl7pPr>
            <a:lvl8pPr indent="-304800" lvl="7" marL="3657600">
              <a:lnSpc>
                <a:spcPct val="115000"/>
              </a:lnSpc>
              <a:spcBef>
                <a:spcPts val="1600"/>
              </a:spcBef>
              <a:spcAft>
                <a:spcPts val="0"/>
              </a:spcAft>
              <a:buClr>
                <a:srgbClr val="434343"/>
              </a:buClr>
              <a:buSzPts val="1200"/>
              <a:buFont typeface="Nunito Light"/>
              <a:buChar char="○"/>
              <a:defRPr/>
            </a:lvl8pPr>
            <a:lvl9pPr indent="-304800" lvl="8" marL="4114800">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6" name="Shape 626"/>
        <p:cNvGrpSpPr/>
        <p:nvPr/>
      </p:nvGrpSpPr>
      <p:grpSpPr>
        <a:xfrm>
          <a:off x="0" y="0"/>
          <a:ext cx="0" cy="0"/>
          <a:chOff x="0" y="0"/>
          <a:chExt cx="0" cy="0"/>
        </a:xfrm>
      </p:grpSpPr>
      <p:sp>
        <p:nvSpPr>
          <p:cNvPr id="627" name="Google Shape;627;p6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8" name="Google Shape;628;p6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29" name="Google Shape;629;p6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0" name="Google Shape;630;p6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31" name="Google Shape;631;p6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32" name="Google Shape;632;p6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33" name="Google Shape;633;p6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634" name="Google Shape;634;p6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35" name="Google Shape;635;p68"/>
          <p:cNvSpPr txBox="1"/>
          <p:nvPr>
            <p:ph idx="1" type="subTitle"/>
          </p:nvPr>
        </p:nvSpPr>
        <p:spPr>
          <a:xfrm>
            <a:off x="4747387"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636" name="Google Shape;636;p68"/>
          <p:cNvSpPr txBox="1"/>
          <p:nvPr>
            <p:ph idx="2" type="subTitle"/>
          </p:nvPr>
        </p:nvSpPr>
        <p:spPr>
          <a:xfrm>
            <a:off x="726675"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637" name="Google Shape;637;p68"/>
          <p:cNvSpPr txBox="1"/>
          <p:nvPr>
            <p:ph idx="3" type="subTitle"/>
          </p:nvPr>
        </p:nvSpPr>
        <p:spPr>
          <a:xfrm>
            <a:off x="7266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38" name="Google Shape;638;p68"/>
          <p:cNvSpPr txBox="1"/>
          <p:nvPr>
            <p:ph idx="4" type="subTitle"/>
          </p:nvPr>
        </p:nvSpPr>
        <p:spPr>
          <a:xfrm>
            <a:off x="47473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9" name="Shape 639"/>
        <p:cNvGrpSpPr/>
        <p:nvPr/>
      </p:nvGrpSpPr>
      <p:grpSpPr>
        <a:xfrm>
          <a:off x="0" y="0"/>
          <a:ext cx="0" cy="0"/>
          <a:chOff x="0" y="0"/>
          <a:chExt cx="0" cy="0"/>
        </a:xfrm>
      </p:grpSpPr>
      <p:sp>
        <p:nvSpPr>
          <p:cNvPr id="640" name="Google Shape;640;p6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1" name="Google Shape;641;p6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42" name="Google Shape;642;p6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3" name="Google Shape;643;p6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44" name="Google Shape;644;p6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45" name="Google Shape;645;p6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46" name="Google Shape;646;p6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647" name="Google Shape;647;p6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48" name="Shape 648"/>
        <p:cNvGrpSpPr/>
        <p:nvPr/>
      </p:nvGrpSpPr>
      <p:grpSpPr>
        <a:xfrm>
          <a:off x="0" y="0"/>
          <a:ext cx="0" cy="0"/>
          <a:chOff x="0" y="0"/>
          <a:chExt cx="0" cy="0"/>
        </a:xfrm>
      </p:grpSpPr>
      <p:sp>
        <p:nvSpPr>
          <p:cNvPr id="649" name="Google Shape;649;p7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0" name="Google Shape;650;p7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51" name="Google Shape;651;p7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2" name="Google Shape;652;p7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53" name="Google Shape;653;p7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54" name="Google Shape;654;p7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55" name="Google Shape;655;p7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656" name="Google Shape;656;p70"/>
          <p:cNvSpPr txBox="1"/>
          <p:nvPr>
            <p:ph type="title"/>
          </p:nvPr>
        </p:nvSpPr>
        <p:spPr>
          <a:xfrm>
            <a:off x="720000" y="445025"/>
            <a:ext cx="62664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57" name="Google Shape;657;p70"/>
          <p:cNvSpPr txBox="1"/>
          <p:nvPr>
            <p:ph idx="1" type="subTitle"/>
          </p:nvPr>
        </p:nvSpPr>
        <p:spPr>
          <a:xfrm>
            <a:off x="720000" y="1347250"/>
            <a:ext cx="7324500" cy="31734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58" name="Shape 658"/>
        <p:cNvGrpSpPr/>
        <p:nvPr/>
      </p:nvGrpSpPr>
      <p:grpSpPr>
        <a:xfrm>
          <a:off x="0" y="0"/>
          <a:ext cx="0" cy="0"/>
          <a:chOff x="0" y="0"/>
          <a:chExt cx="0" cy="0"/>
        </a:xfrm>
      </p:grpSpPr>
      <p:sp>
        <p:nvSpPr>
          <p:cNvPr id="659" name="Google Shape;659;p7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71"/>
          <p:cNvSpPr txBox="1"/>
          <p:nvPr>
            <p:ph type="title"/>
          </p:nvPr>
        </p:nvSpPr>
        <p:spPr>
          <a:xfrm>
            <a:off x="969825" y="2079259"/>
            <a:ext cx="7204500" cy="8790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661" name="Google Shape;661;p7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62" name="Google Shape;662;p7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3" name="Google Shape;663;p7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64" name="Google Shape;664;p7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65" name="Google Shape;665;p7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66" name="Google Shape;666;p7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67" name="Shape 667"/>
        <p:cNvGrpSpPr/>
        <p:nvPr/>
      </p:nvGrpSpPr>
      <p:grpSpPr>
        <a:xfrm>
          <a:off x="0" y="0"/>
          <a:ext cx="0" cy="0"/>
          <a:chOff x="0" y="0"/>
          <a:chExt cx="0" cy="0"/>
        </a:xfrm>
      </p:grpSpPr>
      <p:sp>
        <p:nvSpPr>
          <p:cNvPr id="668" name="Google Shape;668;p72"/>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4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69" name="Google Shape;669;p72"/>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70" name="Google Shape;670;p7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71" name="Shape 671"/>
        <p:cNvGrpSpPr/>
        <p:nvPr/>
      </p:nvGrpSpPr>
      <p:grpSpPr>
        <a:xfrm>
          <a:off x="0" y="0"/>
          <a:ext cx="0" cy="0"/>
          <a:chOff x="0" y="0"/>
          <a:chExt cx="0" cy="0"/>
        </a:xfrm>
      </p:grpSpPr>
      <p:sp>
        <p:nvSpPr>
          <p:cNvPr id="672" name="Google Shape;672;p73"/>
          <p:cNvSpPr/>
          <p:nvPr>
            <p:ph idx="2" type="pic"/>
          </p:nvPr>
        </p:nvSpPr>
        <p:spPr>
          <a:xfrm>
            <a:off x="0" y="0"/>
            <a:ext cx="9144000" cy="5143500"/>
          </a:xfrm>
          <a:prstGeom prst="rect">
            <a:avLst/>
          </a:prstGeom>
          <a:noFill/>
          <a:ln>
            <a:noFill/>
          </a:ln>
        </p:spPr>
      </p:sp>
      <p:sp>
        <p:nvSpPr>
          <p:cNvPr id="673" name="Google Shape;673;p73"/>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spcBef>
                <a:spcPts val="0"/>
              </a:spcBef>
              <a:spcAft>
                <a:spcPts val="0"/>
              </a:spcAft>
              <a:buSzPts val="3000"/>
              <a:buNone/>
              <a:defRPr>
                <a:solidFill>
                  <a:schemeClr val="dk2"/>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74" name="Shape 674"/>
        <p:cNvGrpSpPr/>
        <p:nvPr/>
      </p:nvGrpSpPr>
      <p:grpSpPr>
        <a:xfrm>
          <a:off x="0" y="0"/>
          <a:ext cx="0" cy="0"/>
          <a:chOff x="0" y="0"/>
          <a:chExt cx="0" cy="0"/>
        </a:xfrm>
      </p:grpSpPr>
      <p:sp>
        <p:nvSpPr>
          <p:cNvPr id="675" name="Google Shape;675;p7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6" name="Google Shape;676;p7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77" name="Google Shape;677;p7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8" name="Google Shape;678;p7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79" name="Google Shape;679;p7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80" name="Google Shape;680;p7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81" name="Google Shape;681;p7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682" name="Google Shape;682;p74"/>
          <p:cNvSpPr txBox="1"/>
          <p:nvPr>
            <p:ph hasCustomPrompt="1" type="title"/>
          </p:nvPr>
        </p:nvSpPr>
        <p:spPr>
          <a:xfrm>
            <a:off x="1284000" y="1429725"/>
            <a:ext cx="6576000" cy="14088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83" name="Google Shape;683;p74"/>
          <p:cNvSpPr txBox="1"/>
          <p:nvPr>
            <p:ph idx="1" type="subTitle"/>
          </p:nvPr>
        </p:nvSpPr>
        <p:spPr>
          <a:xfrm>
            <a:off x="1284000" y="2985500"/>
            <a:ext cx="6576000" cy="497100"/>
          </a:xfrm>
          <a:prstGeom prst="rect">
            <a:avLst/>
          </a:prstGeom>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684" name="Shape 684"/>
        <p:cNvGrpSpPr/>
        <p:nvPr/>
      </p:nvGrpSpPr>
      <p:grpSpPr>
        <a:xfrm>
          <a:off x="0" y="0"/>
          <a:ext cx="0" cy="0"/>
          <a:chOff x="0" y="0"/>
          <a:chExt cx="0" cy="0"/>
        </a:xfrm>
      </p:grpSpPr>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85" name="Shape 685"/>
        <p:cNvGrpSpPr/>
        <p:nvPr/>
      </p:nvGrpSpPr>
      <p:grpSpPr>
        <a:xfrm>
          <a:off x="0" y="0"/>
          <a:ext cx="0" cy="0"/>
          <a:chOff x="0" y="0"/>
          <a:chExt cx="0" cy="0"/>
        </a:xfrm>
      </p:grpSpPr>
      <p:sp>
        <p:nvSpPr>
          <p:cNvPr id="686" name="Google Shape;686;p7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7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88" name="Google Shape;688;p76"/>
          <p:cNvSpPr txBox="1"/>
          <p:nvPr>
            <p:ph idx="1" type="subTitle"/>
          </p:nvPr>
        </p:nvSpPr>
        <p:spPr>
          <a:xfrm>
            <a:off x="713225" y="20181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89" name="Google Shape;689;p76"/>
          <p:cNvSpPr txBox="1"/>
          <p:nvPr>
            <p:ph idx="2" type="subTitle"/>
          </p:nvPr>
        </p:nvSpPr>
        <p:spPr>
          <a:xfrm>
            <a:off x="713225" y="3870728"/>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90" name="Google Shape;690;p76"/>
          <p:cNvSpPr txBox="1"/>
          <p:nvPr>
            <p:ph idx="3" type="subTitle"/>
          </p:nvPr>
        </p:nvSpPr>
        <p:spPr>
          <a:xfrm>
            <a:off x="3359125"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91" name="Google Shape;691;p76"/>
          <p:cNvSpPr txBox="1"/>
          <p:nvPr>
            <p:ph idx="4" type="subTitle"/>
          </p:nvPr>
        </p:nvSpPr>
        <p:spPr>
          <a:xfrm>
            <a:off x="3359125"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92" name="Google Shape;692;p76"/>
          <p:cNvSpPr txBox="1"/>
          <p:nvPr>
            <p:ph hasCustomPrompt="1" idx="5" type="title"/>
          </p:nvPr>
        </p:nvSpPr>
        <p:spPr>
          <a:xfrm>
            <a:off x="713225" y="1141288"/>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93" name="Google Shape;693;p76"/>
          <p:cNvSpPr txBox="1"/>
          <p:nvPr>
            <p:ph hasCustomPrompt="1" idx="6" type="title"/>
          </p:nvPr>
        </p:nvSpPr>
        <p:spPr>
          <a:xfrm>
            <a:off x="33591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94" name="Google Shape;694;p76"/>
          <p:cNvSpPr txBox="1"/>
          <p:nvPr>
            <p:ph hasCustomPrompt="1" idx="7" type="title"/>
          </p:nvPr>
        </p:nvSpPr>
        <p:spPr>
          <a:xfrm>
            <a:off x="7132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95" name="Google Shape;695;p76"/>
          <p:cNvSpPr txBox="1"/>
          <p:nvPr>
            <p:ph hasCustomPrompt="1" idx="8" type="title"/>
          </p:nvPr>
        </p:nvSpPr>
        <p:spPr>
          <a:xfrm>
            <a:off x="3359125"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96" name="Google Shape;696;p76"/>
          <p:cNvSpPr txBox="1"/>
          <p:nvPr>
            <p:ph idx="9" type="subTitle"/>
          </p:nvPr>
        </p:nvSpPr>
        <p:spPr>
          <a:xfrm>
            <a:off x="5997638"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97" name="Google Shape;697;p76"/>
          <p:cNvSpPr txBox="1"/>
          <p:nvPr>
            <p:ph idx="13" type="subTitle"/>
          </p:nvPr>
        </p:nvSpPr>
        <p:spPr>
          <a:xfrm>
            <a:off x="5997638"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98" name="Google Shape;698;p76"/>
          <p:cNvSpPr txBox="1"/>
          <p:nvPr>
            <p:ph hasCustomPrompt="1" idx="14" type="title"/>
          </p:nvPr>
        </p:nvSpPr>
        <p:spPr>
          <a:xfrm>
            <a:off x="5997638"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99" name="Google Shape;699;p76"/>
          <p:cNvSpPr txBox="1"/>
          <p:nvPr>
            <p:ph hasCustomPrompt="1" idx="15" type="title"/>
          </p:nvPr>
        </p:nvSpPr>
        <p:spPr>
          <a:xfrm>
            <a:off x="5997638"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00" name="Google Shape;700;p76"/>
          <p:cNvSpPr txBox="1"/>
          <p:nvPr>
            <p:ph idx="16" type="subTitle"/>
          </p:nvPr>
        </p:nvSpPr>
        <p:spPr>
          <a:xfrm>
            <a:off x="7132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01" name="Google Shape;701;p76"/>
          <p:cNvSpPr txBox="1"/>
          <p:nvPr>
            <p:ph idx="17" type="subTitle"/>
          </p:nvPr>
        </p:nvSpPr>
        <p:spPr>
          <a:xfrm>
            <a:off x="713225" y="3447136"/>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02" name="Google Shape;702;p76"/>
          <p:cNvSpPr txBox="1"/>
          <p:nvPr>
            <p:ph idx="18" type="subTitle"/>
          </p:nvPr>
        </p:nvSpPr>
        <p:spPr>
          <a:xfrm>
            <a:off x="3359125"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03" name="Google Shape;703;p76"/>
          <p:cNvSpPr txBox="1"/>
          <p:nvPr>
            <p:ph idx="19" type="subTitle"/>
          </p:nvPr>
        </p:nvSpPr>
        <p:spPr>
          <a:xfrm>
            <a:off x="33591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04" name="Google Shape;704;p76"/>
          <p:cNvSpPr txBox="1"/>
          <p:nvPr>
            <p:ph idx="20" type="subTitle"/>
          </p:nvPr>
        </p:nvSpPr>
        <p:spPr>
          <a:xfrm>
            <a:off x="5997638"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05" name="Google Shape;705;p76"/>
          <p:cNvSpPr txBox="1"/>
          <p:nvPr>
            <p:ph idx="21" type="subTitle"/>
          </p:nvPr>
        </p:nvSpPr>
        <p:spPr>
          <a:xfrm>
            <a:off x="5997638"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706" name="Google Shape;706;p7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07" name="Google Shape;707;p7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8" name="Google Shape;708;p7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09" name="Google Shape;709;p7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10" name="Google Shape;710;p7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11" name="Google Shape;711;p7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712" name="Shape 712"/>
        <p:cNvGrpSpPr/>
        <p:nvPr/>
      </p:nvGrpSpPr>
      <p:grpSpPr>
        <a:xfrm>
          <a:off x="0" y="0"/>
          <a:ext cx="0" cy="0"/>
          <a:chOff x="0" y="0"/>
          <a:chExt cx="0" cy="0"/>
        </a:xfrm>
      </p:grpSpPr>
      <p:sp>
        <p:nvSpPr>
          <p:cNvPr id="713" name="Google Shape;713;p7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4" name="Google Shape;714;p7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15" name="Google Shape;715;p7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6" name="Google Shape;716;p7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17" name="Google Shape;717;p7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18" name="Google Shape;718;p7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19" name="Google Shape;719;p7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20" name="Google Shape;720;p77"/>
          <p:cNvSpPr txBox="1"/>
          <p:nvPr>
            <p:ph type="title"/>
          </p:nvPr>
        </p:nvSpPr>
        <p:spPr>
          <a:xfrm>
            <a:off x="969900" y="3387600"/>
            <a:ext cx="7204200" cy="531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721" name="Google Shape;721;p77"/>
          <p:cNvSpPr txBox="1"/>
          <p:nvPr>
            <p:ph idx="1" type="subTitle"/>
          </p:nvPr>
        </p:nvSpPr>
        <p:spPr>
          <a:xfrm>
            <a:off x="969900" y="1312625"/>
            <a:ext cx="7204200" cy="1478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722" name="Shape 722"/>
        <p:cNvGrpSpPr/>
        <p:nvPr/>
      </p:nvGrpSpPr>
      <p:grpSpPr>
        <a:xfrm>
          <a:off x="0" y="0"/>
          <a:ext cx="0" cy="0"/>
          <a:chOff x="0" y="0"/>
          <a:chExt cx="0" cy="0"/>
        </a:xfrm>
      </p:grpSpPr>
      <p:sp>
        <p:nvSpPr>
          <p:cNvPr id="723" name="Google Shape;723;p7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4" name="Google Shape;724;p7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25" name="Google Shape;725;p7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6" name="Google Shape;726;p7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27" name="Google Shape;727;p7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28" name="Google Shape;728;p7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29" name="Google Shape;729;p7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30" name="Google Shape;730;p78"/>
          <p:cNvSpPr txBox="1"/>
          <p:nvPr>
            <p:ph type="title"/>
          </p:nvPr>
        </p:nvSpPr>
        <p:spPr>
          <a:xfrm>
            <a:off x="720000" y="1148563"/>
            <a:ext cx="3944700" cy="1607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31" name="Google Shape;731;p78"/>
          <p:cNvSpPr txBox="1"/>
          <p:nvPr>
            <p:ph idx="1" type="subTitle"/>
          </p:nvPr>
        </p:nvSpPr>
        <p:spPr>
          <a:xfrm>
            <a:off x="720000" y="2878638"/>
            <a:ext cx="39447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32" name="Google Shape;732;p78"/>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733" name="Shape 733"/>
        <p:cNvGrpSpPr/>
        <p:nvPr/>
      </p:nvGrpSpPr>
      <p:grpSpPr>
        <a:xfrm>
          <a:off x="0" y="0"/>
          <a:ext cx="0" cy="0"/>
          <a:chOff x="0" y="0"/>
          <a:chExt cx="0" cy="0"/>
        </a:xfrm>
      </p:grpSpPr>
      <p:sp>
        <p:nvSpPr>
          <p:cNvPr id="734" name="Google Shape;734;p7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5" name="Google Shape;735;p7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36" name="Google Shape;736;p7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7" name="Google Shape;737;p7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38" name="Google Shape;738;p7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39" name="Google Shape;739;p7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40" name="Google Shape;740;p7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41" name="Google Shape;741;p79"/>
          <p:cNvSpPr txBox="1"/>
          <p:nvPr>
            <p:ph type="title"/>
          </p:nvPr>
        </p:nvSpPr>
        <p:spPr>
          <a:xfrm>
            <a:off x="720000" y="1568400"/>
            <a:ext cx="2891400" cy="700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42" name="Google Shape;742;p79"/>
          <p:cNvSpPr txBox="1"/>
          <p:nvPr>
            <p:ph idx="1" type="subTitle"/>
          </p:nvPr>
        </p:nvSpPr>
        <p:spPr>
          <a:xfrm>
            <a:off x="720000" y="2268888"/>
            <a:ext cx="2891400" cy="1306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743" name="Shape 743"/>
        <p:cNvGrpSpPr/>
        <p:nvPr/>
      </p:nvGrpSpPr>
      <p:grpSpPr>
        <a:xfrm>
          <a:off x="0" y="0"/>
          <a:ext cx="0" cy="0"/>
          <a:chOff x="0" y="0"/>
          <a:chExt cx="0" cy="0"/>
        </a:xfrm>
      </p:grpSpPr>
      <p:sp>
        <p:nvSpPr>
          <p:cNvPr id="744" name="Google Shape;744;p8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45" name="Google Shape;745;p8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46" name="Google Shape;746;p8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47" name="Google Shape;747;p8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48" name="Google Shape;748;p8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49" name="Google Shape;749;p8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50" name="Google Shape;750;p8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51" name="Google Shape;751;p8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52" name="Google Shape;752;p80"/>
          <p:cNvSpPr txBox="1"/>
          <p:nvPr>
            <p:ph idx="1" type="subTitle"/>
          </p:nvPr>
        </p:nvSpPr>
        <p:spPr>
          <a:xfrm>
            <a:off x="937625"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53" name="Google Shape;753;p80"/>
          <p:cNvSpPr txBox="1"/>
          <p:nvPr>
            <p:ph idx="2" type="subTitle"/>
          </p:nvPr>
        </p:nvSpPr>
        <p:spPr>
          <a:xfrm>
            <a:off x="3484346"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54" name="Google Shape;754;p80"/>
          <p:cNvSpPr txBox="1"/>
          <p:nvPr>
            <p:ph idx="3" type="subTitle"/>
          </p:nvPr>
        </p:nvSpPr>
        <p:spPr>
          <a:xfrm>
            <a:off x="6031074"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55" name="Google Shape;755;p80"/>
          <p:cNvSpPr txBox="1"/>
          <p:nvPr>
            <p:ph idx="4" type="subTitle"/>
          </p:nvPr>
        </p:nvSpPr>
        <p:spPr>
          <a:xfrm>
            <a:off x="93762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756" name="Google Shape;756;p80"/>
          <p:cNvSpPr txBox="1"/>
          <p:nvPr>
            <p:ph idx="5" type="subTitle"/>
          </p:nvPr>
        </p:nvSpPr>
        <p:spPr>
          <a:xfrm>
            <a:off x="3484347"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757" name="Google Shape;757;p80"/>
          <p:cNvSpPr txBox="1"/>
          <p:nvPr>
            <p:ph idx="6" type="subTitle"/>
          </p:nvPr>
        </p:nvSpPr>
        <p:spPr>
          <a:xfrm>
            <a:off x="603107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758" name="Shape 758"/>
        <p:cNvGrpSpPr/>
        <p:nvPr/>
      </p:nvGrpSpPr>
      <p:grpSpPr>
        <a:xfrm>
          <a:off x="0" y="0"/>
          <a:ext cx="0" cy="0"/>
          <a:chOff x="0" y="0"/>
          <a:chExt cx="0" cy="0"/>
        </a:xfrm>
      </p:grpSpPr>
      <p:sp>
        <p:nvSpPr>
          <p:cNvPr id="759" name="Google Shape;759;p8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60" name="Google Shape;760;p8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61" name="Google Shape;761;p8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62" name="Google Shape;762;p8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63" name="Google Shape;763;p8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64" name="Google Shape;764;p8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65" name="Google Shape;765;p8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66" name="Google Shape;766;p8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67" name="Google Shape;767;p81"/>
          <p:cNvSpPr txBox="1"/>
          <p:nvPr>
            <p:ph idx="1" type="subTitle"/>
          </p:nvPr>
        </p:nvSpPr>
        <p:spPr>
          <a:xfrm>
            <a:off x="720025" y="1610942"/>
            <a:ext cx="7704000" cy="530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768" name="Google Shape;768;p81"/>
          <p:cNvSpPr txBox="1"/>
          <p:nvPr>
            <p:ph idx="2" type="subTitle"/>
          </p:nvPr>
        </p:nvSpPr>
        <p:spPr>
          <a:xfrm>
            <a:off x="720025" y="27311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769" name="Google Shape;769;p81"/>
          <p:cNvSpPr txBox="1"/>
          <p:nvPr>
            <p:ph idx="3" type="subTitle"/>
          </p:nvPr>
        </p:nvSpPr>
        <p:spPr>
          <a:xfrm>
            <a:off x="720025" y="38516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770" name="Google Shape;770;p81"/>
          <p:cNvSpPr txBox="1"/>
          <p:nvPr>
            <p:ph idx="4" type="subTitle"/>
          </p:nvPr>
        </p:nvSpPr>
        <p:spPr>
          <a:xfrm>
            <a:off x="720025" y="1241274"/>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71" name="Google Shape;771;p81"/>
          <p:cNvSpPr txBox="1"/>
          <p:nvPr>
            <p:ph idx="5" type="subTitle"/>
          </p:nvPr>
        </p:nvSpPr>
        <p:spPr>
          <a:xfrm>
            <a:off x="720025" y="23501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772" name="Google Shape;772;p81"/>
          <p:cNvSpPr txBox="1"/>
          <p:nvPr>
            <p:ph idx="6" type="subTitle"/>
          </p:nvPr>
        </p:nvSpPr>
        <p:spPr>
          <a:xfrm>
            <a:off x="720025" y="34706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773" name="Shape 773"/>
        <p:cNvGrpSpPr/>
        <p:nvPr/>
      </p:nvGrpSpPr>
      <p:grpSpPr>
        <a:xfrm>
          <a:off x="0" y="0"/>
          <a:ext cx="0" cy="0"/>
          <a:chOff x="0" y="0"/>
          <a:chExt cx="0" cy="0"/>
        </a:xfrm>
      </p:grpSpPr>
      <p:sp>
        <p:nvSpPr>
          <p:cNvPr id="774" name="Google Shape;774;p8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5" name="Google Shape;775;p8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76" name="Google Shape;776;p8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7" name="Google Shape;777;p8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78" name="Google Shape;778;p8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79" name="Google Shape;779;p8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80" name="Google Shape;780;p8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81" name="Google Shape;781;p8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82" name="Google Shape;782;p82"/>
          <p:cNvSpPr txBox="1"/>
          <p:nvPr>
            <p:ph idx="1" type="subTitle"/>
          </p:nvPr>
        </p:nvSpPr>
        <p:spPr>
          <a:xfrm>
            <a:off x="1381625" y="1718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783" name="Google Shape;783;p82"/>
          <p:cNvSpPr txBox="1"/>
          <p:nvPr>
            <p:ph idx="2" type="subTitle"/>
          </p:nvPr>
        </p:nvSpPr>
        <p:spPr>
          <a:xfrm>
            <a:off x="1381635" y="2861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784" name="Google Shape;784;p82"/>
          <p:cNvSpPr txBox="1"/>
          <p:nvPr>
            <p:ph idx="3" type="subTitle"/>
          </p:nvPr>
        </p:nvSpPr>
        <p:spPr>
          <a:xfrm>
            <a:off x="1381635" y="4004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785" name="Google Shape;785;p82"/>
          <p:cNvSpPr txBox="1"/>
          <p:nvPr>
            <p:ph idx="4" type="subTitle"/>
          </p:nvPr>
        </p:nvSpPr>
        <p:spPr>
          <a:xfrm>
            <a:off x="1381625" y="14060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786" name="Google Shape;786;p82"/>
          <p:cNvSpPr txBox="1"/>
          <p:nvPr>
            <p:ph idx="5" type="subTitle"/>
          </p:nvPr>
        </p:nvSpPr>
        <p:spPr>
          <a:xfrm>
            <a:off x="1381625" y="252657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787" name="Google Shape;787;p82"/>
          <p:cNvSpPr txBox="1"/>
          <p:nvPr>
            <p:ph idx="6" type="subTitle"/>
          </p:nvPr>
        </p:nvSpPr>
        <p:spPr>
          <a:xfrm>
            <a:off x="1381625" y="36471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88" name="Shape 788"/>
        <p:cNvGrpSpPr/>
        <p:nvPr/>
      </p:nvGrpSpPr>
      <p:grpSpPr>
        <a:xfrm>
          <a:off x="0" y="0"/>
          <a:ext cx="0" cy="0"/>
          <a:chOff x="0" y="0"/>
          <a:chExt cx="0" cy="0"/>
        </a:xfrm>
      </p:grpSpPr>
      <p:sp>
        <p:nvSpPr>
          <p:cNvPr id="789" name="Google Shape;789;p8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0" name="Google Shape;790;p8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91" name="Google Shape;791;p8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92" name="Google Shape;792;p8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93" name="Google Shape;793;p8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94" name="Google Shape;794;p8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95" name="Google Shape;795;p8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96" name="Google Shape;796;p8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83"/>
          <p:cNvSpPr txBox="1"/>
          <p:nvPr>
            <p:ph idx="1" type="subTitle"/>
          </p:nvPr>
        </p:nvSpPr>
        <p:spPr>
          <a:xfrm>
            <a:off x="154577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98" name="Google Shape;798;p83"/>
          <p:cNvSpPr txBox="1"/>
          <p:nvPr>
            <p:ph idx="2" type="subTitle"/>
          </p:nvPr>
        </p:nvSpPr>
        <p:spPr>
          <a:xfrm>
            <a:off x="504132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99" name="Google Shape;799;p83"/>
          <p:cNvSpPr txBox="1"/>
          <p:nvPr>
            <p:ph idx="3" type="subTitle"/>
          </p:nvPr>
        </p:nvSpPr>
        <p:spPr>
          <a:xfrm>
            <a:off x="154577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00" name="Google Shape;800;p83"/>
          <p:cNvSpPr txBox="1"/>
          <p:nvPr>
            <p:ph idx="4" type="subTitle"/>
          </p:nvPr>
        </p:nvSpPr>
        <p:spPr>
          <a:xfrm>
            <a:off x="504132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01" name="Google Shape;801;p83"/>
          <p:cNvSpPr txBox="1"/>
          <p:nvPr>
            <p:ph idx="5" type="subTitle"/>
          </p:nvPr>
        </p:nvSpPr>
        <p:spPr>
          <a:xfrm>
            <a:off x="154577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802" name="Google Shape;802;p83"/>
          <p:cNvSpPr txBox="1"/>
          <p:nvPr>
            <p:ph idx="6" type="subTitle"/>
          </p:nvPr>
        </p:nvSpPr>
        <p:spPr>
          <a:xfrm>
            <a:off x="504132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803" name="Google Shape;803;p83"/>
          <p:cNvSpPr txBox="1"/>
          <p:nvPr>
            <p:ph idx="7" type="subTitle"/>
          </p:nvPr>
        </p:nvSpPr>
        <p:spPr>
          <a:xfrm>
            <a:off x="154577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804" name="Google Shape;804;p83"/>
          <p:cNvSpPr txBox="1"/>
          <p:nvPr>
            <p:ph idx="8" type="subTitle"/>
          </p:nvPr>
        </p:nvSpPr>
        <p:spPr>
          <a:xfrm>
            <a:off x="504132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805" name="Shape 805"/>
        <p:cNvGrpSpPr/>
        <p:nvPr/>
      </p:nvGrpSpPr>
      <p:grpSpPr>
        <a:xfrm>
          <a:off x="0" y="0"/>
          <a:ext cx="0" cy="0"/>
          <a:chOff x="0" y="0"/>
          <a:chExt cx="0" cy="0"/>
        </a:xfrm>
      </p:grpSpPr>
      <p:sp>
        <p:nvSpPr>
          <p:cNvPr id="806" name="Google Shape;806;p8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07" name="Google Shape;807;p8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08" name="Google Shape;808;p8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09" name="Google Shape;809;p8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10" name="Google Shape;810;p8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811" name="Google Shape;811;p8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812" name="Google Shape;812;p8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813" name="Google Shape;813;p8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4" name="Google Shape;814;p84"/>
          <p:cNvSpPr txBox="1"/>
          <p:nvPr>
            <p:ph idx="1" type="subTitle"/>
          </p:nvPr>
        </p:nvSpPr>
        <p:spPr>
          <a:xfrm>
            <a:off x="903950" y="2149201"/>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15" name="Google Shape;815;p84"/>
          <p:cNvSpPr txBox="1"/>
          <p:nvPr>
            <p:ph idx="2" type="subTitle"/>
          </p:nvPr>
        </p:nvSpPr>
        <p:spPr>
          <a:xfrm>
            <a:off x="3478550" y="2149201"/>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16" name="Google Shape;816;p84"/>
          <p:cNvSpPr txBox="1"/>
          <p:nvPr>
            <p:ph idx="3" type="subTitle"/>
          </p:nvPr>
        </p:nvSpPr>
        <p:spPr>
          <a:xfrm>
            <a:off x="903950" y="3579425"/>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17" name="Google Shape;817;p84"/>
          <p:cNvSpPr txBox="1"/>
          <p:nvPr>
            <p:ph idx="4" type="subTitle"/>
          </p:nvPr>
        </p:nvSpPr>
        <p:spPr>
          <a:xfrm>
            <a:off x="3478550" y="3579425"/>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18" name="Google Shape;818;p84"/>
          <p:cNvSpPr txBox="1"/>
          <p:nvPr>
            <p:ph idx="5" type="subTitle"/>
          </p:nvPr>
        </p:nvSpPr>
        <p:spPr>
          <a:xfrm>
            <a:off x="6048850" y="2149201"/>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19" name="Google Shape;819;p84"/>
          <p:cNvSpPr txBox="1"/>
          <p:nvPr>
            <p:ph idx="6" type="subTitle"/>
          </p:nvPr>
        </p:nvSpPr>
        <p:spPr>
          <a:xfrm>
            <a:off x="6048850" y="3579425"/>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20" name="Google Shape;820;p84"/>
          <p:cNvSpPr txBox="1"/>
          <p:nvPr>
            <p:ph idx="7" type="subTitle"/>
          </p:nvPr>
        </p:nvSpPr>
        <p:spPr>
          <a:xfrm>
            <a:off x="908250" y="16566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21" name="Google Shape;821;p84"/>
          <p:cNvSpPr txBox="1"/>
          <p:nvPr>
            <p:ph idx="8" type="subTitle"/>
          </p:nvPr>
        </p:nvSpPr>
        <p:spPr>
          <a:xfrm>
            <a:off x="3482836" y="16566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22" name="Google Shape;822;p84"/>
          <p:cNvSpPr txBox="1"/>
          <p:nvPr>
            <p:ph idx="9" type="subTitle"/>
          </p:nvPr>
        </p:nvSpPr>
        <p:spPr>
          <a:xfrm>
            <a:off x="6053173" y="16566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23" name="Google Shape;823;p84"/>
          <p:cNvSpPr txBox="1"/>
          <p:nvPr>
            <p:ph idx="13" type="subTitle"/>
          </p:nvPr>
        </p:nvSpPr>
        <p:spPr>
          <a:xfrm>
            <a:off x="908250" y="30868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24" name="Google Shape;824;p84"/>
          <p:cNvSpPr txBox="1"/>
          <p:nvPr>
            <p:ph idx="14" type="subTitle"/>
          </p:nvPr>
        </p:nvSpPr>
        <p:spPr>
          <a:xfrm>
            <a:off x="3482836" y="30868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25" name="Google Shape;825;p84"/>
          <p:cNvSpPr txBox="1"/>
          <p:nvPr>
            <p:ph idx="15" type="subTitle"/>
          </p:nvPr>
        </p:nvSpPr>
        <p:spPr>
          <a:xfrm>
            <a:off x="6053173" y="30868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826" name="Shape 826"/>
        <p:cNvGrpSpPr/>
        <p:nvPr/>
      </p:nvGrpSpPr>
      <p:grpSpPr>
        <a:xfrm>
          <a:off x="0" y="0"/>
          <a:ext cx="0" cy="0"/>
          <a:chOff x="0" y="0"/>
          <a:chExt cx="0" cy="0"/>
        </a:xfrm>
      </p:grpSpPr>
      <p:sp>
        <p:nvSpPr>
          <p:cNvPr id="827" name="Google Shape;827;p8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28" name="Google Shape;828;p8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29" name="Google Shape;829;p8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0" name="Google Shape;830;p8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31" name="Google Shape;831;p8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832" name="Google Shape;832;p8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833" name="Google Shape;833;p8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834" name="Google Shape;834;p85"/>
          <p:cNvSpPr txBox="1"/>
          <p:nvPr>
            <p:ph hasCustomPrompt="1" type="title"/>
          </p:nvPr>
        </p:nvSpPr>
        <p:spPr>
          <a:xfrm>
            <a:off x="2223600" y="552112"/>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835" name="Google Shape;835;p85"/>
          <p:cNvSpPr txBox="1"/>
          <p:nvPr>
            <p:ph idx="1" type="subTitle"/>
          </p:nvPr>
        </p:nvSpPr>
        <p:spPr>
          <a:xfrm>
            <a:off x="2223600" y="1364275"/>
            <a:ext cx="4696800" cy="428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836" name="Google Shape;836;p85"/>
          <p:cNvSpPr txBox="1"/>
          <p:nvPr>
            <p:ph hasCustomPrompt="1" idx="2" type="title"/>
          </p:nvPr>
        </p:nvSpPr>
        <p:spPr>
          <a:xfrm>
            <a:off x="2223600" y="1904368"/>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dk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837" name="Google Shape;837;p85"/>
          <p:cNvSpPr txBox="1"/>
          <p:nvPr>
            <p:ph idx="3" type="subTitle"/>
          </p:nvPr>
        </p:nvSpPr>
        <p:spPr>
          <a:xfrm>
            <a:off x="2223600" y="271652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838" name="Google Shape;838;p85"/>
          <p:cNvSpPr txBox="1"/>
          <p:nvPr>
            <p:ph hasCustomPrompt="1" idx="4" type="title"/>
          </p:nvPr>
        </p:nvSpPr>
        <p:spPr>
          <a:xfrm>
            <a:off x="2223600" y="3256624"/>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839" name="Google Shape;839;p85"/>
          <p:cNvSpPr txBox="1"/>
          <p:nvPr>
            <p:ph idx="5" type="subTitle"/>
          </p:nvPr>
        </p:nvSpPr>
        <p:spPr>
          <a:xfrm>
            <a:off x="2223600" y="406879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840" name="Shape 840"/>
        <p:cNvGrpSpPr/>
        <p:nvPr/>
      </p:nvGrpSpPr>
      <p:grpSpPr>
        <a:xfrm>
          <a:off x="0" y="0"/>
          <a:ext cx="0" cy="0"/>
          <a:chOff x="0" y="0"/>
          <a:chExt cx="0" cy="0"/>
        </a:xfrm>
      </p:grpSpPr>
      <p:sp>
        <p:nvSpPr>
          <p:cNvPr id="841" name="Google Shape;841;p8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86"/>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7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3" name="Google Shape;843;p86"/>
          <p:cNvSpPr txBox="1"/>
          <p:nvPr>
            <p:ph idx="1" type="subTitle"/>
          </p:nvPr>
        </p:nvSpPr>
        <p:spPr>
          <a:xfrm>
            <a:off x="2347900" y="1717825"/>
            <a:ext cx="4448100" cy="12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44" name="Google Shape;844;p86"/>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Mulish"/>
                <a:ea typeface="Mulish"/>
                <a:cs typeface="Mulish"/>
                <a:sym typeface="Mulish"/>
              </a:rPr>
              <a:t>CREDITS: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includes icons by</a:t>
            </a:r>
            <a:r>
              <a:rPr b="1" lang="en" sz="1200">
                <a:solidFill>
                  <a:schemeClr val="dk1"/>
                </a:solidFill>
                <a:latin typeface="Mulish"/>
                <a:ea typeface="Mulish"/>
                <a:cs typeface="Mulish"/>
                <a:sym typeface="Mulish"/>
              </a:rPr>
              <a:t>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b="1"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cxnSp>
        <p:nvCxnSpPr>
          <p:cNvPr id="845" name="Google Shape;845;p8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46" name="Google Shape;846;p8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7" name="Google Shape;847;p8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48" name="Google Shape;848;p86"/>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849" name="Shape 849"/>
        <p:cNvGrpSpPr/>
        <p:nvPr/>
      </p:nvGrpSpPr>
      <p:grpSpPr>
        <a:xfrm>
          <a:off x="0" y="0"/>
          <a:ext cx="0" cy="0"/>
          <a:chOff x="0" y="0"/>
          <a:chExt cx="0" cy="0"/>
        </a:xfrm>
      </p:grpSpPr>
      <p:sp>
        <p:nvSpPr>
          <p:cNvPr id="850" name="Google Shape;850;p8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8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852" name="Google Shape;852;p8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53" name="Google Shape;853;p8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4" name="Google Shape;854;p8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55" name="Google Shape;855;p8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856" name="Google Shape;856;p87"/>
          <p:cNvSpPr txBox="1"/>
          <p:nvPr>
            <p:ph idx="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lt1"/>
                </a:solidFill>
              </a:defRPr>
            </a:lvl1pPr>
            <a:lvl2pPr lvl="1" algn="ctr">
              <a:buNone/>
              <a:defRPr>
                <a:solidFill>
                  <a:schemeClr val="lt1"/>
                </a:solidFill>
              </a:defRPr>
            </a:lvl2pPr>
            <a:lvl3pPr lvl="2" algn="ctr">
              <a:buNone/>
              <a:defRPr>
                <a:solidFill>
                  <a:schemeClr val="lt1"/>
                </a:solidFill>
              </a:defRPr>
            </a:lvl3pPr>
            <a:lvl4pPr lvl="3" algn="ctr">
              <a:buNone/>
              <a:defRPr>
                <a:solidFill>
                  <a:schemeClr val="lt1"/>
                </a:solidFill>
              </a:defRPr>
            </a:lvl4pPr>
            <a:lvl5pPr lvl="4" algn="ctr">
              <a:buNone/>
              <a:defRPr>
                <a:solidFill>
                  <a:schemeClr val="lt1"/>
                </a:solidFill>
              </a:defRPr>
            </a:lvl5pPr>
            <a:lvl6pPr lvl="5" algn="ctr">
              <a:buNone/>
              <a:defRPr>
                <a:solidFill>
                  <a:schemeClr val="lt1"/>
                </a:solidFill>
              </a:defRPr>
            </a:lvl6pPr>
            <a:lvl7pPr lvl="6" algn="ctr">
              <a:buNone/>
              <a:defRPr>
                <a:solidFill>
                  <a:schemeClr val="lt1"/>
                </a:solidFill>
              </a:defRPr>
            </a:lvl7pPr>
            <a:lvl8pPr lvl="7" algn="ctr">
              <a:buNone/>
              <a:defRPr>
                <a:solidFill>
                  <a:schemeClr val="lt1"/>
                </a:solidFill>
              </a:defRPr>
            </a:lvl8pPr>
            <a:lvl9pPr lvl="8" algn="ctr">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cxnSp>
        <p:nvCxnSpPr>
          <p:cNvPr id="857" name="Google Shape;857;p8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858" name="Shape 858"/>
        <p:cNvGrpSpPr/>
        <p:nvPr/>
      </p:nvGrpSpPr>
      <p:grpSpPr>
        <a:xfrm>
          <a:off x="0" y="0"/>
          <a:ext cx="0" cy="0"/>
          <a:chOff x="0" y="0"/>
          <a:chExt cx="0" cy="0"/>
        </a:xfrm>
      </p:grpSpPr>
      <p:sp>
        <p:nvSpPr>
          <p:cNvPr id="859" name="Google Shape;859;p8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60" name="Google Shape;860;p8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1" name="Google Shape;861;p8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62" name="Google Shape;862;p8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3" name="Google Shape;863;p8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64" name="Google Shape;864;p88"/>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869" name="Shape 869"/>
        <p:cNvGrpSpPr/>
        <p:nvPr/>
      </p:nvGrpSpPr>
      <p:grpSpPr>
        <a:xfrm>
          <a:off x="0" y="0"/>
          <a:ext cx="0" cy="0"/>
          <a:chOff x="0" y="0"/>
          <a:chExt cx="0" cy="0"/>
        </a:xfrm>
      </p:grpSpPr>
      <p:sp>
        <p:nvSpPr>
          <p:cNvPr id="870" name="Google Shape;870;p9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90"/>
          <p:cNvSpPr txBox="1"/>
          <p:nvPr>
            <p:ph type="ctrTitle"/>
          </p:nvPr>
        </p:nvSpPr>
        <p:spPr>
          <a:xfrm>
            <a:off x="1609200" y="1424875"/>
            <a:ext cx="5925600" cy="2079300"/>
          </a:xfrm>
          <a:prstGeom prst="rect">
            <a:avLst/>
          </a:prstGeom>
          <a:noFill/>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72" name="Google Shape;872;p90"/>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873" name="Shape 873"/>
        <p:cNvGrpSpPr/>
        <p:nvPr/>
      </p:nvGrpSpPr>
      <p:grpSpPr>
        <a:xfrm>
          <a:off x="0" y="0"/>
          <a:ext cx="0" cy="0"/>
          <a:chOff x="0" y="0"/>
          <a:chExt cx="0" cy="0"/>
        </a:xfrm>
      </p:grpSpPr>
      <p:sp>
        <p:nvSpPr>
          <p:cNvPr id="874" name="Google Shape;874;p9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91"/>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76" name="Google Shape;876;p91"/>
          <p:cNvSpPr txBox="1"/>
          <p:nvPr>
            <p:ph hasCustomPrompt="1" idx="2" type="title"/>
          </p:nvPr>
        </p:nvSpPr>
        <p:spPr>
          <a:xfrm>
            <a:off x="1959250" y="1854500"/>
            <a:ext cx="1189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dk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877" name="Google Shape;877;p91"/>
          <p:cNvSpPr txBox="1"/>
          <p:nvPr>
            <p:ph idx="1" type="subTitle"/>
          </p:nvPr>
        </p:nvSpPr>
        <p:spPr>
          <a:xfrm>
            <a:off x="1959250" y="2939075"/>
            <a:ext cx="5225400" cy="446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878" name="Google Shape;878;p91"/>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879" name="Google Shape;879;p9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80" name="Google Shape;880;p9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1" name="Google Shape;881;p9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82" name="Google Shape;882;p9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883" name="Google Shape;883;p9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884" name="Google Shape;884;p9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85" name="Google Shape;885;p91"/>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86" name="Shape 886"/>
        <p:cNvGrpSpPr/>
        <p:nvPr/>
      </p:nvGrpSpPr>
      <p:grpSpPr>
        <a:xfrm>
          <a:off x="0" y="0"/>
          <a:ext cx="0" cy="0"/>
          <a:chOff x="0" y="0"/>
          <a:chExt cx="0" cy="0"/>
        </a:xfrm>
      </p:grpSpPr>
      <p:sp>
        <p:nvSpPr>
          <p:cNvPr id="887" name="Google Shape;887;p9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8" name="Google Shape;888;p9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89" name="Google Shape;889;p9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90" name="Google Shape;890;p9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91" name="Google Shape;891;p9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892" name="Google Shape;892;p9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893" name="Google Shape;893;p9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894" name="Google Shape;894;p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5" name="Google Shape;895;p92"/>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2"/>
              </a:buClr>
              <a:buSzPts val="800"/>
              <a:buFont typeface="Nunito Light"/>
              <a:buChar char="●"/>
              <a:defRPr/>
            </a:lvl1pPr>
            <a:lvl2pPr indent="-304800" lvl="1" marL="914400">
              <a:spcBef>
                <a:spcPts val="0"/>
              </a:spcBef>
              <a:spcAft>
                <a:spcPts val="0"/>
              </a:spcAft>
              <a:buSzPts val="1200"/>
              <a:buFont typeface="Nunito Light"/>
              <a:buChar char="○"/>
              <a:defRPr/>
            </a:lvl2pPr>
            <a:lvl3pPr indent="-304800" lvl="2" marL="1371600">
              <a:lnSpc>
                <a:spcPct val="115000"/>
              </a:lnSpc>
              <a:spcBef>
                <a:spcPts val="0"/>
              </a:spcBef>
              <a:spcAft>
                <a:spcPts val="0"/>
              </a:spcAft>
              <a:buClr>
                <a:srgbClr val="FFC800"/>
              </a:buClr>
              <a:buSzPts val="1200"/>
              <a:buFont typeface="Nunito Light"/>
              <a:buChar char="■"/>
              <a:defRPr/>
            </a:lvl3pPr>
            <a:lvl4pPr indent="-304800" lvl="3" marL="1828800">
              <a:lnSpc>
                <a:spcPct val="115000"/>
              </a:lnSpc>
              <a:spcBef>
                <a:spcPts val="1600"/>
              </a:spcBef>
              <a:spcAft>
                <a:spcPts val="0"/>
              </a:spcAft>
              <a:buClr>
                <a:srgbClr val="FFC800"/>
              </a:buClr>
              <a:buSzPts val="1200"/>
              <a:buFont typeface="Nunito Light"/>
              <a:buChar char="●"/>
              <a:defRPr/>
            </a:lvl4pPr>
            <a:lvl5pPr indent="-304800" lvl="4" marL="2286000">
              <a:lnSpc>
                <a:spcPct val="115000"/>
              </a:lnSpc>
              <a:spcBef>
                <a:spcPts val="1600"/>
              </a:spcBef>
              <a:spcAft>
                <a:spcPts val="0"/>
              </a:spcAft>
              <a:buClr>
                <a:srgbClr val="434343"/>
              </a:buClr>
              <a:buSzPts val="1200"/>
              <a:buFont typeface="Nunito Light"/>
              <a:buChar char="○"/>
              <a:defRPr/>
            </a:lvl5pPr>
            <a:lvl6pPr indent="-304800" lvl="5" marL="2743200">
              <a:lnSpc>
                <a:spcPct val="115000"/>
              </a:lnSpc>
              <a:spcBef>
                <a:spcPts val="1600"/>
              </a:spcBef>
              <a:spcAft>
                <a:spcPts val="0"/>
              </a:spcAft>
              <a:buClr>
                <a:srgbClr val="434343"/>
              </a:buClr>
              <a:buSzPts val="1200"/>
              <a:buFont typeface="Nunito Light"/>
              <a:buChar char="■"/>
              <a:defRPr/>
            </a:lvl6pPr>
            <a:lvl7pPr indent="-304800" lvl="6" marL="3200400">
              <a:lnSpc>
                <a:spcPct val="115000"/>
              </a:lnSpc>
              <a:spcBef>
                <a:spcPts val="1600"/>
              </a:spcBef>
              <a:spcAft>
                <a:spcPts val="0"/>
              </a:spcAft>
              <a:buClr>
                <a:srgbClr val="434343"/>
              </a:buClr>
              <a:buSzPts val="1200"/>
              <a:buFont typeface="Nunito Light"/>
              <a:buChar char="●"/>
              <a:defRPr/>
            </a:lvl7pPr>
            <a:lvl8pPr indent="-304800" lvl="7" marL="3657600">
              <a:lnSpc>
                <a:spcPct val="115000"/>
              </a:lnSpc>
              <a:spcBef>
                <a:spcPts val="1600"/>
              </a:spcBef>
              <a:spcAft>
                <a:spcPts val="0"/>
              </a:spcAft>
              <a:buClr>
                <a:srgbClr val="434343"/>
              </a:buClr>
              <a:buSzPts val="1200"/>
              <a:buFont typeface="Nunito Light"/>
              <a:buChar char="○"/>
              <a:defRPr/>
            </a:lvl8pPr>
            <a:lvl9pPr indent="-304800" lvl="8" marL="4114800">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96" name="Shape 896"/>
        <p:cNvGrpSpPr/>
        <p:nvPr/>
      </p:nvGrpSpPr>
      <p:grpSpPr>
        <a:xfrm>
          <a:off x="0" y="0"/>
          <a:ext cx="0" cy="0"/>
          <a:chOff x="0" y="0"/>
          <a:chExt cx="0" cy="0"/>
        </a:xfrm>
      </p:grpSpPr>
      <p:sp>
        <p:nvSpPr>
          <p:cNvPr id="897" name="Google Shape;897;p9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98" name="Google Shape;898;p9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99" name="Google Shape;899;p9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00" name="Google Shape;900;p9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01" name="Google Shape;901;p9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902" name="Google Shape;902;p9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903" name="Google Shape;903;p9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904" name="Google Shape;904;p9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5" name="Google Shape;905;p93"/>
          <p:cNvSpPr txBox="1"/>
          <p:nvPr>
            <p:ph idx="1" type="subTitle"/>
          </p:nvPr>
        </p:nvSpPr>
        <p:spPr>
          <a:xfrm>
            <a:off x="4747387"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906" name="Google Shape;906;p93"/>
          <p:cNvSpPr txBox="1"/>
          <p:nvPr>
            <p:ph idx="2" type="subTitle"/>
          </p:nvPr>
        </p:nvSpPr>
        <p:spPr>
          <a:xfrm>
            <a:off x="726675"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907" name="Google Shape;907;p93"/>
          <p:cNvSpPr txBox="1"/>
          <p:nvPr>
            <p:ph idx="3" type="subTitle"/>
          </p:nvPr>
        </p:nvSpPr>
        <p:spPr>
          <a:xfrm>
            <a:off x="7266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908" name="Google Shape;908;p93"/>
          <p:cNvSpPr txBox="1"/>
          <p:nvPr>
            <p:ph idx="4" type="subTitle"/>
          </p:nvPr>
        </p:nvSpPr>
        <p:spPr>
          <a:xfrm>
            <a:off x="47473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9" name="Shape 909"/>
        <p:cNvGrpSpPr/>
        <p:nvPr/>
      </p:nvGrpSpPr>
      <p:grpSpPr>
        <a:xfrm>
          <a:off x="0" y="0"/>
          <a:ext cx="0" cy="0"/>
          <a:chOff x="0" y="0"/>
          <a:chExt cx="0" cy="0"/>
        </a:xfrm>
      </p:grpSpPr>
      <p:sp>
        <p:nvSpPr>
          <p:cNvPr id="910" name="Google Shape;910;p9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1" name="Google Shape;911;p9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12" name="Google Shape;912;p9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3" name="Google Shape;913;p9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14" name="Google Shape;914;p9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915" name="Google Shape;915;p9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916" name="Google Shape;916;p9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917" name="Google Shape;917;p9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18" name="Shape 918"/>
        <p:cNvGrpSpPr/>
        <p:nvPr/>
      </p:nvGrpSpPr>
      <p:grpSpPr>
        <a:xfrm>
          <a:off x="0" y="0"/>
          <a:ext cx="0" cy="0"/>
          <a:chOff x="0" y="0"/>
          <a:chExt cx="0" cy="0"/>
        </a:xfrm>
      </p:grpSpPr>
      <p:sp>
        <p:nvSpPr>
          <p:cNvPr id="919" name="Google Shape;919;p9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0" name="Google Shape;920;p9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21" name="Google Shape;921;p9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2" name="Google Shape;922;p9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23" name="Google Shape;923;p9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924" name="Google Shape;924;p9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925" name="Google Shape;925;p9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926" name="Google Shape;926;p95"/>
          <p:cNvSpPr txBox="1"/>
          <p:nvPr>
            <p:ph type="title"/>
          </p:nvPr>
        </p:nvSpPr>
        <p:spPr>
          <a:xfrm>
            <a:off x="720000" y="445025"/>
            <a:ext cx="62664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7" name="Google Shape;927;p95"/>
          <p:cNvSpPr txBox="1"/>
          <p:nvPr>
            <p:ph idx="1" type="subTitle"/>
          </p:nvPr>
        </p:nvSpPr>
        <p:spPr>
          <a:xfrm>
            <a:off x="720000" y="1347250"/>
            <a:ext cx="7324500" cy="31734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28" name="Shape 928"/>
        <p:cNvGrpSpPr/>
        <p:nvPr/>
      </p:nvGrpSpPr>
      <p:grpSpPr>
        <a:xfrm>
          <a:off x="0" y="0"/>
          <a:ext cx="0" cy="0"/>
          <a:chOff x="0" y="0"/>
          <a:chExt cx="0" cy="0"/>
        </a:xfrm>
      </p:grpSpPr>
      <p:sp>
        <p:nvSpPr>
          <p:cNvPr id="929" name="Google Shape;929;p9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96"/>
          <p:cNvSpPr txBox="1"/>
          <p:nvPr>
            <p:ph type="title"/>
          </p:nvPr>
        </p:nvSpPr>
        <p:spPr>
          <a:xfrm>
            <a:off x="969825" y="2079259"/>
            <a:ext cx="7204500" cy="8790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931" name="Google Shape;931;p9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32" name="Google Shape;932;p9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33" name="Google Shape;933;p9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34" name="Google Shape;934;p9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935" name="Google Shape;935;p9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936" name="Google Shape;936;p9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37" name="Shape 937"/>
        <p:cNvGrpSpPr/>
        <p:nvPr/>
      </p:nvGrpSpPr>
      <p:grpSpPr>
        <a:xfrm>
          <a:off x="0" y="0"/>
          <a:ext cx="0" cy="0"/>
          <a:chOff x="0" y="0"/>
          <a:chExt cx="0" cy="0"/>
        </a:xfrm>
      </p:grpSpPr>
      <p:sp>
        <p:nvSpPr>
          <p:cNvPr id="938" name="Google Shape;938;p97"/>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4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39" name="Google Shape;939;p97"/>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40" name="Google Shape;940;p9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1" name="Shape 941"/>
        <p:cNvGrpSpPr/>
        <p:nvPr/>
      </p:nvGrpSpPr>
      <p:grpSpPr>
        <a:xfrm>
          <a:off x="0" y="0"/>
          <a:ext cx="0" cy="0"/>
          <a:chOff x="0" y="0"/>
          <a:chExt cx="0" cy="0"/>
        </a:xfrm>
      </p:grpSpPr>
      <p:sp>
        <p:nvSpPr>
          <p:cNvPr id="942" name="Google Shape;942;p98"/>
          <p:cNvSpPr/>
          <p:nvPr>
            <p:ph idx="2" type="pic"/>
          </p:nvPr>
        </p:nvSpPr>
        <p:spPr>
          <a:xfrm>
            <a:off x="0" y="0"/>
            <a:ext cx="9144000" cy="5143500"/>
          </a:xfrm>
          <a:prstGeom prst="rect">
            <a:avLst/>
          </a:prstGeom>
          <a:noFill/>
          <a:ln>
            <a:noFill/>
          </a:ln>
        </p:spPr>
      </p:sp>
      <p:sp>
        <p:nvSpPr>
          <p:cNvPr id="943" name="Google Shape;943;p98"/>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spcBef>
                <a:spcPts val="0"/>
              </a:spcBef>
              <a:spcAft>
                <a:spcPts val="0"/>
              </a:spcAft>
              <a:buSzPts val="3000"/>
              <a:buNone/>
              <a:defRPr>
                <a:solidFill>
                  <a:schemeClr val="dk2"/>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44" name="Shape 944"/>
        <p:cNvGrpSpPr/>
        <p:nvPr/>
      </p:nvGrpSpPr>
      <p:grpSpPr>
        <a:xfrm>
          <a:off x="0" y="0"/>
          <a:ext cx="0" cy="0"/>
          <a:chOff x="0" y="0"/>
          <a:chExt cx="0" cy="0"/>
        </a:xfrm>
      </p:grpSpPr>
      <p:sp>
        <p:nvSpPr>
          <p:cNvPr id="945" name="Google Shape;945;p9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46" name="Google Shape;946;p9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47" name="Google Shape;947;p9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48" name="Google Shape;948;p9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49" name="Google Shape;949;p9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950" name="Google Shape;950;p9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951" name="Google Shape;951;p9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952" name="Google Shape;952;p99"/>
          <p:cNvSpPr txBox="1"/>
          <p:nvPr>
            <p:ph hasCustomPrompt="1" type="title"/>
          </p:nvPr>
        </p:nvSpPr>
        <p:spPr>
          <a:xfrm>
            <a:off x="1284000" y="1429725"/>
            <a:ext cx="6576000" cy="14088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53" name="Google Shape;953;p99"/>
          <p:cNvSpPr txBox="1"/>
          <p:nvPr>
            <p:ph idx="1" type="subTitle"/>
          </p:nvPr>
        </p:nvSpPr>
        <p:spPr>
          <a:xfrm>
            <a:off x="1284000" y="2985500"/>
            <a:ext cx="6576000" cy="497100"/>
          </a:xfrm>
          <a:prstGeom prst="rect">
            <a:avLst/>
          </a:prstGeom>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954" name="Shape 954"/>
        <p:cNvGrpSpPr/>
        <p:nvPr/>
      </p:nvGrpSpPr>
      <p:grpSpPr>
        <a:xfrm>
          <a:off x="0" y="0"/>
          <a:ext cx="0" cy="0"/>
          <a:chOff x="0" y="0"/>
          <a:chExt cx="0" cy="0"/>
        </a:xfrm>
      </p:grpSpPr>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55" name="Shape 955"/>
        <p:cNvGrpSpPr/>
        <p:nvPr/>
      </p:nvGrpSpPr>
      <p:grpSpPr>
        <a:xfrm>
          <a:off x="0" y="0"/>
          <a:ext cx="0" cy="0"/>
          <a:chOff x="0" y="0"/>
          <a:chExt cx="0" cy="0"/>
        </a:xfrm>
      </p:grpSpPr>
      <p:sp>
        <p:nvSpPr>
          <p:cNvPr id="956" name="Google Shape;956;p10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0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58" name="Google Shape;958;p101"/>
          <p:cNvSpPr txBox="1"/>
          <p:nvPr>
            <p:ph idx="1" type="subTitle"/>
          </p:nvPr>
        </p:nvSpPr>
        <p:spPr>
          <a:xfrm>
            <a:off x="713225" y="20181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59" name="Google Shape;959;p101"/>
          <p:cNvSpPr txBox="1"/>
          <p:nvPr>
            <p:ph idx="2" type="subTitle"/>
          </p:nvPr>
        </p:nvSpPr>
        <p:spPr>
          <a:xfrm>
            <a:off x="713225" y="3870728"/>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60" name="Google Shape;960;p101"/>
          <p:cNvSpPr txBox="1"/>
          <p:nvPr>
            <p:ph idx="3" type="subTitle"/>
          </p:nvPr>
        </p:nvSpPr>
        <p:spPr>
          <a:xfrm>
            <a:off x="3359125"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61" name="Google Shape;961;p101"/>
          <p:cNvSpPr txBox="1"/>
          <p:nvPr>
            <p:ph idx="4" type="subTitle"/>
          </p:nvPr>
        </p:nvSpPr>
        <p:spPr>
          <a:xfrm>
            <a:off x="3359125"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62" name="Google Shape;962;p101"/>
          <p:cNvSpPr txBox="1"/>
          <p:nvPr>
            <p:ph hasCustomPrompt="1" idx="5" type="title"/>
          </p:nvPr>
        </p:nvSpPr>
        <p:spPr>
          <a:xfrm>
            <a:off x="713225" y="1141288"/>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63" name="Google Shape;963;p101"/>
          <p:cNvSpPr txBox="1"/>
          <p:nvPr>
            <p:ph hasCustomPrompt="1" idx="6" type="title"/>
          </p:nvPr>
        </p:nvSpPr>
        <p:spPr>
          <a:xfrm>
            <a:off x="33591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64" name="Google Shape;964;p101"/>
          <p:cNvSpPr txBox="1"/>
          <p:nvPr>
            <p:ph hasCustomPrompt="1" idx="7" type="title"/>
          </p:nvPr>
        </p:nvSpPr>
        <p:spPr>
          <a:xfrm>
            <a:off x="7132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65" name="Google Shape;965;p101"/>
          <p:cNvSpPr txBox="1"/>
          <p:nvPr>
            <p:ph hasCustomPrompt="1" idx="8" type="title"/>
          </p:nvPr>
        </p:nvSpPr>
        <p:spPr>
          <a:xfrm>
            <a:off x="3359125"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66" name="Google Shape;966;p101"/>
          <p:cNvSpPr txBox="1"/>
          <p:nvPr>
            <p:ph idx="9" type="subTitle"/>
          </p:nvPr>
        </p:nvSpPr>
        <p:spPr>
          <a:xfrm>
            <a:off x="5997638"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67" name="Google Shape;967;p101"/>
          <p:cNvSpPr txBox="1"/>
          <p:nvPr>
            <p:ph idx="13" type="subTitle"/>
          </p:nvPr>
        </p:nvSpPr>
        <p:spPr>
          <a:xfrm>
            <a:off x="5997638"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68" name="Google Shape;968;p101"/>
          <p:cNvSpPr txBox="1"/>
          <p:nvPr>
            <p:ph hasCustomPrompt="1" idx="14" type="title"/>
          </p:nvPr>
        </p:nvSpPr>
        <p:spPr>
          <a:xfrm>
            <a:off x="5997638"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69" name="Google Shape;969;p101"/>
          <p:cNvSpPr txBox="1"/>
          <p:nvPr>
            <p:ph hasCustomPrompt="1" idx="15" type="title"/>
          </p:nvPr>
        </p:nvSpPr>
        <p:spPr>
          <a:xfrm>
            <a:off x="5997638"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70" name="Google Shape;970;p101"/>
          <p:cNvSpPr txBox="1"/>
          <p:nvPr>
            <p:ph idx="16" type="subTitle"/>
          </p:nvPr>
        </p:nvSpPr>
        <p:spPr>
          <a:xfrm>
            <a:off x="7132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71" name="Google Shape;971;p101"/>
          <p:cNvSpPr txBox="1"/>
          <p:nvPr>
            <p:ph idx="17" type="subTitle"/>
          </p:nvPr>
        </p:nvSpPr>
        <p:spPr>
          <a:xfrm>
            <a:off x="713225" y="3447136"/>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72" name="Google Shape;972;p101"/>
          <p:cNvSpPr txBox="1"/>
          <p:nvPr>
            <p:ph idx="18" type="subTitle"/>
          </p:nvPr>
        </p:nvSpPr>
        <p:spPr>
          <a:xfrm>
            <a:off x="3359125"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73" name="Google Shape;973;p101"/>
          <p:cNvSpPr txBox="1"/>
          <p:nvPr>
            <p:ph idx="19" type="subTitle"/>
          </p:nvPr>
        </p:nvSpPr>
        <p:spPr>
          <a:xfrm>
            <a:off x="33591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74" name="Google Shape;974;p101"/>
          <p:cNvSpPr txBox="1"/>
          <p:nvPr>
            <p:ph idx="20" type="subTitle"/>
          </p:nvPr>
        </p:nvSpPr>
        <p:spPr>
          <a:xfrm>
            <a:off x="5997638"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975" name="Google Shape;975;p101"/>
          <p:cNvSpPr txBox="1"/>
          <p:nvPr>
            <p:ph idx="21" type="subTitle"/>
          </p:nvPr>
        </p:nvSpPr>
        <p:spPr>
          <a:xfrm>
            <a:off x="5997638"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976" name="Google Shape;976;p10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77" name="Google Shape;977;p10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78" name="Google Shape;978;p10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79" name="Google Shape;979;p10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980" name="Google Shape;980;p10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981" name="Google Shape;981;p10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82" name="Shape 982"/>
        <p:cNvGrpSpPr/>
        <p:nvPr/>
      </p:nvGrpSpPr>
      <p:grpSpPr>
        <a:xfrm>
          <a:off x="0" y="0"/>
          <a:ext cx="0" cy="0"/>
          <a:chOff x="0" y="0"/>
          <a:chExt cx="0" cy="0"/>
        </a:xfrm>
      </p:grpSpPr>
      <p:sp>
        <p:nvSpPr>
          <p:cNvPr id="983" name="Google Shape;983;p10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4" name="Google Shape;984;p10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85" name="Google Shape;985;p10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6" name="Google Shape;986;p10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87" name="Google Shape;987;p10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988" name="Google Shape;988;p10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989" name="Google Shape;989;p10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990" name="Google Shape;990;p102"/>
          <p:cNvSpPr txBox="1"/>
          <p:nvPr>
            <p:ph type="title"/>
          </p:nvPr>
        </p:nvSpPr>
        <p:spPr>
          <a:xfrm>
            <a:off x="969900" y="3387600"/>
            <a:ext cx="7204200" cy="531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991" name="Google Shape;991;p102"/>
          <p:cNvSpPr txBox="1"/>
          <p:nvPr>
            <p:ph idx="1" type="subTitle"/>
          </p:nvPr>
        </p:nvSpPr>
        <p:spPr>
          <a:xfrm>
            <a:off x="969900" y="1312625"/>
            <a:ext cx="7204200" cy="1478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992" name="Shape 992"/>
        <p:cNvGrpSpPr/>
        <p:nvPr/>
      </p:nvGrpSpPr>
      <p:grpSpPr>
        <a:xfrm>
          <a:off x="0" y="0"/>
          <a:ext cx="0" cy="0"/>
          <a:chOff x="0" y="0"/>
          <a:chExt cx="0" cy="0"/>
        </a:xfrm>
      </p:grpSpPr>
      <p:sp>
        <p:nvSpPr>
          <p:cNvPr id="993" name="Google Shape;993;p10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94" name="Google Shape;994;p10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95" name="Google Shape;995;p10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96" name="Google Shape;996;p10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97" name="Google Shape;997;p10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998" name="Google Shape;998;p10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999" name="Google Shape;999;p10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00" name="Google Shape;1000;p103"/>
          <p:cNvSpPr txBox="1"/>
          <p:nvPr>
            <p:ph type="title"/>
          </p:nvPr>
        </p:nvSpPr>
        <p:spPr>
          <a:xfrm>
            <a:off x="720000" y="1148563"/>
            <a:ext cx="3944700" cy="1607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01" name="Google Shape;1001;p103"/>
          <p:cNvSpPr txBox="1"/>
          <p:nvPr>
            <p:ph idx="1" type="subTitle"/>
          </p:nvPr>
        </p:nvSpPr>
        <p:spPr>
          <a:xfrm>
            <a:off x="720000" y="2878638"/>
            <a:ext cx="39447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02" name="Google Shape;1002;p103"/>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003" name="Shape 1003"/>
        <p:cNvGrpSpPr/>
        <p:nvPr/>
      </p:nvGrpSpPr>
      <p:grpSpPr>
        <a:xfrm>
          <a:off x="0" y="0"/>
          <a:ext cx="0" cy="0"/>
          <a:chOff x="0" y="0"/>
          <a:chExt cx="0" cy="0"/>
        </a:xfrm>
      </p:grpSpPr>
      <p:sp>
        <p:nvSpPr>
          <p:cNvPr id="1004" name="Google Shape;1004;p10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5" name="Google Shape;1005;p10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06" name="Google Shape;1006;p10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7" name="Google Shape;1007;p10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008" name="Google Shape;1008;p10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09" name="Google Shape;1009;p10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010" name="Google Shape;1010;p10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11" name="Google Shape;1011;p104"/>
          <p:cNvSpPr txBox="1"/>
          <p:nvPr>
            <p:ph type="title"/>
          </p:nvPr>
        </p:nvSpPr>
        <p:spPr>
          <a:xfrm>
            <a:off x="720000" y="1568400"/>
            <a:ext cx="2891400" cy="700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12" name="Google Shape;1012;p104"/>
          <p:cNvSpPr txBox="1"/>
          <p:nvPr>
            <p:ph idx="1" type="subTitle"/>
          </p:nvPr>
        </p:nvSpPr>
        <p:spPr>
          <a:xfrm>
            <a:off x="720000" y="2268888"/>
            <a:ext cx="2891400" cy="1306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013" name="Shape 1013"/>
        <p:cNvGrpSpPr/>
        <p:nvPr/>
      </p:nvGrpSpPr>
      <p:grpSpPr>
        <a:xfrm>
          <a:off x="0" y="0"/>
          <a:ext cx="0" cy="0"/>
          <a:chOff x="0" y="0"/>
          <a:chExt cx="0" cy="0"/>
        </a:xfrm>
      </p:grpSpPr>
      <p:sp>
        <p:nvSpPr>
          <p:cNvPr id="1014" name="Google Shape;1014;p10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5" name="Google Shape;1015;p10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16" name="Google Shape;1016;p10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7" name="Google Shape;1017;p10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018" name="Google Shape;1018;p10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19" name="Google Shape;1019;p10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020" name="Google Shape;1020;p10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21" name="Google Shape;1021;p10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22" name="Google Shape;1022;p105"/>
          <p:cNvSpPr txBox="1"/>
          <p:nvPr>
            <p:ph idx="1" type="subTitle"/>
          </p:nvPr>
        </p:nvSpPr>
        <p:spPr>
          <a:xfrm>
            <a:off x="937625"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23" name="Google Shape;1023;p105"/>
          <p:cNvSpPr txBox="1"/>
          <p:nvPr>
            <p:ph idx="2" type="subTitle"/>
          </p:nvPr>
        </p:nvSpPr>
        <p:spPr>
          <a:xfrm>
            <a:off x="3484346"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24" name="Google Shape;1024;p105"/>
          <p:cNvSpPr txBox="1"/>
          <p:nvPr>
            <p:ph idx="3" type="subTitle"/>
          </p:nvPr>
        </p:nvSpPr>
        <p:spPr>
          <a:xfrm>
            <a:off x="6031074"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25" name="Google Shape;1025;p105"/>
          <p:cNvSpPr txBox="1"/>
          <p:nvPr>
            <p:ph idx="4" type="subTitle"/>
          </p:nvPr>
        </p:nvSpPr>
        <p:spPr>
          <a:xfrm>
            <a:off x="93762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026" name="Google Shape;1026;p105"/>
          <p:cNvSpPr txBox="1"/>
          <p:nvPr>
            <p:ph idx="5" type="subTitle"/>
          </p:nvPr>
        </p:nvSpPr>
        <p:spPr>
          <a:xfrm>
            <a:off x="3484347"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027" name="Google Shape;1027;p105"/>
          <p:cNvSpPr txBox="1"/>
          <p:nvPr>
            <p:ph idx="6" type="subTitle"/>
          </p:nvPr>
        </p:nvSpPr>
        <p:spPr>
          <a:xfrm>
            <a:off x="603107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028" name="Shape 1028"/>
        <p:cNvGrpSpPr/>
        <p:nvPr/>
      </p:nvGrpSpPr>
      <p:grpSpPr>
        <a:xfrm>
          <a:off x="0" y="0"/>
          <a:ext cx="0" cy="0"/>
          <a:chOff x="0" y="0"/>
          <a:chExt cx="0" cy="0"/>
        </a:xfrm>
      </p:grpSpPr>
      <p:sp>
        <p:nvSpPr>
          <p:cNvPr id="1029" name="Google Shape;1029;p10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30" name="Google Shape;1030;p10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31" name="Google Shape;1031;p10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32" name="Google Shape;1032;p10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033" name="Google Shape;1033;p10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34" name="Google Shape;1034;p10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035" name="Google Shape;1035;p10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36" name="Google Shape;1036;p10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37" name="Google Shape;1037;p106"/>
          <p:cNvSpPr txBox="1"/>
          <p:nvPr>
            <p:ph idx="1" type="subTitle"/>
          </p:nvPr>
        </p:nvSpPr>
        <p:spPr>
          <a:xfrm>
            <a:off x="720025" y="1610942"/>
            <a:ext cx="7704000" cy="530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038" name="Google Shape;1038;p106"/>
          <p:cNvSpPr txBox="1"/>
          <p:nvPr>
            <p:ph idx="2" type="subTitle"/>
          </p:nvPr>
        </p:nvSpPr>
        <p:spPr>
          <a:xfrm>
            <a:off x="720025" y="27311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039" name="Google Shape;1039;p106"/>
          <p:cNvSpPr txBox="1"/>
          <p:nvPr>
            <p:ph idx="3" type="subTitle"/>
          </p:nvPr>
        </p:nvSpPr>
        <p:spPr>
          <a:xfrm>
            <a:off x="720025" y="38516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040" name="Google Shape;1040;p106"/>
          <p:cNvSpPr txBox="1"/>
          <p:nvPr>
            <p:ph idx="4" type="subTitle"/>
          </p:nvPr>
        </p:nvSpPr>
        <p:spPr>
          <a:xfrm>
            <a:off x="720025" y="1241274"/>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041" name="Google Shape;1041;p106"/>
          <p:cNvSpPr txBox="1"/>
          <p:nvPr>
            <p:ph idx="5" type="subTitle"/>
          </p:nvPr>
        </p:nvSpPr>
        <p:spPr>
          <a:xfrm>
            <a:off x="720025" y="23501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042" name="Google Shape;1042;p106"/>
          <p:cNvSpPr txBox="1"/>
          <p:nvPr>
            <p:ph idx="6" type="subTitle"/>
          </p:nvPr>
        </p:nvSpPr>
        <p:spPr>
          <a:xfrm>
            <a:off x="720025" y="34706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043" name="Shape 1043"/>
        <p:cNvGrpSpPr/>
        <p:nvPr/>
      </p:nvGrpSpPr>
      <p:grpSpPr>
        <a:xfrm>
          <a:off x="0" y="0"/>
          <a:ext cx="0" cy="0"/>
          <a:chOff x="0" y="0"/>
          <a:chExt cx="0" cy="0"/>
        </a:xfrm>
      </p:grpSpPr>
      <p:sp>
        <p:nvSpPr>
          <p:cNvPr id="1044" name="Google Shape;1044;p10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5" name="Google Shape;1045;p10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46" name="Google Shape;1046;p10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7" name="Google Shape;1047;p10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048" name="Google Shape;1048;p10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49" name="Google Shape;1049;p10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050" name="Google Shape;1050;p10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51" name="Google Shape;1051;p10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52" name="Google Shape;1052;p107"/>
          <p:cNvSpPr txBox="1"/>
          <p:nvPr>
            <p:ph idx="1" type="subTitle"/>
          </p:nvPr>
        </p:nvSpPr>
        <p:spPr>
          <a:xfrm>
            <a:off x="1381625" y="1718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053" name="Google Shape;1053;p107"/>
          <p:cNvSpPr txBox="1"/>
          <p:nvPr>
            <p:ph idx="2" type="subTitle"/>
          </p:nvPr>
        </p:nvSpPr>
        <p:spPr>
          <a:xfrm>
            <a:off x="1381635" y="2861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054" name="Google Shape;1054;p107"/>
          <p:cNvSpPr txBox="1"/>
          <p:nvPr>
            <p:ph idx="3" type="subTitle"/>
          </p:nvPr>
        </p:nvSpPr>
        <p:spPr>
          <a:xfrm>
            <a:off x="1381635" y="4004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055" name="Google Shape;1055;p107"/>
          <p:cNvSpPr txBox="1"/>
          <p:nvPr>
            <p:ph idx="4" type="subTitle"/>
          </p:nvPr>
        </p:nvSpPr>
        <p:spPr>
          <a:xfrm>
            <a:off x="1381625" y="14060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056" name="Google Shape;1056;p107"/>
          <p:cNvSpPr txBox="1"/>
          <p:nvPr>
            <p:ph idx="5" type="subTitle"/>
          </p:nvPr>
        </p:nvSpPr>
        <p:spPr>
          <a:xfrm>
            <a:off x="1381625" y="252657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057" name="Google Shape;1057;p107"/>
          <p:cNvSpPr txBox="1"/>
          <p:nvPr>
            <p:ph idx="6" type="subTitle"/>
          </p:nvPr>
        </p:nvSpPr>
        <p:spPr>
          <a:xfrm>
            <a:off x="1381625" y="36471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058" name="Shape 1058"/>
        <p:cNvGrpSpPr/>
        <p:nvPr/>
      </p:nvGrpSpPr>
      <p:grpSpPr>
        <a:xfrm>
          <a:off x="0" y="0"/>
          <a:ext cx="0" cy="0"/>
          <a:chOff x="0" y="0"/>
          <a:chExt cx="0" cy="0"/>
        </a:xfrm>
      </p:grpSpPr>
      <p:sp>
        <p:nvSpPr>
          <p:cNvPr id="1059" name="Google Shape;1059;p10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60" name="Google Shape;1060;p10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61" name="Google Shape;1061;p10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62" name="Google Shape;1062;p10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063" name="Google Shape;1063;p10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64" name="Google Shape;1064;p10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065" name="Google Shape;1065;p10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66" name="Google Shape;1066;p10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67" name="Google Shape;1067;p108"/>
          <p:cNvSpPr txBox="1"/>
          <p:nvPr>
            <p:ph idx="1" type="subTitle"/>
          </p:nvPr>
        </p:nvSpPr>
        <p:spPr>
          <a:xfrm>
            <a:off x="154577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68" name="Google Shape;1068;p108"/>
          <p:cNvSpPr txBox="1"/>
          <p:nvPr>
            <p:ph idx="2" type="subTitle"/>
          </p:nvPr>
        </p:nvSpPr>
        <p:spPr>
          <a:xfrm>
            <a:off x="504132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69" name="Google Shape;1069;p108"/>
          <p:cNvSpPr txBox="1"/>
          <p:nvPr>
            <p:ph idx="3" type="subTitle"/>
          </p:nvPr>
        </p:nvSpPr>
        <p:spPr>
          <a:xfrm>
            <a:off x="154577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70" name="Google Shape;1070;p108"/>
          <p:cNvSpPr txBox="1"/>
          <p:nvPr>
            <p:ph idx="4" type="subTitle"/>
          </p:nvPr>
        </p:nvSpPr>
        <p:spPr>
          <a:xfrm>
            <a:off x="504132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71" name="Google Shape;1071;p108"/>
          <p:cNvSpPr txBox="1"/>
          <p:nvPr>
            <p:ph idx="5" type="subTitle"/>
          </p:nvPr>
        </p:nvSpPr>
        <p:spPr>
          <a:xfrm>
            <a:off x="154577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072" name="Google Shape;1072;p108"/>
          <p:cNvSpPr txBox="1"/>
          <p:nvPr>
            <p:ph idx="6" type="subTitle"/>
          </p:nvPr>
        </p:nvSpPr>
        <p:spPr>
          <a:xfrm>
            <a:off x="504132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073" name="Google Shape;1073;p108"/>
          <p:cNvSpPr txBox="1"/>
          <p:nvPr>
            <p:ph idx="7" type="subTitle"/>
          </p:nvPr>
        </p:nvSpPr>
        <p:spPr>
          <a:xfrm>
            <a:off x="154577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074" name="Google Shape;1074;p108"/>
          <p:cNvSpPr txBox="1"/>
          <p:nvPr>
            <p:ph idx="8" type="subTitle"/>
          </p:nvPr>
        </p:nvSpPr>
        <p:spPr>
          <a:xfrm>
            <a:off x="504132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1075" name="Shape 1075"/>
        <p:cNvGrpSpPr/>
        <p:nvPr/>
      </p:nvGrpSpPr>
      <p:grpSpPr>
        <a:xfrm>
          <a:off x="0" y="0"/>
          <a:ext cx="0" cy="0"/>
          <a:chOff x="0" y="0"/>
          <a:chExt cx="0" cy="0"/>
        </a:xfrm>
      </p:grpSpPr>
      <p:sp>
        <p:nvSpPr>
          <p:cNvPr id="1076" name="Google Shape;1076;p10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7" name="Google Shape;1077;p10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78" name="Google Shape;1078;p10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9" name="Google Shape;1079;p10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080" name="Google Shape;1080;p10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81" name="Google Shape;1081;p10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082" name="Google Shape;1082;p10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83" name="Google Shape;1083;p10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84" name="Google Shape;1084;p109"/>
          <p:cNvSpPr txBox="1"/>
          <p:nvPr>
            <p:ph idx="1" type="subTitle"/>
          </p:nvPr>
        </p:nvSpPr>
        <p:spPr>
          <a:xfrm>
            <a:off x="903950" y="2149201"/>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85" name="Google Shape;1085;p109"/>
          <p:cNvSpPr txBox="1"/>
          <p:nvPr>
            <p:ph idx="2" type="subTitle"/>
          </p:nvPr>
        </p:nvSpPr>
        <p:spPr>
          <a:xfrm>
            <a:off x="3478550" y="2149201"/>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86" name="Google Shape;1086;p109"/>
          <p:cNvSpPr txBox="1"/>
          <p:nvPr>
            <p:ph idx="3" type="subTitle"/>
          </p:nvPr>
        </p:nvSpPr>
        <p:spPr>
          <a:xfrm>
            <a:off x="903950" y="3579425"/>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87" name="Google Shape;1087;p109"/>
          <p:cNvSpPr txBox="1"/>
          <p:nvPr>
            <p:ph idx="4" type="subTitle"/>
          </p:nvPr>
        </p:nvSpPr>
        <p:spPr>
          <a:xfrm>
            <a:off x="3478550" y="3579425"/>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88" name="Google Shape;1088;p109"/>
          <p:cNvSpPr txBox="1"/>
          <p:nvPr>
            <p:ph idx="5" type="subTitle"/>
          </p:nvPr>
        </p:nvSpPr>
        <p:spPr>
          <a:xfrm>
            <a:off x="6048850" y="2149201"/>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89" name="Google Shape;1089;p109"/>
          <p:cNvSpPr txBox="1"/>
          <p:nvPr>
            <p:ph idx="6" type="subTitle"/>
          </p:nvPr>
        </p:nvSpPr>
        <p:spPr>
          <a:xfrm>
            <a:off x="6048850" y="3579425"/>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90" name="Google Shape;1090;p109"/>
          <p:cNvSpPr txBox="1"/>
          <p:nvPr>
            <p:ph idx="7" type="subTitle"/>
          </p:nvPr>
        </p:nvSpPr>
        <p:spPr>
          <a:xfrm>
            <a:off x="908250" y="16566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91" name="Google Shape;1091;p109"/>
          <p:cNvSpPr txBox="1"/>
          <p:nvPr>
            <p:ph idx="8" type="subTitle"/>
          </p:nvPr>
        </p:nvSpPr>
        <p:spPr>
          <a:xfrm>
            <a:off x="3482836" y="16566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92" name="Google Shape;1092;p109"/>
          <p:cNvSpPr txBox="1"/>
          <p:nvPr>
            <p:ph idx="9" type="subTitle"/>
          </p:nvPr>
        </p:nvSpPr>
        <p:spPr>
          <a:xfrm>
            <a:off x="6053173" y="16566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93" name="Google Shape;1093;p109"/>
          <p:cNvSpPr txBox="1"/>
          <p:nvPr>
            <p:ph idx="13" type="subTitle"/>
          </p:nvPr>
        </p:nvSpPr>
        <p:spPr>
          <a:xfrm>
            <a:off x="908250" y="30868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94" name="Google Shape;1094;p109"/>
          <p:cNvSpPr txBox="1"/>
          <p:nvPr>
            <p:ph idx="14" type="subTitle"/>
          </p:nvPr>
        </p:nvSpPr>
        <p:spPr>
          <a:xfrm>
            <a:off x="3482836" y="30868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95" name="Google Shape;1095;p109"/>
          <p:cNvSpPr txBox="1"/>
          <p:nvPr>
            <p:ph idx="15" type="subTitle"/>
          </p:nvPr>
        </p:nvSpPr>
        <p:spPr>
          <a:xfrm>
            <a:off x="6053173" y="30868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1096" name="Shape 1096"/>
        <p:cNvGrpSpPr/>
        <p:nvPr/>
      </p:nvGrpSpPr>
      <p:grpSpPr>
        <a:xfrm>
          <a:off x="0" y="0"/>
          <a:ext cx="0" cy="0"/>
          <a:chOff x="0" y="0"/>
          <a:chExt cx="0" cy="0"/>
        </a:xfrm>
      </p:grpSpPr>
      <p:sp>
        <p:nvSpPr>
          <p:cNvPr id="1097" name="Google Shape;1097;p11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98" name="Google Shape;1098;p11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99" name="Google Shape;1099;p11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00" name="Google Shape;1100;p11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01" name="Google Shape;1101;p11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102" name="Google Shape;1102;p11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103" name="Google Shape;1103;p11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104" name="Google Shape;1104;p110"/>
          <p:cNvSpPr txBox="1"/>
          <p:nvPr>
            <p:ph hasCustomPrompt="1" type="title"/>
          </p:nvPr>
        </p:nvSpPr>
        <p:spPr>
          <a:xfrm>
            <a:off x="2223600" y="552112"/>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105" name="Google Shape;1105;p110"/>
          <p:cNvSpPr txBox="1"/>
          <p:nvPr>
            <p:ph idx="1" type="subTitle"/>
          </p:nvPr>
        </p:nvSpPr>
        <p:spPr>
          <a:xfrm>
            <a:off x="2223600" y="1364275"/>
            <a:ext cx="4696800" cy="428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106" name="Google Shape;1106;p110"/>
          <p:cNvSpPr txBox="1"/>
          <p:nvPr>
            <p:ph hasCustomPrompt="1" idx="2" type="title"/>
          </p:nvPr>
        </p:nvSpPr>
        <p:spPr>
          <a:xfrm>
            <a:off x="2223600" y="1904368"/>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dk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107" name="Google Shape;1107;p110"/>
          <p:cNvSpPr txBox="1"/>
          <p:nvPr>
            <p:ph idx="3" type="subTitle"/>
          </p:nvPr>
        </p:nvSpPr>
        <p:spPr>
          <a:xfrm>
            <a:off x="2223600" y="271652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108" name="Google Shape;1108;p110"/>
          <p:cNvSpPr txBox="1"/>
          <p:nvPr>
            <p:ph hasCustomPrompt="1" idx="4" type="title"/>
          </p:nvPr>
        </p:nvSpPr>
        <p:spPr>
          <a:xfrm>
            <a:off x="2223600" y="3256624"/>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109" name="Google Shape;1109;p110"/>
          <p:cNvSpPr txBox="1"/>
          <p:nvPr>
            <p:ph idx="5" type="subTitle"/>
          </p:nvPr>
        </p:nvSpPr>
        <p:spPr>
          <a:xfrm>
            <a:off x="2223600" y="406879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110" name="Shape 1110"/>
        <p:cNvGrpSpPr/>
        <p:nvPr/>
      </p:nvGrpSpPr>
      <p:grpSpPr>
        <a:xfrm>
          <a:off x="0" y="0"/>
          <a:ext cx="0" cy="0"/>
          <a:chOff x="0" y="0"/>
          <a:chExt cx="0" cy="0"/>
        </a:xfrm>
      </p:grpSpPr>
      <p:sp>
        <p:nvSpPr>
          <p:cNvPr id="1111" name="Google Shape;1111;p11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11"/>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7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13" name="Google Shape;1113;p111"/>
          <p:cNvSpPr txBox="1"/>
          <p:nvPr>
            <p:ph idx="1" type="subTitle"/>
          </p:nvPr>
        </p:nvSpPr>
        <p:spPr>
          <a:xfrm>
            <a:off x="2347900" y="1717825"/>
            <a:ext cx="4448100" cy="12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14" name="Google Shape;1114;p111"/>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Mulish"/>
                <a:ea typeface="Mulish"/>
                <a:cs typeface="Mulish"/>
                <a:sym typeface="Mulish"/>
              </a:rPr>
              <a:t>CREDITS: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includes icons by</a:t>
            </a:r>
            <a:r>
              <a:rPr b="1" lang="en" sz="1200">
                <a:solidFill>
                  <a:schemeClr val="dk1"/>
                </a:solidFill>
                <a:latin typeface="Mulish"/>
                <a:ea typeface="Mulish"/>
                <a:cs typeface="Mulish"/>
                <a:sym typeface="Mulish"/>
              </a:rPr>
              <a:t>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b="1"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cxnSp>
        <p:nvCxnSpPr>
          <p:cNvPr id="1115" name="Google Shape;1115;p11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16" name="Google Shape;1116;p11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17" name="Google Shape;1117;p11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18" name="Google Shape;1118;p111"/>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1119" name="Shape 1119"/>
        <p:cNvGrpSpPr/>
        <p:nvPr/>
      </p:nvGrpSpPr>
      <p:grpSpPr>
        <a:xfrm>
          <a:off x="0" y="0"/>
          <a:ext cx="0" cy="0"/>
          <a:chOff x="0" y="0"/>
          <a:chExt cx="0" cy="0"/>
        </a:xfrm>
      </p:grpSpPr>
      <p:sp>
        <p:nvSpPr>
          <p:cNvPr id="1120" name="Google Shape;1120;p11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122" name="Google Shape;1122;p11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23" name="Google Shape;1123;p11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24" name="Google Shape;1124;p11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25" name="Google Shape;1125;p11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126" name="Google Shape;1126;p112"/>
          <p:cNvSpPr txBox="1"/>
          <p:nvPr>
            <p:ph idx="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lt1"/>
                </a:solidFill>
              </a:defRPr>
            </a:lvl1pPr>
            <a:lvl2pPr lvl="1" algn="ctr">
              <a:buNone/>
              <a:defRPr>
                <a:solidFill>
                  <a:schemeClr val="lt1"/>
                </a:solidFill>
              </a:defRPr>
            </a:lvl2pPr>
            <a:lvl3pPr lvl="2" algn="ctr">
              <a:buNone/>
              <a:defRPr>
                <a:solidFill>
                  <a:schemeClr val="lt1"/>
                </a:solidFill>
              </a:defRPr>
            </a:lvl3pPr>
            <a:lvl4pPr lvl="3" algn="ctr">
              <a:buNone/>
              <a:defRPr>
                <a:solidFill>
                  <a:schemeClr val="lt1"/>
                </a:solidFill>
              </a:defRPr>
            </a:lvl4pPr>
            <a:lvl5pPr lvl="4" algn="ctr">
              <a:buNone/>
              <a:defRPr>
                <a:solidFill>
                  <a:schemeClr val="lt1"/>
                </a:solidFill>
              </a:defRPr>
            </a:lvl5pPr>
            <a:lvl6pPr lvl="5" algn="ctr">
              <a:buNone/>
              <a:defRPr>
                <a:solidFill>
                  <a:schemeClr val="lt1"/>
                </a:solidFill>
              </a:defRPr>
            </a:lvl6pPr>
            <a:lvl7pPr lvl="6" algn="ctr">
              <a:buNone/>
              <a:defRPr>
                <a:solidFill>
                  <a:schemeClr val="lt1"/>
                </a:solidFill>
              </a:defRPr>
            </a:lvl7pPr>
            <a:lvl8pPr lvl="7" algn="ctr">
              <a:buNone/>
              <a:defRPr>
                <a:solidFill>
                  <a:schemeClr val="lt1"/>
                </a:solidFill>
              </a:defRPr>
            </a:lvl8pPr>
            <a:lvl9pPr lvl="8" algn="ctr">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127" name="Google Shape;1127;p11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1128" name="Shape 1128"/>
        <p:cNvGrpSpPr/>
        <p:nvPr/>
      </p:nvGrpSpPr>
      <p:grpSpPr>
        <a:xfrm>
          <a:off x="0" y="0"/>
          <a:ext cx="0" cy="0"/>
          <a:chOff x="0" y="0"/>
          <a:chExt cx="0" cy="0"/>
        </a:xfrm>
      </p:grpSpPr>
      <p:sp>
        <p:nvSpPr>
          <p:cNvPr id="1129" name="Google Shape;1129;p1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30" name="Google Shape;1130;p11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31" name="Google Shape;1131;p11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32" name="Google Shape;1132;p11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33" name="Google Shape;1133;p11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34" name="Google Shape;1134;p113"/>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1139" name="Shape 1139"/>
        <p:cNvGrpSpPr/>
        <p:nvPr/>
      </p:nvGrpSpPr>
      <p:grpSpPr>
        <a:xfrm>
          <a:off x="0" y="0"/>
          <a:ext cx="0" cy="0"/>
          <a:chOff x="0" y="0"/>
          <a:chExt cx="0" cy="0"/>
        </a:xfrm>
      </p:grpSpPr>
      <p:sp>
        <p:nvSpPr>
          <p:cNvPr id="1140" name="Google Shape;1140;p11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15"/>
          <p:cNvSpPr txBox="1"/>
          <p:nvPr>
            <p:ph type="ctrTitle"/>
          </p:nvPr>
        </p:nvSpPr>
        <p:spPr>
          <a:xfrm>
            <a:off x="1609200" y="1424875"/>
            <a:ext cx="5925600" cy="2079300"/>
          </a:xfrm>
          <a:prstGeom prst="rect">
            <a:avLst/>
          </a:prstGeom>
          <a:noFill/>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42" name="Google Shape;1142;p115"/>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143" name="Shape 1143"/>
        <p:cNvGrpSpPr/>
        <p:nvPr/>
      </p:nvGrpSpPr>
      <p:grpSpPr>
        <a:xfrm>
          <a:off x="0" y="0"/>
          <a:ext cx="0" cy="0"/>
          <a:chOff x="0" y="0"/>
          <a:chExt cx="0" cy="0"/>
        </a:xfrm>
      </p:grpSpPr>
      <p:sp>
        <p:nvSpPr>
          <p:cNvPr id="1144" name="Google Shape;1144;p11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16"/>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46" name="Google Shape;1146;p116"/>
          <p:cNvSpPr txBox="1"/>
          <p:nvPr>
            <p:ph hasCustomPrompt="1" idx="2" type="title"/>
          </p:nvPr>
        </p:nvSpPr>
        <p:spPr>
          <a:xfrm>
            <a:off x="1959250" y="1854500"/>
            <a:ext cx="1189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dk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147" name="Google Shape;1147;p116"/>
          <p:cNvSpPr txBox="1"/>
          <p:nvPr>
            <p:ph idx="1" type="subTitle"/>
          </p:nvPr>
        </p:nvSpPr>
        <p:spPr>
          <a:xfrm>
            <a:off x="1959250" y="2939075"/>
            <a:ext cx="5225400" cy="446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1148" name="Google Shape;1148;p116"/>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1149" name="Google Shape;1149;p11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50" name="Google Shape;1150;p11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51" name="Google Shape;1151;p11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52" name="Google Shape;1152;p11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153" name="Google Shape;1153;p11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154" name="Google Shape;1154;p11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55" name="Google Shape;1155;p116"/>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56" name="Shape 1156"/>
        <p:cNvGrpSpPr/>
        <p:nvPr/>
      </p:nvGrpSpPr>
      <p:grpSpPr>
        <a:xfrm>
          <a:off x="0" y="0"/>
          <a:ext cx="0" cy="0"/>
          <a:chOff x="0" y="0"/>
          <a:chExt cx="0" cy="0"/>
        </a:xfrm>
      </p:grpSpPr>
      <p:sp>
        <p:nvSpPr>
          <p:cNvPr id="1157" name="Google Shape;1157;p11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58" name="Google Shape;1158;p11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59" name="Google Shape;1159;p11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0" name="Google Shape;1160;p11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61" name="Google Shape;1161;p11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162" name="Google Shape;1162;p11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163" name="Google Shape;1163;p11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164" name="Google Shape;1164;p1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65" name="Google Shape;1165;p117"/>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2"/>
              </a:buClr>
              <a:buSzPts val="800"/>
              <a:buFont typeface="Nunito Light"/>
              <a:buChar char="●"/>
              <a:defRPr/>
            </a:lvl1pPr>
            <a:lvl2pPr indent="-304800" lvl="1" marL="914400">
              <a:spcBef>
                <a:spcPts val="0"/>
              </a:spcBef>
              <a:spcAft>
                <a:spcPts val="0"/>
              </a:spcAft>
              <a:buSzPts val="1200"/>
              <a:buFont typeface="Nunito Light"/>
              <a:buChar char="○"/>
              <a:defRPr/>
            </a:lvl2pPr>
            <a:lvl3pPr indent="-304800" lvl="2" marL="1371600">
              <a:lnSpc>
                <a:spcPct val="115000"/>
              </a:lnSpc>
              <a:spcBef>
                <a:spcPts val="0"/>
              </a:spcBef>
              <a:spcAft>
                <a:spcPts val="0"/>
              </a:spcAft>
              <a:buClr>
                <a:srgbClr val="FFC800"/>
              </a:buClr>
              <a:buSzPts val="1200"/>
              <a:buFont typeface="Nunito Light"/>
              <a:buChar char="■"/>
              <a:defRPr/>
            </a:lvl3pPr>
            <a:lvl4pPr indent="-304800" lvl="3" marL="1828800">
              <a:lnSpc>
                <a:spcPct val="115000"/>
              </a:lnSpc>
              <a:spcBef>
                <a:spcPts val="1600"/>
              </a:spcBef>
              <a:spcAft>
                <a:spcPts val="0"/>
              </a:spcAft>
              <a:buClr>
                <a:srgbClr val="FFC800"/>
              </a:buClr>
              <a:buSzPts val="1200"/>
              <a:buFont typeface="Nunito Light"/>
              <a:buChar char="●"/>
              <a:defRPr/>
            </a:lvl4pPr>
            <a:lvl5pPr indent="-304800" lvl="4" marL="2286000">
              <a:lnSpc>
                <a:spcPct val="115000"/>
              </a:lnSpc>
              <a:spcBef>
                <a:spcPts val="1600"/>
              </a:spcBef>
              <a:spcAft>
                <a:spcPts val="0"/>
              </a:spcAft>
              <a:buClr>
                <a:srgbClr val="434343"/>
              </a:buClr>
              <a:buSzPts val="1200"/>
              <a:buFont typeface="Nunito Light"/>
              <a:buChar char="○"/>
              <a:defRPr/>
            </a:lvl5pPr>
            <a:lvl6pPr indent="-304800" lvl="5" marL="2743200">
              <a:lnSpc>
                <a:spcPct val="115000"/>
              </a:lnSpc>
              <a:spcBef>
                <a:spcPts val="1600"/>
              </a:spcBef>
              <a:spcAft>
                <a:spcPts val="0"/>
              </a:spcAft>
              <a:buClr>
                <a:srgbClr val="434343"/>
              </a:buClr>
              <a:buSzPts val="1200"/>
              <a:buFont typeface="Nunito Light"/>
              <a:buChar char="■"/>
              <a:defRPr/>
            </a:lvl6pPr>
            <a:lvl7pPr indent="-304800" lvl="6" marL="3200400">
              <a:lnSpc>
                <a:spcPct val="115000"/>
              </a:lnSpc>
              <a:spcBef>
                <a:spcPts val="1600"/>
              </a:spcBef>
              <a:spcAft>
                <a:spcPts val="0"/>
              </a:spcAft>
              <a:buClr>
                <a:srgbClr val="434343"/>
              </a:buClr>
              <a:buSzPts val="1200"/>
              <a:buFont typeface="Nunito Light"/>
              <a:buChar char="●"/>
              <a:defRPr/>
            </a:lvl7pPr>
            <a:lvl8pPr indent="-304800" lvl="7" marL="3657600">
              <a:lnSpc>
                <a:spcPct val="115000"/>
              </a:lnSpc>
              <a:spcBef>
                <a:spcPts val="1600"/>
              </a:spcBef>
              <a:spcAft>
                <a:spcPts val="0"/>
              </a:spcAft>
              <a:buClr>
                <a:srgbClr val="434343"/>
              </a:buClr>
              <a:buSzPts val="1200"/>
              <a:buFont typeface="Nunito Light"/>
              <a:buChar char="○"/>
              <a:defRPr/>
            </a:lvl8pPr>
            <a:lvl9pPr indent="-304800" lvl="8" marL="4114800">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66" name="Shape 1166"/>
        <p:cNvGrpSpPr/>
        <p:nvPr/>
      </p:nvGrpSpPr>
      <p:grpSpPr>
        <a:xfrm>
          <a:off x="0" y="0"/>
          <a:ext cx="0" cy="0"/>
          <a:chOff x="0" y="0"/>
          <a:chExt cx="0" cy="0"/>
        </a:xfrm>
      </p:grpSpPr>
      <p:sp>
        <p:nvSpPr>
          <p:cNvPr id="1167" name="Google Shape;1167;p11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8" name="Google Shape;1168;p11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69" name="Google Shape;1169;p11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70" name="Google Shape;1170;p11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71" name="Google Shape;1171;p11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172" name="Google Shape;1172;p11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173" name="Google Shape;1173;p11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174" name="Google Shape;1174;p1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75" name="Google Shape;1175;p118"/>
          <p:cNvSpPr txBox="1"/>
          <p:nvPr>
            <p:ph idx="1" type="subTitle"/>
          </p:nvPr>
        </p:nvSpPr>
        <p:spPr>
          <a:xfrm>
            <a:off x="4747387"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1176" name="Google Shape;1176;p118"/>
          <p:cNvSpPr txBox="1"/>
          <p:nvPr>
            <p:ph idx="2" type="subTitle"/>
          </p:nvPr>
        </p:nvSpPr>
        <p:spPr>
          <a:xfrm>
            <a:off x="726675"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1177" name="Google Shape;1177;p118"/>
          <p:cNvSpPr txBox="1"/>
          <p:nvPr>
            <p:ph idx="3" type="subTitle"/>
          </p:nvPr>
        </p:nvSpPr>
        <p:spPr>
          <a:xfrm>
            <a:off x="7266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178" name="Google Shape;1178;p118"/>
          <p:cNvSpPr txBox="1"/>
          <p:nvPr>
            <p:ph idx="4" type="subTitle"/>
          </p:nvPr>
        </p:nvSpPr>
        <p:spPr>
          <a:xfrm>
            <a:off x="47473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9" name="Shape 1179"/>
        <p:cNvGrpSpPr/>
        <p:nvPr/>
      </p:nvGrpSpPr>
      <p:grpSpPr>
        <a:xfrm>
          <a:off x="0" y="0"/>
          <a:ext cx="0" cy="0"/>
          <a:chOff x="0" y="0"/>
          <a:chExt cx="0" cy="0"/>
        </a:xfrm>
      </p:grpSpPr>
      <p:sp>
        <p:nvSpPr>
          <p:cNvPr id="1180" name="Google Shape;1180;p11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81" name="Google Shape;1181;p11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82" name="Google Shape;1182;p11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83" name="Google Shape;1183;p11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84" name="Google Shape;1184;p11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185" name="Google Shape;1185;p11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186" name="Google Shape;1186;p11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187" name="Google Shape;1187;p1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88" name="Shape 1188"/>
        <p:cNvGrpSpPr/>
        <p:nvPr/>
      </p:nvGrpSpPr>
      <p:grpSpPr>
        <a:xfrm>
          <a:off x="0" y="0"/>
          <a:ext cx="0" cy="0"/>
          <a:chOff x="0" y="0"/>
          <a:chExt cx="0" cy="0"/>
        </a:xfrm>
      </p:grpSpPr>
      <p:sp>
        <p:nvSpPr>
          <p:cNvPr id="1189" name="Google Shape;1189;p12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90" name="Google Shape;1190;p12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91" name="Google Shape;1191;p12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92" name="Google Shape;1192;p12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93" name="Google Shape;1193;p12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194" name="Google Shape;1194;p12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195" name="Google Shape;1195;p12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196" name="Google Shape;1196;p120"/>
          <p:cNvSpPr txBox="1"/>
          <p:nvPr>
            <p:ph type="title"/>
          </p:nvPr>
        </p:nvSpPr>
        <p:spPr>
          <a:xfrm>
            <a:off x="720000" y="445025"/>
            <a:ext cx="62664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97" name="Google Shape;1197;p120"/>
          <p:cNvSpPr txBox="1"/>
          <p:nvPr>
            <p:ph idx="1" type="subTitle"/>
          </p:nvPr>
        </p:nvSpPr>
        <p:spPr>
          <a:xfrm>
            <a:off x="720000" y="1347250"/>
            <a:ext cx="7324500" cy="31734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98" name="Shape 1198"/>
        <p:cNvGrpSpPr/>
        <p:nvPr/>
      </p:nvGrpSpPr>
      <p:grpSpPr>
        <a:xfrm>
          <a:off x="0" y="0"/>
          <a:ext cx="0" cy="0"/>
          <a:chOff x="0" y="0"/>
          <a:chExt cx="0" cy="0"/>
        </a:xfrm>
      </p:grpSpPr>
      <p:sp>
        <p:nvSpPr>
          <p:cNvPr id="1199" name="Google Shape;1199;p12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21"/>
          <p:cNvSpPr txBox="1"/>
          <p:nvPr>
            <p:ph type="title"/>
          </p:nvPr>
        </p:nvSpPr>
        <p:spPr>
          <a:xfrm>
            <a:off x="969825" y="2079259"/>
            <a:ext cx="7204500" cy="8790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1201" name="Google Shape;1201;p12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202" name="Google Shape;1202;p12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03" name="Google Shape;1203;p12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204" name="Google Shape;1204;p12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05" name="Google Shape;1205;p12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06" name="Google Shape;1206;p12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07" name="Shape 1207"/>
        <p:cNvGrpSpPr/>
        <p:nvPr/>
      </p:nvGrpSpPr>
      <p:grpSpPr>
        <a:xfrm>
          <a:off x="0" y="0"/>
          <a:ext cx="0" cy="0"/>
          <a:chOff x="0" y="0"/>
          <a:chExt cx="0" cy="0"/>
        </a:xfrm>
      </p:grpSpPr>
      <p:sp>
        <p:nvSpPr>
          <p:cNvPr id="1208" name="Google Shape;1208;p122"/>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4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09" name="Google Shape;1209;p122"/>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10" name="Google Shape;1210;p1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11" name="Shape 1211"/>
        <p:cNvGrpSpPr/>
        <p:nvPr/>
      </p:nvGrpSpPr>
      <p:grpSpPr>
        <a:xfrm>
          <a:off x="0" y="0"/>
          <a:ext cx="0" cy="0"/>
          <a:chOff x="0" y="0"/>
          <a:chExt cx="0" cy="0"/>
        </a:xfrm>
      </p:grpSpPr>
      <p:sp>
        <p:nvSpPr>
          <p:cNvPr id="1212" name="Google Shape;1212;p123"/>
          <p:cNvSpPr/>
          <p:nvPr>
            <p:ph idx="2" type="pic"/>
          </p:nvPr>
        </p:nvSpPr>
        <p:spPr>
          <a:xfrm>
            <a:off x="0" y="0"/>
            <a:ext cx="9144000" cy="5143500"/>
          </a:xfrm>
          <a:prstGeom prst="rect">
            <a:avLst/>
          </a:prstGeom>
          <a:noFill/>
          <a:ln>
            <a:noFill/>
          </a:ln>
        </p:spPr>
      </p:sp>
      <p:sp>
        <p:nvSpPr>
          <p:cNvPr id="1213" name="Google Shape;1213;p123"/>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spcBef>
                <a:spcPts val="0"/>
              </a:spcBef>
              <a:spcAft>
                <a:spcPts val="0"/>
              </a:spcAft>
              <a:buSzPts val="3000"/>
              <a:buNone/>
              <a:defRPr>
                <a:solidFill>
                  <a:schemeClr val="dk2"/>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4" name="Shape 1214"/>
        <p:cNvGrpSpPr/>
        <p:nvPr/>
      </p:nvGrpSpPr>
      <p:grpSpPr>
        <a:xfrm>
          <a:off x="0" y="0"/>
          <a:ext cx="0" cy="0"/>
          <a:chOff x="0" y="0"/>
          <a:chExt cx="0" cy="0"/>
        </a:xfrm>
      </p:grpSpPr>
      <p:sp>
        <p:nvSpPr>
          <p:cNvPr id="1215" name="Google Shape;1215;p12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16" name="Google Shape;1216;p12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217" name="Google Shape;1217;p12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18" name="Google Shape;1218;p12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219" name="Google Shape;1219;p12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20" name="Google Shape;1220;p12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21" name="Google Shape;1221;p12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222" name="Google Shape;1222;p124"/>
          <p:cNvSpPr txBox="1"/>
          <p:nvPr>
            <p:ph hasCustomPrompt="1" type="title"/>
          </p:nvPr>
        </p:nvSpPr>
        <p:spPr>
          <a:xfrm>
            <a:off x="1284000" y="1429725"/>
            <a:ext cx="6576000" cy="14088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23" name="Google Shape;1223;p124"/>
          <p:cNvSpPr txBox="1"/>
          <p:nvPr>
            <p:ph idx="1" type="subTitle"/>
          </p:nvPr>
        </p:nvSpPr>
        <p:spPr>
          <a:xfrm>
            <a:off x="1284000" y="2985500"/>
            <a:ext cx="6576000" cy="497100"/>
          </a:xfrm>
          <a:prstGeom prst="rect">
            <a:avLst/>
          </a:prstGeom>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1224" name="Shape 1224"/>
        <p:cNvGrpSpPr/>
        <p:nvPr/>
      </p:nvGrpSpPr>
      <p:grpSpPr>
        <a:xfrm>
          <a:off x="0" y="0"/>
          <a:ext cx="0" cy="0"/>
          <a:chOff x="0" y="0"/>
          <a:chExt cx="0" cy="0"/>
        </a:xfrm>
      </p:grpSpPr>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225" name="Shape 1225"/>
        <p:cNvGrpSpPr/>
        <p:nvPr/>
      </p:nvGrpSpPr>
      <p:grpSpPr>
        <a:xfrm>
          <a:off x="0" y="0"/>
          <a:ext cx="0" cy="0"/>
          <a:chOff x="0" y="0"/>
          <a:chExt cx="0" cy="0"/>
        </a:xfrm>
      </p:grpSpPr>
      <p:sp>
        <p:nvSpPr>
          <p:cNvPr id="1226" name="Google Shape;1226;p12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28" name="Google Shape;1228;p126"/>
          <p:cNvSpPr txBox="1"/>
          <p:nvPr>
            <p:ph idx="1" type="subTitle"/>
          </p:nvPr>
        </p:nvSpPr>
        <p:spPr>
          <a:xfrm>
            <a:off x="713225" y="20181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29" name="Google Shape;1229;p126"/>
          <p:cNvSpPr txBox="1"/>
          <p:nvPr>
            <p:ph idx="2" type="subTitle"/>
          </p:nvPr>
        </p:nvSpPr>
        <p:spPr>
          <a:xfrm>
            <a:off x="713225" y="3870728"/>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30" name="Google Shape;1230;p126"/>
          <p:cNvSpPr txBox="1"/>
          <p:nvPr>
            <p:ph idx="3" type="subTitle"/>
          </p:nvPr>
        </p:nvSpPr>
        <p:spPr>
          <a:xfrm>
            <a:off x="3359125"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31" name="Google Shape;1231;p126"/>
          <p:cNvSpPr txBox="1"/>
          <p:nvPr>
            <p:ph idx="4" type="subTitle"/>
          </p:nvPr>
        </p:nvSpPr>
        <p:spPr>
          <a:xfrm>
            <a:off x="3359125"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32" name="Google Shape;1232;p126"/>
          <p:cNvSpPr txBox="1"/>
          <p:nvPr>
            <p:ph hasCustomPrompt="1" idx="5" type="title"/>
          </p:nvPr>
        </p:nvSpPr>
        <p:spPr>
          <a:xfrm>
            <a:off x="713225" y="1141288"/>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33" name="Google Shape;1233;p126"/>
          <p:cNvSpPr txBox="1"/>
          <p:nvPr>
            <p:ph hasCustomPrompt="1" idx="6" type="title"/>
          </p:nvPr>
        </p:nvSpPr>
        <p:spPr>
          <a:xfrm>
            <a:off x="33591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34" name="Google Shape;1234;p126"/>
          <p:cNvSpPr txBox="1"/>
          <p:nvPr>
            <p:ph hasCustomPrompt="1" idx="7" type="title"/>
          </p:nvPr>
        </p:nvSpPr>
        <p:spPr>
          <a:xfrm>
            <a:off x="7132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35" name="Google Shape;1235;p126"/>
          <p:cNvSpPr txBox="1"/>
          <p:nvPr>
            <p:ph hasCustomPrompt="1" idx="8" type="title"/>
          </p:nvPr>
        </p:nvSpPr>
        <p:spPr>
          <a:xfrm>
            <a:off x="3359125"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36" name="Google Shape;1236;p126"/>
          <p:cNvSpPr txBox="1"/>
          <p:nvPr>
            <p:ph idx="9" type="subTitle"/>
          </p:nvPr>
        </p:nvSpPr>
        <p:spPr>
          <a:xfrm>
            <a:off x="5997638"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37" name="Google Shape;1237;p126"/>
          <p:cNvSpPr txBox="1"/>
          <p:nvPr>
            <p:ph idx="13" type="subTitle"/>
          </p:nvPr>
        </p:nvSpPr>
        <p:spPr>
          <a:xfrm>
            <a:off x="5997638"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38" name="Google Shape;1238;p126"/>
          <p:cNvSpPr txBox="1"/>
          <p:nvPr>
            <p:ph hasCustomPrompt="1" idx="14" type="title"/>
          </p:nvPr>
        </p:nvSpPr>
        <p:spPr>
          <a:xfrm>
            <a:off x="5997638"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39" name="Google Shape;1239;p126"/>
          <p:cNvSpPr txBox="1"/>
          <p:nvPr>
            <p:ph hasCustomPrompt="1" idx="15" type="title"/>
          </p:nvPr>
        </p:nvSpPr>
        <p:spPr>
          <a:xfrm>
            <a:off x="5997638"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40" name="Google Shape;1240;p126"/>
          <p:cNvSpPr txBox="1"/>
          <p:nvPr>
            <p:ph idx="16" type="subTitle"/>
          </p:nvPr>
        </p:nvSpPr>
        <p:spPr>
          <a:xfrm>
            <a:off x="7132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41" name="Google Shape;1241;p126"/>
          <p:cNvSpPr txBox="1"/>
          <p:nvPr>
            <p:ph idx="17" type="subTitle"/>
          </p:nvPr>
        </p:nvSpPr>
        <p:spPr>
          <a:xfrm>
            <a:off x="713225" y="3447136"/>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42" name="Google Shape;1242;p126"/>
          <p:cNvSpPr txBox="1"/>
          <p:nvPr>
            <p:ph idx="18" type="subTitle"/>
          </p:nvPr>
        </p:nvSpPr>
        <p:spPr>
          <a:xfrm>
            <a:off x="3359125"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43" name="Google Shape;1243;p126"/>
          <p:cNvSpPr txBox="1"/>
          <p:nvPr>
            <p:ph idx="19" type="subTitle"/>
          </p:nvPr>
        </p:nvSpPr>
        <p:spPr>
          <a:xfrm>
            <a:off x="33591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44" name="Google Shape;1244;p126"/>
          <p:cNvSpPr txBox="1"/>
          <p:nvPr>
            <p:ph idx="20" type="subTitle"/>
          </p:nvPr>
        </p:nvSpPr>
        <p:spPr>
          <a:xfrm>
            <a:off x="5997638"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245" name="Google Shape;1245;p126"/>
          <p:cNvSpPr txBox="1"/>
          <p:nvPr>
            <p:ph idx="21" type="subTitle"/>
          </p:nvPr>
        </p:nvSpPr>
        <p:spPr>
          <a:xfrm>
            <a:off x="5997638"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1246" name="Google Shape;1246;p12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247" name="Google Shape;1247;p12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48" name="Google Shape;1248;p12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249" name="Google Shape;1249;p12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50" name="Google Shape;1250;p12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51" name="Google Shape;1251;p12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252" name="Shape 1252"/>
        <p:cNvGrpSpPr/>
        <p:nvPr/>
      </p:nvGrpSpPr>
      <p:grpSpPr>
        <a:xfrm>
          <a:off x="0" y="0"/>
          <a:ext cx="0" cy="0"/>
          <a:chOff x="0" y="0"/>
          <a:chExt cx="0" cy="0"/>
        </a:xfrm>
      </p:grpSpPr>
      <p:sp>
        <p:nvSpPr>
          <p:cNvPr id="1253" name="Google Shape;1253;p12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54" name="Google Shape;1254;p12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255" name="Google Shape;1255;p12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56" name="Google Shape;1256;p12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257" name="Google Shape;1257;p12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58" name="Google Shape;1258;p12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59" name="Google Shape;1259;p12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260" name="Google Shape;1260;p127"/>
          <p:cNvSpPr txBox="1"/>
          <p:nvPr>
            <p:ph type="title"/>
          </p:nvPr>
        </p:nvSpPr>
        <p:spPr>
          <a:xfrm>
            <a:off x="969900" y="3387600"/>
            <a:ext cx="7204200" cy="531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261" name="Google Shape;1261;p127"/>
          <p:cNvSpPr txBox="1"/>
          <p:nvPr>
            <p:ph idx="1" type="subTitle"/>
          </p:nvPr>
        </p:nvSpPr>
        <p:spPr>
          <a:xfrm>
            <a:off x="969900" y="1312625"/>
            <a:ext cx="7204200" cy="1478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262" name="Shape 1262"/>
        <p:cNvGrpSpPr/>
        <p:nvPr/>
      </p:nvGrpSpPr>
      <p:grpSpPr>
        <a:xfrm>
          <a:off x="0" y="0"/>
          <a:ext cx="0" cy="0"/>
          <a:chOff x="0" y="0"/>
          <a:chExt cx="0" cy="0"/>
        </a:xfrm>
      </p:grpSpPr>
      <p:sp>
        <p:nvSpPr>
          <p:cNvPr id="1263" name="Google Shape;1263;p12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4" name="Google Shape;1264;p12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265" name="Google Shape;1265;p12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6" name="Google Shape;1266;p12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267" name="Google Shape;1267;p12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68" name="Google Shape;1268;p12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69" name="Google Shape;1269;p12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270" name="Google Shape;1270;p128"/>
          <p:cNvSpPr txBox="1"/>
          <p:nvPr>
            <p:ph type="title"/>
          </p:nvPr>
        </p:nvSpPr>
        <p:spPr>
          <a:xfrm>
            <a:off x="720000" y="1148563"/>
            <a:ext cx="3944700" cy="1607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71" name="Google Shape;1271;p128"/>
          <p:cNvSpPr txBox="1"/>
          <p:nvPr>
            <p:ph idx="1" type="subTitle"/>
          </p:nvPr>
        </p:nvSpPr>
        <p:spPr>
          <a:xfrm>
            <a:off x="720000" y="2878638"/>
            <a:ext cx="39447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72" name="Google Shape;1272;p128"/>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273" name="Shape 1273"/>
        <p:cNvGrpSpPr/>
        <p:nvPr/>
      </p:nvGrpSpPr>
      <p:grpSpPr>
        <a:xfrm>
          <a:off x="0" y="0"/>
          <a:ext cx="0" cy="0"/>
          <a:chOff x="0" y="0"/>
          <a:chExt cx="0" cy="0"/>
        </a:xfrm>
      </p:grpSpPr>
      <p:sp>
        <p:nvSpPr>
          <p:cNvPr id="1274" name="Google Shape;1274;p12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75" name="Google Shape;1275;p12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276" name="Google Shape;1276;p12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77" name="Google Shape;1277;p12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278" name="Google Shape;1278;p12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79" name="Google Shape;1279;p12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80" name="Google Shape;1280;p12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281" name="Google Shape;1281;p129"/>
          <p:cNvSpPr txBox="1"/>
          <p:nvPr>
            <p:ph type="title"/>
          </p:nvPr>
        </p:nvSpPr>
        <p:spPr>
          <a:xfrm>
            <a:off x="720000" y="1568400"/>
            <a:ext cx="2891400" cy="700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82" name="Google Shape;1282;p129"/>
          <p:cNvSpPr txBox="1"/>
          <p:nvPr>
            <p:ph idx="1" type="subTitle"/>
          </p:nvPr>
        </p:nvSpPr>
        <p:spPr>
          <a:xfrm>
            <a:off x="720000" y="2268888"/>
            <a:ext cx="2891400" cy="1306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283" name="Shape 1283"/>
        <p:cNvGrpSpPr/>
        <p:nvPr/>
      </p:nvGrpSpPr>
      <p:grpSpPr>
        <a:xfrm>
          <a:off x="0" y="0"/>
          <a:ext cx="0" cy="0"/>
          <a:chOff x="0" y="0"/>
          <a:chExt cx="0" cy="0"/>
        </a:xfrm>
      </p:grpSpPr>
      <p:sp>
        <p:nvSpPr>
          <p:cNvPr id="1284" name="Google Shape;1284;p13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85" name="Google Shape;1285;p13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286" name="Google Shape;1286;p13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87" name="Google Shape;1287;p13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288" name="Google Shape;1288;p13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89" name="Google Shape;1289;p13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90" name="Google Shape;1290;p13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291" name="Google Shape;1291;p1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92" name="Google Shape;1292;p130"/>
          <p:cNvSpPr txBox="1"/>
          <p:nvPr>
            <p:ph idx="1" type="subTitle"/>
          </p:nvPr>
        </p:nvSpPr>
        <p:spPr>
          <a:xfrm>
            <a:off x="937625"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93" name="Google Shape;1293;p130"/>
          <p:cNvSpPr txBox="1"/>
          <p:nvPr>
            <p:ph idx="2" type="subTitle"/>
          </p:nvPr>
        </p:nvSpPr>
        <p:spPr>
          <a:xfrm>
            <a:off x="3484346"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94" name="Google Shape;1294;p130"/>
          <p:cNvSpPr txBox="1"/>
          <p:nvPr>
            <p:ph idx="3" type="subTitle"/>
          </p:nvPr>
        </p:nvSpPr>
        <p:spPr>
          <a:xfrm>
            <a:off x="6031074"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95" name="Google Shape;1295;p130"/>
          <p:cNvSpPr txBox="1"/>
          <p:nvPr>
            <p:ph idx="4" type="subTitle"/>
          </p:nvPr>
        </p:nvSpPr>
        <p:spPr>
          <a:xfrm>
            <a:off x="93762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296" name="Google Shape;1296;p130"/>
          <p:cNvSpPr txBox="1"/>
          <p:nvPr>
            <p:ph idx="5" type="subTitle"/>
          </p:nvPr>
        </p:nvSpPr>
        <p:spPr>
          <a:xfrm>
            <a:off x="3484347"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297" name="Google Shape;1297;p130"/>
          <p:cNvSpPr txBox="1"/>
          <p:nvPr>
            <p:ph idx="6" type="subTitle"/>
          </p:nvPr>
        </p:nvSpPr>
        <p:spPr>
          <a:xfrm>
            <a:off x="603107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298" name="Shape 1298"/>
        <p:cNvGrpSpPr/>
        <p:nvPr/>
      </p:nvGrpSpPr>
      <p:grpSpPr>
        <a:xfrm>
          <a:off x="0" y="0"/>
          <a:ext cx="0" cy="0"/>
          <a:chOff x="0" y="0"/>
          <a:chExt cx="0" cy="0"/>
        </a:xfrm>
      </p:grpSpPr>
      <p:sp>
        <p:nvSpPr>
          <p:cNvPr id="1299" name="Google Shape;1299;p13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00" name="Google Shape;1300;p13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01" name="Google Shape;1301;p13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02" name="Google Shape;1302;p13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03" name="Google Shape;1303;p13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304" name="Google Shape;1304;p13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305" name="Google Shape;1305;p13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306" name="Google Shape;1306;p1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07" name="Google Shape;1307;p131"/>
          <p:cNvSpPr txBox="1"/>
          <p:nvPr>
            <p:ph idx="1" type="subTitle"/>
          </p:nvPr>
        </p:nvSpPr>
        <p:spPr>
          <a:xfrm>
            <a:off x="720025" y="1610942"/>
            <a:ext cx="7704000" cy="530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308" name="Google Shape;1308;p131"/>
          <p:cNvSpPr txBox="1"/>
          <p:nvPr>
            <p:ph idx="2" type="subTitle"/>
          </p:nvPr>
        </p:nvSpPr>
        <p:spPr>
          <a:xfrm>
            <a:off x="720025" y="27311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309" name="Google Shape;1309;p131"/>
          <p:cNvSpPr txBox="1"/>
          <p:nvPr>
            <p:ph idx="3" type="subTitle"/>
          </p:nvPr>
        </p:nvSpPr>
        <p:spPr>
          <a:xfrm>
            <a:off x="720025" y="38516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310" name="Google Shape;1310;p131"/>
          <p:cNvSpPr txBox="1"/>
          <p:nvPr>
            <p:ph idx="4" type="subTitle"/>
          </p:nvPr>
        </p:nvSpPr>
        <p:spPr>
          <a:xfrm>
            <a:off x="720025" y="1241274"/>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311" name="Google Shape;1311;p131"/>
          <p:cNvSpPr txBox="1"/>
          <p:nvPr>
            <p:ph idx="5" type="subTitle"/>
          </p:nvPr>
        </p:nvSpPr>
        <p:spPr>
          <a:xfrm>
            <a:off x="720025" y="23501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312" name="Google Shape;1312;p131"/>
          <p:cNvSpPr txBox="1"/>
          <p:nvPr>
            <p:ph idx="6" type="subTitle"/>
          </p:nvPr>
        </p:nvSpPr>
        <p:spPr>
          <a:xfrm>
            <a:off x="720025" y="34706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313" name="Shape 1313"/>
        <p:cNvGrpSpPr/>
        <p:nvPr/>
      </p:nvGrpSpPr>
      <p:grpSpPr>
        <a:xfrm>
          <a:off x="0" y="0"/>
          <a:ext cx="0" cy="0"/>
          <a:chOff x="0" y="0"/>
          <a:chExt cx="0" cy="0"/>
        </a:xfrm>
      </p:grpSpPr>
      <p:sp>
        <p:nvSpPr>
          <p:cNvPr id="1314" name="Google Shape;1314;p13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15" name="Google Shape;1315;p13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16" name="Google Shape;1316;p13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17" name="Google Shape;1317;p13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18" name="Google Shape;1318;p13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319" name="Google Shape;1319;p13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320" name="Google Shape;1320;p13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321" name="Google Shape;1321;p1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22" name="Google Shape;1322;p132"/>
          <p:cNvSpPr txBox="1"/>
          <p:nvPr>
            <p:ph idx="1" type="subTitle"/>
          </p:nvPr>
        </p:nvSpPr>
        <p:spPr>
          <a:xfrm>
            <a:off x="1381625" y="1718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323" name="Google Shape;1323;p132"/>
          <p:cNvSpPr txBox="1"/>
          <p:nvPr>
            <p:ph idx="2" type="subTitle"/>
          </p:nvPr>
        </p:nvSpPr>
        <p:spPr>
          <a:xfrm>
            <a:off x="1381635" y="2861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324" name="Google Shape;1324;p132"/>
          <p:cNvSpPr txBox="1"/>
          <p:nvPr>
            <p:ph idx="3" type="subTitle"/>
          </p:nvPr>
        </p:nvSpPr>
        <p:spPr>
          <a:xfrm>
            <a:off x="1381635" y="4004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1325" name="Google Shape;1325;p132"/>
          <p:cNvSpPr txBox="1"/>
          <p:nvPr>
            <p:ph idx="4" type="subTitle"/>
          </p:nvPr>
        </p:nvSpPr>
        <p:spPr>
          <a:xfrm>
            <a:off x="1381625" y="14060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326" name="Google Shape;1326;p132"/>
          <p:cNvSpPr txBox="1"/>
          <p:nvPr>
            <p:ph idx="5" type="subTitle"/>
          </p:nvPr>
        </p:nvSpPr>
        <p:spPr>
          <a:xfrm>
            <a:off x="1381625" y="252657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1327" name="Google Shape;1327;p132"/>
          <p:cNvSpPr txBox="1"/>
          <p:nvPr>
            <p:ph idx="6" type="subTitle"/>
          </p:nvPr>
        </p:nvSpPr>
        <p:spPr>
          <a:xfrm>
            <a:off x="1381625" y="36471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328" name="Shape 1328"/>
        <p:cNvGrpSpPr/>
        <p:nvPr/>
      </p:nvGrpSpPr>
      <p:grpSpPr>
        <a:xfrm>
          <a:off x="0" y="0"/>
          <a:ext cx="0" cy="0"/>
          <a:chOff x="0" y="0"/>
          <a:chExt cx="0" cy="0"/>
        </a:xfrm>
      </p:grpSpPr>
      <p:sp>
        <p:nvSpPr>
          <p:cNvPr id="1329" name="Google Shape;1329;p13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30" name="Google Shape;1330;p13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31" name="Google Shape;1331;p13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32" name="Google Shape;1332;p13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33" name="Google Shape;1333;p13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334" name="Google Shape;1334;p13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335" name="Google Shape;1335;p13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336" name="Google Shape;1336;p1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37" name="Google Shape;1337;p133"/>
          <p:cNvSpPr txBox="1"/>
          <p:nvPr>
            <p:ph idx="1" type="subTitle"/>
          </p:nvPr>
        </p:nvSpPr>
        <p:spPr>
          <a:xfrm>
            <a:off x="154577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38" name="Google Shape;1338;p133"/>
          <p:cNvSpPr txBox="1"/>
          <p:nvPr>
            <p:ph idx="2" type="subTitle"/>
          </p:nvPr>
        </p:nvSpPr>
        <p:spPr>
          <a:xfrm>
            <a:off x="504132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39" name="Google Shape;1339;p133"/>
          <p:cNvSpPr txBox="1"/>
          <p:nvPr>
            <p:ph idx="3" type="subTitle"/>
          </p:nvPr>
        </p:nvSpPr>
        <p:spPr>
          <a:xfrm>
            <a:off x="154577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40" name="Google Shape;1340;p133"/>
          <p:cNvSpPr txBox="1"/>
          <p:nvPr>
            <p:ph idx="4" type="subTitle"/>
          </p:nvPr>
        </p:nvSpPr>
        <p:spPr>
          <a:xfrm>
            <a:off x="504132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41" name="Google Shape;1341;p133"/>
          <p:cNvSpPr txBox="1"/>
          <p:nvPr>
            <p:ph idx="5" type="subTitle"/>
          </p:nvPr>
        </p:nvSpPr>
        <p:spPr>
          <a:xfrm>
            <a:off x="154577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342" name="Google Shape;1342;p133"/>
          <p:cNvSpPr txBox="1"/>
          <p:nvPr>
            <p:ph idx="6" type="subTitle"/>
          </p:nvPr>
        </p:nvSpPr>
        <p:spPr>
          <a:xfrm>
            <a:off x="504132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343" name="Google Shape;1343;p133"/>
          <p:cNvSpPr txBox="1"/>
          <p:nvPr>
            <p:ph idx="7" type="subTitle"/>
          </p:nvPr>
        </p:nvSpPr>
        <p:spPr>
          <a:xfrm>
            <a:off x="154577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344" name="Google Shape;1344;p133"/>
          <p:cNvSpPr txBox="1"/>
          <p:nvPr>
            <p:ph idx="8" type="subTitle"/>
          </p:nvPr>
        </p:nvSpPr>
        <p:spPr>
          <a:xfrm>
            <a:off x="504132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1345" name="Shape 1345"/>
        <p:cNvGrpSpPr/>
        <p:nvPr/>
      </p:nvGrpSpPr>
      <p:grpSpPr>
        <a:xfrm>
          <a:off x="0" y="0"/>
          <a:ext cx="0" cy="0"/>
          <a:chOff x="0" y="0"/>
          <a:chExt cx="0" cy="0"/>
        </a:xfrm>
      </p:grpSpPr>
      <p:sp>
        <p:nvSpPr>
          <p:cNvPr id="1346" name="Google Shape;1346;p13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47" name="Google Shape;1347;p13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48" name="Google Shape;1348;p13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49" name="Google Shape;1349;p13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50" name="Google Shape;1350;p13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351" name="Google Shape;1351;p13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352" name="Google Shape;1352;p13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353" name="Google Shape;1353;p1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54" name="Google Shape;1354;p134"/>
          <p:cNvSpPr txBox="1"/>
          <p:nvPr>
            <p:ph idx="1" type="subTitle"/>
          </p:nvPr>
        </p:nvSpPr>
        <p:spPr>
          <a:xfrm>
            <a:off x="903950" y="2149201"/>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55" name="Google Shape;1355;p134"/>
          <p:cNvSpPr txBox="1"/>
          <p:nvPr>
            <p:ph idx="2" type="subTitle"/>
          </p:nvPr>
        </p:nvSpPr>
        <p:spPr>
          <a:xfrm>
            <a:off x="3478550" y="2149201"/>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56" name="Google Shape;1356;p134"/>
          <p:cNvSpPr txBox="1"/>
          <p:nvPr>
            <p:ph idx="3" type="subTitle"/>
          </p:nvPr>
        </p:nvSpPr>
        <p:spPr>
          <a:xfrm>
            <a:off x="903950" y="3579425"/>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57" name="Google Shape;1357;p134"/>
          <p:cNvSpPr txBox="1"/>
          <p:nvPr>
            <p:ph idx="4" type="subTitle"/>
          </p:nvPr>
        </p:nvSpPr>
        <p:spPr>
          <a:xfrm>
            <a:off x="3478550" y="3579425"/>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58" name="Google Shape;1358;p134"/>
          <p:cNvSpPr txBox="1"/>
          <p:nvPr>
            <p:ph idx="5" type="subTitle"/>
          </p:nvPr>
        </p:nvSpPr>
        <p:spPr>
          <a:xfrm>
            <a:off x="6048850" y="2149201"/>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59" name="Google Shape;1359;p134"/>
          <p:cNvSpPr txBox="1"/>
          <p:nvPr>
            <p:ph idx="6" type="subTitle"/>
          </p:nvPr>
        </p:nvSpPr>
        <p:spPr>
          <a:xfrm>
            <a:off x="6048850" y="3579425"/>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60" name="Google Shape;1360;p134"/>
          <p:cNvSpPr txBox="1"/>
          <p:nvPr>
            <p:ph idx="7" type="subTitle"/>
          </p:nvPr>
        </p:nvSpPr>
        <p:spPr>
          <a:xfrm>
            <a:off x="908250" y="16566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61" name="Google Shape;1361;p134"/>
          <p:cNvSpPr txBox="1"/>
          <p:nvPr>
            <p:ph idx="8" type="subTitle"/>
          </p:nvPr>
        </p:nvSpPr>
        <p:spPr>
          <a:xfrm>
            <a:off x="3482836" y="16566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62" name="Google Shape;1362;p134"/>
          <p:cNvSpPr txBox="1"/>
          <p:nvPr>
            <p:ph idx="9" type="subTitle"/>
          </p:nvPr>
        </p:nvSpPr>
        <p:spPr>
          <a:xfrm>
            <a:off x="6053173" y="16566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63" name="Google Shape;1363;p134"/>
          <p:cNvSpPr txBox="1"/>
          <p:nvPr>
            <p:ph idx="13" type="subTitle"/>
          </p:nvPr>
        </p:nvSpPr>
        <p:spPr>
          <a:xfrm>
            <a:off x="908250" y="30868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64" name="Google Shape;1364;p134"/>
          <p:cNvSpPr txBox="1"/>
          <p:nvPr>
            <p:ph idx="14" type="subTitle"/>
          </p:nvPr>
        </p:nvSpPr>
        <p:spPr>
          <a:xfrm>
            <a:off x="3482836" y="30868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65" name="Google Shape;1365;p134"/>
          <p:cNvSpPr txBox="1"/>
          <p:nvPr>
            <p:ph idx="15" type="subTitle"/>
          </p:nvPr>
        </p:nvSpPr>
        <p:spPr>
          <a:xfrm>
            <a:off x="6053173" y="30868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1366" name="Shape 1366"/>
        <p:cNvGrpSpPr/>
        <p:nvPr/>
      </p:nvGrpSpPr>
      <p:grpSpPr>
        <a:xfrm>
          <a:off x="0" y="0"/>
          <a:ext cx="0" cy="0"/>
          <a:chOff x="0" y="0"/>
          <a:chExt cx="0" cy="0"/>
        </a:xfrm>
      </p:grpSpPr>
      <p:sp>
        <p:nvSpPr>
          <p:cNvPr id="1367" name="Google Shape;1367;p13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68" name="Google Shape;1368;p13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69" name="Google Shape;1369;p13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70" name="Google Shape;1370;p13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71" name="Google Shape;1371;p13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372" name="Google Shape;1372;p13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373" name="Google Shape;1373;p13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374" name="Google Shape;1374;p135"/>
          <p:cNvSpPr txBox="1"/>
          <p:nvPr>
            <p:ph hasCustomPrompt="1" type="title"/>
          </p:nvPr>
        </p:nvSpPr>
        <p:spPr>
          <a:xfrm>
            <a:off x="2223600" y="552112"/>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75" name="Google Shape;1375;p135"/>
          <p:cNvSpPr txBox="1"/>
          <p:nvPr>
            <p:ph idx="1" type="subTitle"/>
          </p:nvPr>
        </p:nvSpPr>
        <p:spPr>
          <a:xfrm>
            <a:off x="2223600" y="1364275"/>
            <a:ext cx="4696800" cy="428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376" name="Google Shape;1376;p135"/>
          <p:cNvSpPr txBox="1"/>
          <p:nvPr>
            <p:ph hasCustomPrompt="1" idx="2" type="title"/>
          </p:nvPr>
        </p:nvSpPr>
        <p:spPr>
          <a:xfrm>
            <a:off x="2223600" y="1904368"/>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dk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77" name="Google Shape;1377;p135"/>
          <p:cNvSpPr txBox="1"/>
          <p:nvPr>
            <p:ph idx="3" type="subTitle"/>
          </p:nvPr>
        </p:nvSpPr>
        <p:spPr>
          <a:xfrm>
            <a:off x="2223600" y="271652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378" name="Google Shape;1378;p135"/>
          <p:cNvSpPr txBox="1"/>
          <p:nvPr>
            <p:ph hasCustomPrompt="1" idx="4" type="title"/>
          </p:nvPr>
        </p:nvSpPr>
        <p:spPr>
          <a:xfrm>
            <a:off x="2223600" y="3256624"/>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79" name="Google Shape;1379;p135"/>
          <p:cNvSpPr txBox="1"/>
          <p:nvPr>
            <p:ph idx="5" type="subTitle"/>
          </p:nvPr>
        </p:nvSpPr>
        <p:spPr>
          <a:xfrm>
            <a:off x="2223600" y="406879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380" name="Shape 1380"/>
        <p:cNvGrpSpPr/>
        <p:nvPr/>
      </p:nvGrpSpPr>
      <p:grpSpPr>
        <a:xfrm>
          <a:off x="0" y="0"/>
          <a:ext cx="0" cy="0"/>
          <a:chOff x="0" y="0"/>
          <a:chExt cx="0" cy="0"/>
        </a:xfrm>
      </p:grpSpPr>
      <p:sp>
        <p:nvSpPr>
          <p:cNvPr id="1381" name="Google Shape;1381;p13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36"/>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7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83" name="Google Shape;1383;p136"/>
          <p:cNvSpPr txBox="1"/>
          <p:nvPr>
            <p:ph idx="1" type="subTitle"/>
          </p:nvPr>
        </p:nvSpPr>
        <p:spPr>
          <a:xfrm>
            <a:off x="2347900" y="1717825"/>
            <a:ext cx="4448100" cy="12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84" name="Google Shape;1384;p136"/>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Mulish"/>
                <a:ea typeface="Mulish"/>
                <a:cs typeface="Mulish"/>
                <a:sym typeface="Mulish"/>
              </a:rPr>
              <a:t>CREDITS: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includes icons by</a:t>
            </a:r>
            <a:r>
              <a:rPr b="1" lang="en" sz="1200">
                <a:solidFill>
                  <a:schemeClr val="dk1"/>
                </a:solidFill>
                <a:latin typeface="Mulish"/>
                <a:ea typeface="Mulish"/>
                <a:cs typeface="Mulish"/>
                <a:sym typeface="Mulish"/>
              </a:rPr>
              <a:t>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b="1"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cxnSp>
        <p:nvCxnSpPr>
          <p:cNvPr id="1385" name="Google Shape;1385;p13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86" name="Google Shape;1386;p13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87" name="Google Shape;1387;p13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88" name="Google Shape;1388;p136"/>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1389" name="Shape 1389"/>
        <p:cNvGrpSpPr/>
        <p:nvPr/>
      </p:nvGrpSpPr>
      <p:grpSpPr>
        <a:xfrm>
          <a:off x="0" y="0"/>
          <a:ext cx="0" cy="0"/>
          <a:chOff x="0" y="0"/>
          <a:chExt cx="0" cy="0"/>
        </a:xfrm>
      </p:grpSpPr>
      <p:sp>
        <p:nvSpPr>
          <p:cNvPr id="1390" name="Google Shape;1390;p13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1392" name="Google Shape;1392;p13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93" name="Google Shape;1393;p13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94" name="Google Shape;1394;p13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95" name="Google Shape;1395;p13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396" name="Google Shape;1396;p137"/>
          <p:cNvSpPr txBox="1"/>
          <p:nvPr>
            <p:ph idx="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lt1"/>
                </a:solidFill>
              </a:defRPr>
            </a:lvl1pPr>
            <a:lvl2pPr lvl="1" algn="ctr">
              <a:buNone/>
              <a:defRPr>
                <a:solidFill>
                  <a:schemeClr val="lt1"/>
                </a:solidFill>
              </a:defRPr>
            </a:lvl2pPr>
            <a:lvl3pPr lvl="2" algn="ctr">
              <a:buNone/>
              <a:defRPr>
                <a:solidFill>
                  <a:schemeClr val="lt1"/>
                </a:solidFill>
              </a:defRPr>
            </a:lvl3pPr>
            <a:lvl4pPr lvl="3" algn="ctr">
              <a:buNone/>
              <a:defRPr>
                <a:solidFill>
                  <a:schemeClr val="lt1"/>
                </a:solidFill>
              </a:defRPr>
            </a:lvl4pPr>
            <a:lvl5pPr lvl="4" algn="ctr">
              <a:buNone/>
              <a:defRPr>
                <a:solidFill>
                  <a:schemeClr val="lt1"/>
                </a:solidFill>
              </a:defRPr>
            </a:lvl5pPr>
            <a:lvl6pPr lvl="5" algn="ctr">
              <a:buNone/>
              <a:defRPr>
                <a:solidFill>
                  <a:schemeClr val="lt1"/>
                </a:solidFill>
              </a:defRPr>
            </a:lvl6pPr>
            <a:lvl7pPr lvl="6" algn="ctr">
              <a:buNone/>
              <a:defRPr>
                <a:solidFill>
                  <a:schemeClr val="lt1"/>
                </a:solidFill>
              </a:defRPr>
            </a:lvl7pPr>
            <a:lvl8pPr lvl="7" algn="ctr">
              <a:buNone/>
              <a:defRPr>
                <a:solidFill>
                  <a:schemeClr val="lt1"/>
                </a:solidFill>
              </a:defRPr>
            </a:lvl8pPr>
            <a:lvl9pPr lvl="8" algn="ctr">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397" name="Google Shape;1397;p13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1398" name="Shape 1398"/>
        <p:cNvGrpSpPr/>
        <p:nvPr/>
      </p:nvGrpSpPr>
      <p:grpSpPr>
        <a:xfrm>
          <a:off x="0" y="0"/>
          <a:ext cx="0" cy="0"/>
          <a:chOff x="0" y="0"/>
          <a:chExt cx="0" cy="0"/>
        </a:xfrm>
      </p:grpSpPr>
      <p:sp>
        <p:nvSpPr>
          <p:cNvPr id="1399" name="Google Shape;1399;p1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00" name="Google Shape;1400;p13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01" name="Google Shape;1401;p13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402" name="Google Shape;1402;p13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03" name="Google Shape;1403;p13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404" name="Google Shape;1404;p138"/>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5" Type="http://schemas.openxmlformats.org/officeDocument/2006/relationships/theme" Target="../theme/theme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5.xml"/><Relationship Id="rId22" Type="http://schemas.openxmlformats.org/officeDocument/2006/relationships/slideLayout" Target="../slideLayouts/slideLayout57.xml"/><Relationship Id="rId21" Type="http://schemas.openxmlformats.org/officeDocument/2006/relationships/slideLayout" Target="../slideLayouts/slideLayout56.xml"/><Relationship Id="rId24" Type="http://schemas.openxmlformats.org/officeDocument/2006/relationships/slideLayout" Target="../slideLayouts/slideLayout59.xml"/><Relationship Id="rId23" Type="http://schemas.openxmlformats.org/officeDocument/2006/relationships/slideLayout" Target="../slideLayouts/slideLayout58.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26" Type="http://schemas.openxmlformats.org/officeDocument/2006/relationships/theme" Target="../theme/theme4.xml"/><Relationship Id="rId25" Type="http://schemas.openxmlformats.org/officeDocument/2006/relationships/slideLayout" Target="../slideLayouts/slideLayout60.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5" Type="http://schemas.openxmlformats.org/officeDocument/2006/relationships/slideLayout" Target="../slideLayouts/slideLayout50.xml"/><Relationship Id="rId14" Type="http://schemas.openxmlformats.org/officeDocument/2006/relationships/slideLayout" Target="../slideLayouts/slideLayout49.xml"/><Relationship Id="rId17" Type="http://schemas.openxmlformats.org/officeDocument/2006/relationships/slideLayout" Target="../slideLayouts/slideLayout52.xml"/><Relationship Id="rId16" Type="http://schemas.openxmlformats.org/officeDocument/2006/relationships/slideLayout" Target="../slideLayouts/slideLayout51.xml"/><Relationship Id="rId19" Type="http://schemas.openxmlformats.org/officeDocument/2006/relationships/slideLayout" Target="../slideLayouts/slideLayout54.xml"/><Relationship Id="rId18" Type="http://schemas.openxmlformats.org/officeDocument/2006/relationships/slideLayout" Target="../slideLayouts/slideLayout53.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0.xml"/><Relationship Id="rId22" Type="http://schemas.openxmlformats.org/officeDocument/2006/relationships/slideLayout" Target="../slideLayouts/slideLayout82.xml"/><Relationship Id="rId21" Type="http://schemas.openxmlformats.org/officeDocument/2006/relationships/slideLayout" Target="../slideLayouts/slideLayout81.xml"/><Relationship Id="rId24" Type="http://schemas.openxmlformats.org/officeDocument/2006/relationships/slideLayout" Target="../slideLayouts/slideLayout84.xml"/><Relationship Id="rId23" Type="http://schemas.openxmlformats.org/officeDocument/2006/relationships/slideLayout" Target="../slideLayouts/slideLayout83.xml"/><Relationship Id="rId1" Type="http://schemas.openxmlformats.org/officeDocument/2006/relationships/slideLayout" Target="../slideLayouts/slideLayout61.xml"/><Relationship Id="rId2" Type="http://schemas.openxmlformats.org/officeDocument/2006/relationships/slideLayout" Target="../slideLayouts/slideLayout62.xml"/><Relationship Id="rId3" Type="http://schemas.openxmlformats.org/officeDocument/2006/relationships/slideLayout" Target="../slideLayouts/slideLayout63.xml"/><Relationship Id="rId4" Type="http://schemas.openxmlformats.org/officeDocument/2006/relationships/slideLayout" Target="../slideLayouts/slideLayout64.xml"/><Relationship Id="rId9" Type="http://schemas.openxmlformats.org/officeDocument/2006/relationships/slideLayout" Target="../slideLayouts/slideLayout69.xml"/><Relationship Id="rId25" Type="http://schemas.openxmlformats.org/officeDocument/2006/relationships/theme" Target="../theme/theme2.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 Id="rId11" Type="http://schemas.openxmlformats.org/officeDocument/2006/relationships/slideLayout" Target="../slideLayouts/slideLayout71.xml"/><Relationship Id="rId10" Type="http://schemas.openxmlformats.org/officeDocument/2006/relationships/slideLayout" Target="../slideLayouts/slideLayout70.xml"/><Relationship Id="rId13" Type="http://schemas.openxmlformats.org/officeDocument/2006/relationships/slideLayout" Target="../slideLayouts/slideLayout73.xml"/><Relationship Id="rId12" Type="http://schemas.openxmlformats.org/officeDocument/2006/relationships/slideLayout" Target="../slideLayouts/slideLayout72.xml"/><Relationship Id="rId15" Type="http://schemas.openxmlformats.org/officeDocument/2006/relationships/slideLayout" Target="../slideLayouts/slideLayout75.xml"/><Relationship Id="rId14" Type="http://schemas.openxmlformats.org/officeDocument/2006/relationships/slideLayout" Target="../slideLayouts/slideLayout74.xml"/><Relationship Id="rId17" Type="http://schemas.openxmlformats.org/officeDocument/2006/relationships/slideLayout" Target="../slideLayouts/slideLayout77.xml"/><Relationship Id="rId16" Type="http://schemas.openxmlformats.org/officeDocument/2006/relationships/slideLayout" Target="../slideLayouts/slideLayout76.xml"/><Relationship Id="rId19" Type="http://schemas.openxmlformats.org/officeDocument/2006/relationships/slideLayout" Target="../slideLayouts/slideLayout79.xml"/><Relationship Id="rId18" Type="http://schemas.openxmlformats.org/officeDocument/2006/relationships/slideLayout" Target="../slideLayouts/slideLayout78.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04.xml"/><Relationship Id="rId22" Type="http://schemas.openxmlformats.org/officeDocument/2006/relationships/slideLayout" Target="../slideLayouts/slideLayout106.xml"/><Relationship Id="rId21" Type="http://schemas.openxmlformats.org/officeDocument/2006/relationships/slideLayout" Target="../slideLayouts/slideLayout105.xml"/><Relationship Id="rId24" Type="http://schemas.openxmlformats.org/officeDocument/2006/relationships/slideLayout" Target="../slideLayouts/slideLayout108.xml"/><Relationship Id="rId23" Type="http://schemas.openxmlformats.org/officeDocument/2006/relationships/slideLayout" Target="../slideLayouts/slideLayout107.xml"/><Relationship Id="rId1" Type="http://schemas.openxmlformats.org/officeDocument/2006/relationships/slideLayout" Target="../slideLayouts/slideLayout85.xml"/><Relationship Id="rId2" Type="http://schemas.openxmlformats.org/officeDocument/2006/relationships/slideLayout" Target="../slideLayouts/slideLayout86.xml"/><Relationship Id="rId3" Type="http://schemas.openxmlformats.org/officeDocument/2006/relationships/slideLayout" Target="../slideLayouts/slideLayout87.xml"/><Relationship Id="rId4" Type="http://schemas.openxmlformats.org/officeDocument/2006/relationships/slideLayout" Target="../slideLayouts/slideLayout88.xml"/><Relationship Id="rId9" Type="http://schemas.openxmlformats.org/officeDocument/2006/relationships/slideLayout" Target="../slideLayouts/slideLayout93.xml"/><Relationship Id="rId25" Type="http://schemas.openxmlformats.org/officeDocument/2006/relationships/theme" Target="../theme/theme6.xml"/><Relationship Id="rId5" Type="http://schemas.openxmlformats.org/officeDocument/2006/relationships/slideLayout" Target="../slideLayouts/slideLayout89.xml"/><Relationship Id="rId6" Type="http://schemas.openxmlformats.org/officeDocument/2006/relationships/slideLayout" Target="../slideLayouts/slideLayout90.xml"/><Relationship Id="rId7" Type="http://schemas.openxmlformats.org/officeDocument/2006/relationships/slideLayout" Target="../slideLayouts/slideLayout91.xml"/><Relationship Id="rId8" Type="http://schemas.openxmlformats.org/officeDocument/2006/relationships/slideLayout" Target="../slideLayouts/slideLayout92.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3" Type="http://schemas.openxmlformats.org/officeDocument/2006/relationships/slideLayout" Target="../slideLayouts/slideLayout97.xml"/><Relationship Id="rId12" Type="http://schemas.openxmlformats.org/officeDocument/2006/relationships/slideLayout" Target="../slideLayouts/slideLayout96.xml"/><Relationship Id="rId15" Type="http://schemas.openxmlformats.org/officeDocument/2006/relationships/slideLayout" Target="../slideLayouts/slideLayout99.xml"/><Relationship Id="rId14" Type="http://schemas.openxmlformats.org/officeDocument/2006/relationships/slideLayout" Target="../slideLayouts/slideLayout98.xml"/><Relationship Id="rId17" Type="http://schemas.openxmlformats.org/officeDocument/2006/relationships/slideLayout" Target="../slideLayouts/slideLayout101.xml"/><Relationship Id="rId16" Type="http://schemas.openxmlformats.org/officeDocument/2006/relationships/slideLayout" Target="../slideLayouts/slideLayout100.xml"/><Relationship Id="rId19" Type="http://schemas.openxmlformats.org/officeDocument/2006/relationships/slideLayout" Target="../slideLayouts/slideLayout103.xml"/><Relationship Id="rId18" Type="http://schemas.openxmlformats.org/officeDocument/2006/relationships/slideLayout" Target="../slideLayouts/slideLayout102.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28.xml"/><Relationship Id="rId22" Type="http://schemas.openxmlformats.org/officeDocument/2006/relationships/slideLayout" Target="../slideLayouts/slideLayout130.xml"/><Relationship Id="rId21" Type="http://schemas.openxmlformats.org/officeDocument/2006/relationships/slideLayout" Target="../slideLayouts/slideLayout129.xml"/><Relationship Id="rId24" Type="http://schemas.openxmlformats.org/officeDocument/2006/relationships/slideLayout" Target="../slideLayouts/slideLayout132.xml"/><Relationship Id="rId23" Type="http://schemas.openxmlformats.org/officeDocument/2006/relationships/slideLayout" Target="../slideLayouts/slideLayout131.xml"/><Relationship Id="rId1" Type="http://schemas.openxmlformats.org/officeDocument/2006/relationships/slideLayout" Target="../slideLayouts/slideLayout109.xml"/><Relationship Id="rId2" Type="http://schemas.openxmlformats.org/officeDocument/2006/relationships/slideLayout" Target="../slideLayouts/slideLayout110.xml"/><Relationship Id="rId3" Type="http://schemas.openxmlformats.org/officeDocument/2006/relationships/slideLayout" Target="../slideLayouts/slideLayout111.xml"/><Relationship Id="rId4" Type="http://schemas.openxmlformats.org/officeDocument/2006/relationships/slideLayout" Target="../slideLayouts/slideLayout112.xml"/><Relationship Id="rId9" Type="http://schemas.openxmlformats.org/officeDocument/2006/relationships/slideLayout" Target="../slideLayouts/slideLayout117.xml"/><Relationship Id="rId25" Type="http://schemas.openxmlformats.org/officeDocument/2006/relationships/theme" Target="../theme/theme3.xml"/><Relationship Id="rId5" Type="http://schemas.openxmlformats.org/officeDocument/2006/relationships/slideLayout" Target="../slideLayouts/slideLayout113.xml"/><Relationship Id="rId6" Type="http://schemas.openxmlformats.org/officeDocument/2006/relationships/slideLayout" Target="../slideLayouts/slideLayout114.xml"/><Relationship Id="rId7" Type="http://schemas.openxmlformats.org/officeDocument/2006/relationships/slideLayout" Target="../slideLayouts/slideLayout115.xml"/><Relationship Id="rId8" Type="http://schemas.openxmlformats.org/officeDocument/2006/relationships/slideLayout" Target="../slideLayouts/slideLayout116.xml"/><Relationship Id="rId11" Type="http://schemas.openxmlformats.org/officeDocument/2006/relationships/slideLayout" Target="../slideLayouts/slideLayout119.xml"/><Relationship Id="rId10" Type="http://schemas.openxmlformats.org/officeDocument/2006/relationships/slideLayout" Target="../slideLayouts/slideLayout118.xml"/><Relationship Id="rId13" Type="http://schemas.openxmlformats.org/officeDocument/2006/relationships/slideLayout" Target="../slideLayouts/slideLayout121.xml"/><Relationship Id="rId12" Type="http://schemas.openxmlformats.org/officeDocument/2006/relationships/slideLayout" Target="../slideLayouts/slideLayout120.xml"/><Relationship Id="rId15" Type="http://schemas.openxmlformats.org/officeDocument/2006/relationships/slideLayout" Target="../slideLayouts/slideLayout123.xml"/><Relationship Id="rId14" Type="http://schemas.openxmlformats.org/officeDocument/2006/relationships/slideLayout" Target="../slideLayouts/slideLayout122.xml"/><Relationship Id="rId17" Type="http://schemas.openxmlformats.org/officeDocument/2006/relationships/slideLayout" Target="../slideLayouts/slideLayout125.xml"/><Relationship Id="rId16" Type="http://schemas.openxmlformats.org/officeDocument/2006/relationships/slideLayout" Target="../slideLayouts/slideLayout124.xml"/><Relationship Id="rId19" Type="http://schemas.openxmlformats.org/officeDocument/2006/relationships/slideLayout" Target="../slideLayouts/slideLayout127.xml"/><Relationship Id="rId18" Type="http://schemas.openxmlformats.org/officeDocument/2006/relationships/slideLayout" Target="../slideLayouts/slideLayout12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1pPr>
            <a:lvl2pPr lvl="1">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2pPr>
            <a:lvl3pPr lvl="2">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3pPr>
            <a:lvl4pPr lvl="3">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4pPr>
            <a:lvl5pPr lvl="4">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5pPr>
            <a:lvl6pPr lvl="5">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6pPr>
            <a:lvl7pPr lvl="6">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7pPr>
            <a:lvl8pPr lvl="7">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8pPr>
            <a:lvl9pPr lvl="8">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9pPr>
          </a:lstStyle>
          <a:p/>
        </p:txBody>
      </p:sp>
      <p:sp>
        <p:nvSpPr>
          <p:cNvPr id="52" name="Google Shape;52;p13"/>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p:txBody>
      </p:sp>
      <p:sp>
        <p:nvSpPr>
          <p:cNvPr id="53" name="Google Shape;5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20" name="Shape 320"/>
        <p:cNvGrpSpPr/>
        <p:nvPr/>
      </p:nvGrpSpPr>
      <p:grpSpPr>
        <a:xfrm>
          <a:off x="0" y="0"/>
          <a:ext cx="0" cy="0"/>
          <a:chOff x="0" y="0"/>
          <a:chExt cx="0" cy="0"/>
        </a:xfrm>
      </p:grpSpPr>
      <p:sp>
        <p:nvSpPr>
          <p:cNvPr id="321" name="Google Shape;321;p3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1pPr>
            <a:lvl2pPr lvl="1">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2pPr>
            <a:lvl3pPr lvl="2">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3pPr>
            <a:lvl4pPr lvl="3">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4pPr>
            <a:lvl5pPr lvl="4">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5pPr>
            <a:lvl6pPr lvl="5">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6pPr>
            <a:lvl7pPr lvl="6">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7pPr>
            <a:lvl8pPr lvl="7">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8pPr>
            <a:lvl9pPr lvl="8">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9pPr>
          </a:lstStyle>
          <a:p/>
        </p:txBody>
      </p:sp>
      <p:sp>
        <p:nvSpPr>
          <p:cNvPr id="322" name="Google Shape;322;p38"/>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p:txBody>
      </p:sp>
      <p:sp>
        <p:nvSpPr>
          <p:cNvPr id="323" name="Google Shape;323;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 id="2147483707"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95" name="Shape 595"/>
        <p:cNvGrpSpPr/>
        <p:nvPr/>
      </p:nvGrpSpPr>
      <p:grpSpPr>
        <a:xfrm>
          <a:off x="0" y="0"/>
          <a:ext cx="0" cy="0"/>
          <a:chOff x="0" y="0"/>
          <a:chExt cx="0" cy="0"/>
        </a:xfrm>
      </p:grpSpPr>
      <p:sp>
        <p:nvSpPr>
          <p:cNvPr id="596" name="Google Shape;596;p64"/>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1pPr>
            <a:lvl2pPr lvl="1">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2pPr>
            <a:lvl3pPr lvl="2">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3pPr>
            <a:lvl4pPr lvl="3">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4pPr>
            <a:lvl5pPr lvl="4">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5pPr>
            <a:lvl6pPr lvl="5">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6pPr>
            <a:lvl7pPr lvl="6">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7pPr>
            <a:lvl8pPr lvl="7">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8pPr>
            <a:lvl9pPr lvl="8">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9pPr>
          </a:lstStyle>
          <a:p/>
        </p:txBody>
      </p:sp>
      <p:sp>
        <p:nvSpPr>
          <p:cNvPr id="597" name="Google Shape;597;p64"/>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p:txBody>
      </p:sp>
      <p:sp>
        <p:nvSpPr>
          <p:cNvPr id="598" name="Google Shape;598;p6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 id="2147483729" r:id="rId22"/>
    <p:sldLayoutId id="2147483730" r:id="rId23"/>
    <p:sldLayoutId id="2147483731"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65" name="Shape 865"/>
        <p:cNvGrpSpPr/>
        <p:nvPr/>
      </p:nvGrpSpPr>
      <p:grpSpPr>
        <a:xfrm>
          <a:off x="0" y="0"/>
          <a:ext cx="0" cy="0"/>
          <a:chOff x="0" y="0"/>
          <a:chExt cx="0" cy="0"/>
        </a:xfrm>
      </p:grpSpPr>
      <p:sp>
        <p:nvSpPr>
          <p:cNvPr id="866" name="Google Shape;866;p89"/>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1pPr>
            <a:lvl2pPr lvl="1">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2pPr>
            <a:lvl3pPr lvl="2">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3pPr>
            <a:lvl4pPr lvl="3">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4pPr>
            <a:lvl5pPr lvl="4">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5pPr>
            <a:lvl6pPr lvl="5">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6pPr>
            <a:lvl7pPr lvl="6">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7pPr>
            <a:lvl8pPr lvl="7">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8pPr>
            <a:lvl9pPr lvl="8">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9pPr>
          </a:lstStyle>
          <a:p/>
        </p:txBody>
      </p:sp>
      <p:sp>
        <p:nvSpPr>
          <p:cNvPr id="867" name="Google Shape;867;p89"/>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p:txBody>
      </p:sp>
      <p:sp>
        <p:nvSpPr>
          <p:cNvPr id="868" name="Google Shape;868;p8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749" r:id="rId18"/>
    <p:sldLayoutId id="2147483750" r:id="rId19"/>
    <p:sldLayoutId id="2147483751" r:id="rId20"/>
    <p:sldLayoutId id="2147483752" r:id="rId21"/>
    <p:sldLayoutId id="2147483753" r:id="rId22"/>
    <p:sldLayoutId id="2147483754" r:id="rId23"/>
    <p:sldLayoutId id="2147483755"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35" name="Shape 1135"/>
        <p:cNvGrpSpPr/>
        <p:nvPr/>
      </p:nvGrpSpPr>
      <p:grpSpPr>
        <a:xfrm>
          <a:off x="0" y="0"/>
          <a:ext cx="0" cy="0"/>
          <a:chOff x="0" y="0"/>
          <a:chExt cx="0" cy="0"/>
        </a:xfrm>
      </p:grpSpPr>
      <p:sp>
        <p:nvSpPr>
          <p:cNvPr id="1136" name="Google Shape;1136;p114"/>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1pPr>
            <a:lvl2pPr lvl="1">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2pPr>
            <a:lvl3pPr lvl="2">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3pPr>
            <a:lvl4pPr lvl="3">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4pPr>
            <a:lvl5pPr lvl="4">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5pPr>
            <a:lvl6pPr lvl="5">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6pPr>
            <a:lvl7pPr lvl="6">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7pPr>
            <a:lvl8pPr lvl="7">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8pPr>
            <a:lvl9pPr lvl="8">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9pPr>
          </a:lstStyle>
          <a:p/>
        </p:txBody>
      </p:sp>
      <p:sp>
        <p:nvSpPr>
          <p:cNvPr id="1137" name="Google Shape;1137;p114"/>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p:txBody>
      </p:sp>
      <p:sp>
        <p:nvSpPr>
          <p:cNvPr id="1138" name="Google Shape;1138;p1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 id="2147483773" r:id="rId18"/>
    <p:sldLayoutId id="2147483774" r:id="rId19"/>
    <p:sldLayoutId id="2147483775" r:id="rId20"/>
    <p:sldLayoutId id="2147483776" r:id="rId21"/>
    <p:sldLayoutId id="2147483777" r:id="rId22"/>
    <p:sldLayoutId id="2147483778" r:id="rId23"/>
    <p:sldLayoutId id="2147483779"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bit.ly/4pcNvQ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xml"/><Relationship Id="rId3" Type="http://schemas.openxmlformats.org/officeDocument/2006/relationships/hyperlink" Target="https://www.lib.utexas.edu/land-acknowledgement-statemen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xml"/><Relationship Id="rId3" Type="http://schemas.openxmlformats.org/officeDocument/2006/relationships/hyperlink" Target="https://bit.ly/iwp-winter26-notes" TargetMode="External"/><Relationship Id="rId4" Type="http://schemas.openxmlformats.org/officeDocument/2006/relationships/hyperlink" Target="https://github.com/utlibraries/workshop-material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12.jpg"/><Relationship Id="rId9" Type="http://schemas.openxmlformats.org/officeDocument/2006/relationships/image" Target="../media/image8.jpg"/><Relationship Id="rId5" Type="http://schemas.openxmlformats.org/officeDocument/2006/relationships/image" Target="../media/image5.jpg"/><Relationship Id="rId6" Type="http://schemas.openxmlformats.org/officeDocument/2006/relationships/image" Target="../media/image13.jpg"/><Relationship Id="rId7" Type="http://schemas.openxmlformats.org/officeDocument/2006/relationships/image" Target="../media/image9.png"/><Relationship Id="rId8" Type="http://schemas.openxmlformats.org/officeDocument/2006/relationships/image" Target="../media/image4.jpg"/><Relationship Id="rId10"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6.xml"/><Relationship Id="rId3" Type="http://schemas.openxmlformats.org/officeDocument/2006/relationships/hyperlink" Target="https://www.lib.utexas.edu/study-spaces-technology/scholars-lab" TargetMode="External"/><Relationship Id="rId4" Type="http://schemas.openxmlformats.org/officeDocument/2006/relationships/hyperlink" Target="https://guides.lib.utexas.edu/data-and-donuts" TargetMode="External"/><Relationship Id="rId5" Type="http://schemas.openxmlformats.org/officeDocument/2006/relationships/image" Target="../media/image3.png"/><Relationship Id="rId6"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13.xml"/><Relationship Id="rId3" Type="http://schemas.openxmlformats.org/officeDocument/2006/relationships/hyperlink" Target="https://bit.ly/3Y47JAJ"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14.xml"/><Relationship Id="rId3"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7.png"/><Relationship Id="rId5"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18.xml"/><Relationship Id="rId3" Type="http://schemas.openxmlformats.org/officeDocument/2006/relationships/hyperlink" Target="https://code.visualstudio.com/download"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19.xml"/><Relationship Id="rId3" Type="http://schemas.openxmlformats.org/officeDocument/2006/relationships/hyperlink" Target="https://code.visualstudio.com/downloa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20.xml"/><Relationship Id="rId3" Type="http://schemas.openxmlformats.org/officeDocument/2006/relationships/hyperlink" Target="http://bit.ly/3J8adK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08" name="Shape 1408"/>
        <p:cNvGrpSpPr/>
        <p:nvPr/>
      </p:nvGrpSpPr>
      <p:grpSpPr>
        <a:xfrm>
          <a:off x="0" y="0"/>
          <a:ext cx="0" cy="0"/>
          <a:chOff x="0" y="0"/>
          <a:chExt cx="0" cy="0"/>
        </a:xfrm>
      </p:grpSpPr>
      <p:sp>
        <p:nvSpPr>
          <p:cNvPr id="1409" name="Google Shape;1409;p139"/>
          <p:cNvSpPr txBox="1"/>
          <p:nvPr>
            <p:ph type="ctrTitle"/>
          </p:nvPr>
        </p:nvSpPr>
        <p:spPr>
          <a:xfrm>
            <a:off x="1617750" y="1276575"/>
            <a:ext cx="5925600" cy="207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900">
                <a:solidFill>
                  <a:schemeClr val="dk2"/>
                </a:solidFill>
              </a:rPr>
              <a:t>Python Basics</a:t>
            </a:r>
            <a:r>
              <a:rPr lang="en" sz="5900">
                <a:solidFill>
                  <a:schemeClr val="dk2"/>
                </a:solidFill>
              </a:rPr>
              <a:t> </a:t>
            </a:r>
            <a:endParaRPr sz="5900">
              <a:solidFill>
                <a:schemeClr val="dk2"/>
              </a:solidFill>
            </a:endParaRPr>
          </a:p>
        </p:txBody>
      </p:sp>
      <p:sp>
        <p:nvSpPr>
          <p:cNvPr id="1410" name="Google Shape;1410;p139"/>
          <p:cNvSpPr txBox="1"/>
          <p:nvPr>
            <p:ph idx="1" type="subTitle"/>
          </p:nvPr>
        </p:nvSpPr>
        <p:spPr>
          <a:xfrm>
            <a:off x="1609200" y="3573775"/>
            <a:ext cx="6945300" cy="132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Meryl</a:t>
            </a:r>
            <a:r>
              <a:rPr lang="en"/>
              <a:t> Brodsky, Communication &amp; Information Librarian</a:t>
            </a:r>
            <a:endParaRPr/>
          </a:p>
          <a:p>
            <a:pPr indent="0" lvl="0" marL="0" rtl="0" algn="l">
              <a:spcBef>
                <a:spcPts val="0"/>
              </a:spcBef>
              <a:spcAft>
                <a:spcPts val="0"/>
              </a:spcAft>
              <a:buNone/>
            </a:pPr>
            <a:r>
              <a:rPr lang="en"/>
              <a:t>Karina Sánchez, Digital Scholarship Librarian</a:t>
            </a:r>
            <a:endParaRPr/>
          </a:p>
          <a:p>
            <a:pPr indent="0" lvl="0" marL="0" rtl="0" algn="l">
              <a:spcBef>
                <a:spcPts val="0"/>
              </a:spcBef>
              <a:spcAft>
                <a:spcPts val="0"/>
              </a:spcAft>
              <a:buNone/>
            </a:pPr>
            <a:r>
              <a:rPr lang="en"/>
              <a:t>January 7, 2026</a:t>
            </a:r>
            <a:endParaRPr/>
          </a:p>
          <a:p>
            <a:pPr indent="0" lvl="0" marL="0" rtl="0" algn="l">
              <a:spcBef>
                <a:spcPts val="0"/>
              </a:spcBef>
              <a:spcAft>
                <a:spcPts val="0"/>
              </a:spcAft>
              <a:buNone/>
            </a:pPr>
            <a:r>
              <a:rPr b="1" lang="en" u="sng">
                <a:solidFill>
                  <a:schemeClr val="hlink"/>
                </a:solidFill>
                <a:hlinkClick r:id="rId3"/>
              </a:rPr>
              <a:t>https://bit.ly/4pcNvQn</a:t>
            </a:r>
            <a:r>
              <a:rPr b="1" lang="en"/>
              <a:t> </a:t>
            </a:r>
            <a:r>
              <a:rPr b="1" lang="en"/>
              <a:t>for these slides</a:t>
            </a:r>
            <a:endParaRPr/>
          </a:p>
        </p:txBody>
      </p:sp>
      <p:cxnSp>
        <p:nvCxnSpPr>
          <p:cNvPr id="1411" name="Google Shape;1411;p139"/>
          <p:cNvCxnSpPr/>
          <p:nvPr/>
        </p:nvCxnSpPr>
        <p:spPr>
          <a:xfrm flipH="1" rot="10800000">
            <a:off x="1762950" y="3150013"/>
            <a:ext cx="5942700" cy="6600"/>
          </a:xfrm>
          <a:prstGeom prst="straightConnector1">
            <a:avLst/>
          </a:prstGeom>
          <a:noFill/>
          <a:ln cap="flat" cmpd="sng" w="19050">
            <a:solidFill>
              <a:schemeClr val="lt1"/>
            </a:solidFill>
            <a:prstDash val="solid"/>
            <a:round/>
            <a:headEnd len="med" w="med" type="oval"/>
            <a:tailEnd len="med" w="med" type="oval"/>
          </a:ln>
        </p:spPr>
      </p:cxnSp>
      <p:cxnSp>
        <p:nvCxnSpPr>
          <p:cNvPr id="1412" name="Google Shape;1412;p139"/>
          <p:cNvCxnSpPr/>
          <p:nvPr/>
        </p:nvCxnSpPr>
        <p:spPr>
          <a:xfrm flipH="1" rot="10800000">
            <a:off x="1600600" y="1348663"/>
            <a:ext cx="5942700" cy="6600"/>
          </a:xfrm>
          <a:prstGeom prst="straightConnector1">
            <a:avLst/>
          </a:prstGeom>
          <a:noFill/>
          <a:ln cap="flat" cmpd="sng" w="19050">
            <a:solidFill>
              <a:schemeClr val="lt1"/>
            </a:solidFill>
            <a:prstDash val="solid"/>
            <a:round/>
            <a:headEnd len="med" w="med" type="oval"/>
            <a:tailEnd len="med" w="med" type="oval"/>
          </a:ln>
        </p:spPr>
      </p:cxnSp>
      <p:sp>
        <p:nvSpPr>
          <p:cNvPr id="1413" name="Google Shape;1413;p139"/>
          <p:cNvSpPr/>
          <p:nvPr/>
        </p:nvSpPr>
        <p:spPr>
          <a:xfrm>
            <a:off x="1662725" y="219652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39"/>
          <p:cNvSpPr/>
          <p:nvPr/>
        </p:nvSpPr>
        <p:spPr>
          <a:xfrm>
            <a:off x="7264925" y="219652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1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Welcome</a:t>
            </a:r>
            <a:endParaRPr/>
          </a:p>
        </p:txBody>
      </p:sp>
      <p:sp>
        <p:nvSpPr>
          <p:cNvPr id="1420" name="Google Shape;1420;p140"/>
          <p:cNvSpPr txBox="1"/>
          <p:nvPr>
            <p:ph idx="1" type="subTitle"/>
          </p:nvPr>
        </p:nvSpPr>
        <p:spPr>
          <a:xfrm>
            <a:off x="720025" y="1610942"/>
            <a:ext cx="7704000" cy="53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1:00 - Welcome and introductory slides</a:t>
            </a:r>
            <a:endParaRPr sz="1600"/>
          </a:p>
        </p:txBody>
      </p:sp>
      <p:sp>
        <p:nvSpPr>
          <p:cNvPr id="1421" name="Google Shape;1421;p140"/>
          <p:cNvSpPr txBox="1"/>
          <p:nvPr>
            <p:ph idx="2" type="subTitle"/>
          </p:nvPr>
        </p:nvSpPr>
        <p:spPr>
          <a:xfrm>
            <a:off x="720000" y="2485503"/>
            <a:ext cx="7652400" cy="85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1:10 - Google Colab introduction + basic terms for Python</a:t>
            </a:r>
            <a:endParaRPr/>
          </a:p>
          <a:p>
            <a:pPr indent="0" lvl="0" marL="0" rtl="0" algn="l">
              <a:spcBef>
                <a:spcPts val="0"/>
              </a:spcBef>
              <a:spcAft>
                <a:spcPts val="0"/>
              </a:spcAft>
              <a:buNone/>
            </a:pPr>
            <a:r>
              <a:rPr lang="en"/>
              <a:t>1:30-1:40 Break</a:t>
            </a:r>
            <a:endParaRPr/>
          </a:p>
          <a:p>
            <a:pPr indent="0" lvl="0" marL="0" rtl="0" algn="l">
              <a:spcBef>
                <a:spcPts val="0"/>
              </a:spcBef>
              <a:spcAft>
                <a:spcPts val="0"/>
              </a:spcAft>
              <a:buNone/>
            </a:pPr>
            <a:r>
              <a:rPr lang="en"/>
              <a:t>1:40pm - Google Colab Python expressions &amp; operators</a:t>
            </a:r>
            <a:endParaRPr/>
          </a:p>
        </p:txBody>
      </p:sp>
      <p:sp>
        <p:nvSpPr>
          <p:cNvPr id="1422" name="Google Shape;1422;p140"/>
          <p:cNvSpPr txBox="1"/>
          <p:nvPr>
            <p:ph idx="3" type="subTitle"/>
          </p:nvPr>
        </p:nvSpPr>
        <p:spPr>
          <a:xfrm>
            <a:off x="720025" y="3851625"/>
            <a:ext cx="7704000" cy="6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2:30-3:00 Python + VS code installation (not needed for tomorrow, but </a:t>
            </a:r>
            <a:r>
              <a:rPr lang="en" sz="1600"/>
              <a:t>helpful</a:t>
            </a:r>
            <a:r>
              <a:rPr lang="en" sz="1600"/>
              <a:t>)</a:t>
            </a:r>
            <a:endParaRPr sz="1600"/>
          </a:p>
        </p:txBody>
      </p:sp>
      <p:sp>
        <p:nvSpPr>
          <p:cNvPr id="1423" name="Google Shape;1423;p140"/>
          <p:cNvSpPr txBox="1"/>
          <p:nvPr>
            <p:ph idx="4" type="subTitle"/>
          </p:nvPr>
        </p:nvSpPr>
        <p:spPr>
          <a:xfrm>
            <a:off x="720025" y="1241274"/>
            <a:ext cx="77040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Itinerary for the day</a:t>
            </a:r>
            <a:endParaRPr/>
          </a:p>
        </p:txBody>
      </p:sp>
      <p:sp>
        <p:nvSpPr>
          <p:cNvPr id="1424" name="Google Shape;1424;p140"/>
          <p:cNvSpPr txBox="1"/>
          <p:nvPr>
            <p:ph idx="5" type="subTitle"/>
          </p:nvPr>
        </p:nvSpPr>
        <p:spPr>
          <a:xfrm>
            <a:off x="720000" y="2085717"/>
            <a:ext cx="77040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Instruction</a:t>
            </a:r>
            <a:endParaRPr/>
          </a:p>
        </p:txBody>
      </p:sp>
      <p:sp>
        <p:nvSpPr>
          <p:cNvPr id="1425" name="Google Shape;1425;p140"/>
          <p:cNvSpPr txBox="1"/>
          <p:nvPr>
            <p:ph idx="6" type="subTitle"/>
          </p:nvPr>
        </p:nvSpPr>
        <p:spPr>
          <a:xfrm>
            <a:off x="720025" y="3470625"/>
            <a:ext cx="77040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Software installation* </a:t>
            </a:r>
            <a:r>
              <a:rPr i="1" lang="en"/>
              <a:t>optional today</a:t>
            </a:r>
            <a:endParaRPr i="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9" name="Shape 1429"/>
        <p:cNvGrpSpPr/>
        <p:nvPr/>
      </p:nvGrpSpPr>
      <p:grpSpPr>
        <a:xfrm>
          <a:off x="0" y="0"/>
          <a:ext cx="0" cy="0"/>
          <a:chOff x="0" y="0"/>
          <a:chExt cx="0" cy="0"/>
        </a:xfrm>
      </p:grpSpPr>
      <p:sp>
        <p:nvSpPr>
          <p:cNvPr id="1430" name="Google Shape;1430;p1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Land Acknowledgement</a:t>
            </a:r>
            <a:endParaRPr/>
          </a:p>
        </p:txBody>
      </p:sp>
      <p:sp>
        <p:nvSpPr>
          <p:cNvPr id="1431" name="Google Shape;1431;p141"/>
          <p:cNvSpPr txBox="1"/>
          <p:nvPr/>
        </p:nvSpPr>
        <p:spPr>
          <a:xfrm>
            <a:off x="341150" y="1160100"/>
            <a:ext cx="8660100" cy="3940500"/>
          </a:xfrm>
          <a:prstGeom prst="rect">
            <a:avLst/>
          </a:prstGeom>
          <a:noFill/>
          <a:ln>
            <a:noFill/>
          </a:ln>
        </p:spPr>
        <p:txBody>
          <a:bodyPr anchorCtr="0" anchor="t" bIns="91425" lIns="91425" spcFirstLastPara="1" rIns="91425" wrap="square" tIns="91425">
            <a:spAutoFit/>
          </a:bodyPr>
          <a:lstStyle/>
          <a:p>
            <a:pPr indent="0" lvl="0" marL="0" rtl="0" algn="l">
              <a:lnSpc>
                <a:spcPct val="160000"/>
              </a:lnSpc>
              <a:spcBef>
                <a:spcPts val="1200"/>
              </a:spcBef>
              <a:spcAft>
                <a:spcPts val="0"/>
              </a:spcAft>
              <a:buNone/>
            </a:pPr>
            <a:r>
              <a:rPr lang="en" sz="1900">
                <a:latin typeface="Twentieth Century"/>
                <a:ea typeface="Twentieth Century"/>
                <a:cs typeface="Twentieth Century"/>
                <a:sym typeface="Twentieth Century"/>
              </a:rPr>
              <a:t>We would like to acknowledge that UT Austin is on the Indigenous lands of Turtle Island, the ancestral name for what now is called North America.</a:t>
            </a:r>
            <a:endParaRPr sz="1900">
              <a:latin typeface="Twentieth Century"/>
              <a:ea typeface="Twentieth Century"/>
              <a:cs typeface="Twentieth Century"/>
              <a:sym typeface="Twentieth Century"/>
            </a:endParaRPr>
          </a:p>
          <a:p>
            <a:pPr indent="0" lvl="0" marL="0" rtl="0" algn="l">
              <a:lnSpc>
                <a:spcPct val="160000"/>
              </a:lnSpc>
              <a:spcBef>
                <a:spcPts val="1200"/>
              </a:spcBef>
              <a:spcAft>
                <a:spcPts val="0"/>
              </a:spcAft>
              <a:buNone/>
            </a:pPr>
            <a:r>
              <a:rPr lang="en" sz="1900">
                <a:latin typeface="Twentieth Century"/>
                <a:ea typeface="Twentieth Century"/>
                <a:cs typeface="Twentieth Century"/>
                <a:sym typeface="Twentieth Century"/>
              </a:rPr>
              <a:t>Moreover, we would like to acknowledge the Alabama-Coushatta, Caddo, Carrizo/Comecrudo, Coahuiltecan, Comanche, Kickapoo, Lipan Apache, Tonkawa and Ysleta Del Sur Pueblo, and all the Indigenous Peoples and communities who have been or have become a part of these lands and territories in Texas. </a:t>
            </a:r>
            <a:endParaRPr sz="1900">
              <a:latin typeface="Twentieth Century"/>
              <a:ea typeface="Twentieth Century"/>
              <a:cs typeface="Twentieth Century"/>
              <a:sym typeface="Twentieth Century"/>
            </a:endParaRPr>
          </a:p>
          <a:p>
            <a:pPr indent="0" lvl="0" marL="0" rtl="0" algn="l">
              <a:lnSpc>
                <a:spcPct val="160000"/>
              </a:lnSpc>
              <a:spcBef>
                <a:spcPts val="1200"/>
              </a:spcBef>
              <a:spcAft>
                <a:spcPts val="0"/>
              </a:spcAft>
              <a:buNone/>
            </a:pPr>
            <a:r>
              <a:rPr lang="en" sz="1100"/>
              <a:t>Link to the full UTL land acknowledgement- </a:t>
            </a:r>
            <a:r>
              <a:rPr lang="en" sz="1100" u="sng">
                <a:solidFill>
                  <a:srgbClr val="2200CC"/>
                </a:solidFill>
                <a:hlinkClick r:id="rId3">
                  <a:extLst>
                    <a:ext uri="{A12FA001-AC4F-418D-AE19-62706E023703}">
                      <ahyp:hlinkClr val="tx"/>
                    </a:ext>
                  </a:extLst>
                </a:hlinkClick>
              </a:rPr>
              <a:t>https://www.lib.utexas.edu/land-acknowledgement-statement</a:t>
            </a:r>
            <a:r>
              <a:rPr lang="en" sz="1100"/>
              <a:t> </a:t>
            </a:r>
            <a:endParaRPr sz="1900">
              <a:latin typeface="Twentieth Century"/>
              <a:ea typeface="Twentieth Century"/>
              <a:cs typeface="Twentieth Century"/>
              <a:sym typeface="Twentieth Century"/>
            </a:endParaRPr>
          </a:p>
          <a:p>
            <a:pPr indent="0" lvl="0" marL="0" rtl="0" algn="l">
              <a:spcBef>
                <a:spcPts val="1200"/>
              </a:spcBef>
              <a:spcAft>
                <a:spcPts val="0"/>
              </a:spcAft>
              <a:buNone/>
            </a:pPr>
            <a:r>
              <a:t/>
            </a:r>
            <a:endParaRPr>
              <a:solidFill>
                <a:schemeClr val="dk1"/>
              </a:solidFill>
              <a:latin typeface="Mulish"/>
              <a:ea typeface="Mulish"/>
              <a:cs typeface="Mulish"/>
              <a:sym typeface="Mulish"/>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435" name="Shape 1435"/>
        <p:cNvGrpSpPr/>
        <p:nvPr/>
      </p:nvGrpSpPr>
      <p:grpSpPr>
        <a:xfrm>
          <a:off x="0" y="0"/>
          <a:ext cx="0" cy="0"/>
          <a:chOff x="0" y="0"/>
          <a:chExt cx="0" cy="0"/>
        </a:xfrm>
      </p:grpSpPr>
      <p:sp>
        <p:nvSpPr>
          <p:cNvPr id="1436" name="Google Shape;1436;p142"/>
          <p:cNvSpPr txBox="1"/>
          <p:nvPr>
            <p:ph type="title"/>
          </p:nvPr>
        </p:nvSpPr>
        <p:spPr>
          <a:xfrm>
            <a:off x="414725" y="456525"/>
            <a:ext cx="3604800" cy="84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b="1" lang="en" sz="3200">
                <a:solidFill>
                  <a:schemeClr val="dk1"/>
                </a:solidFill>
                <a:latin typeface="Twentieth Century"/>
                <a:ea typeface="Twentieth Century"/>
                <a:cs typeface="Twentieth Century"/>
                <a:sym typeface="Twentieth Century"/>
              </a:rPr>
              <a:t>Logistics</a:t>
            </a:r>
            <a:endParaRPr b="1" sz="3200">
              <a:solidFill>
                <a:schemeClr val="dk1"/>
              </a:solidFill>
              <a:latin typeface="Twentieth Century"/>
              <a:ea typeface="Twentieth Century"/>
              <a:cs typeface="Twentieth Century"/>
              <a:sym typeface="Twentieth Century"/>
            </a:endParaRPr>
          </a:p>
        </p:txBody>
      </p:sp>
      <p:sp>
        <p:nvSpPr>
          <p:cNvPr id="1437" name="Google Shape;1437;p142"/>
          <p:cNvSpPr txBox="1"/>
          <p:nvPr>
            <p:ph idx="4294967295" type="body"/>
          </p:nvPr>
        </p:nvSpPr>
        <p:spPr>
          <a:xfrm>
            <a:off x="382500" y="1127100"/>
            <a:ext cx="8379000" cy="3673500"/>
          </a:xfrm>
          <a:prstGeom prst="rect">
            <a:avLst/>
          </a:prstGeom>
          <a:noFill/>
          <a:ln>
            <a:noFill/>
          </a:ln>
        </p:spPr>
        <p:txBody>
          <a:bodyPr anchorCtr="0" anchor="t" bIns="91425" lIns="91425" spcFirstLastPara="1" rIns="91425" wrap="square" tIns="91425">
            <a:noAutofit/>
          </a:bodyPr>
          <a:lstStyle/>
          <a:p>
            <a:pPr indent="-349250" lvl="0" marL="457200" rtl="0" algn="l">
              <a:lnSpc>
                <a:spcPct val="170000"/>
              </a:lnSpc>
              <a:spcBef>
                <a:spcPts val="0"/>
              </a:spcBef>
              <a:spcAft>
                <a:spcPts val="0"/>
              </a:spcAft>
              <a:buClr>
                <a:schemeClr val="dk1"/>
              </a:buClr>
              <a:buSzPts val="1900"/>
              <a:buFont typeface="Twentieth Century"/>
              <a:buChar char="●"/>
            </a:pPr>
            <a:r>
              <a:rPr lang="en" sz="1900">
                <a:latin typeface="Twentieth Century"/>
                <a:ea typeface="Twentieth Century"/>
                <a:cs typeface="Twentieth Century"/>
                <a:sym typeface="Twentieth Century"/>
              </a:rPr>
              <a:t>Shared notes document</a:t>
            </a:r>
            <a:r>
              <a:rPr lang="en" sz="1900">
                <a:solidFill>
                  <a:schemeClr val="dk1"/>
                </a:solidFill>
                <a:latin typeface="Twentieth Century"/>
                <a:ea typeface="Twentieth Century"/>
                <a:cs typeface="Twentieth Century"/>
                <a:sym typeface="Twentieth Century"/>
              </a:rPr>
              <a:t> (</a:t>
            </a:r>
            <a:r>
              <a:rPr lang="en" sz="1900">
                <a:solidFill>
                  <a:srgbClr val="000000"/>
                </a:solidFill>
                <a:latin typeface="Twentieth Century"/>
                <a:ea typeface="Twentieth Century"/>
                <a:cs typeface="Twentieth Century"/>
                <a:sym typeface="Twentieth Century"/>
              </a:rPr>
              <a:t>Access shared notes </a:t>
            </a:r>
            <a:r>
              <a:rPr lang="en" sz="1900" u="sng">
                <a:solidFill>
                  <a:srgbClr val="000000"/>
                </a:solidFill>
                <a:latin typeface="Twentieth Century"/>
                <a:ea typeface="Twentieth Century"/>
                <a:cs typeface="Twentieth Century"/>
                <a:sym typeface="Twentieth Century"/>
                <a:hlinkClick r:id="rId3">
                  <a:extLst>
                    <a:ext uri="{A12FA001-AC4F-418D-AE19-62706E023703}">
                      <ahyp:hlinkClr val="tx"/>
                    </a:ext>
                  </a:extLst>
                </a:hlinkClick>
              </a:rPr>
              <a:t>https://bit.ly/iwp-winter26-note</a:t>
            </a:r>
            <a:r>
              <a:rPr lang="en" sz="1900">
                <a:solidFill>
                  <a:srgbClr val="000000"/>
                </a:solidFill>
                <a:latin typeface="Twentieth Century"/>
                <a:ea typeface="Twentieth Century"/>
                <a:cs typeface="Twentieth Century"/>
                <a:sym typeface="Twentieth Century"/>
              </a:rPr>
              <a:t>s</a:t>
            </a:r>
            <a:r>
              <a:rPr lang="en" sz="1900">
                <a:solidFill>
                  <a:schemeClr val="dk1"/>
                </a:solidFill>
                <a:latin typeface="Twentieth Century"/>
                <a:ea typeface="Twentieth Century"/>
                <a:cs typeface="Twentieth Century"/>
                <a:sym typeface="Twentieth Century"/>
              </a:rPr>
              <a:t>) </a:t>
            </a:r>
            <a:endParaRPr sz="1900">
              <a:solidFill>
                <a:schemeClr val="dk1"/>
              </a:solidFill>
              <a:latin typeface="Twentieth Century"/>
              <a:ea typeface="Twentieth Century"/>
              <a:cs typeface="Twentieth Century"/>
              <a:sym typeface="Twentieth Century"/>
            </a:endParaRPr>
          </a:p>
          <a:p>
            <a:pPr indent="-349250" lvl="1" marL="914400" rtl="0" algn="l">
              <a:lnSpc>
                <a:spcPct val="170000"/>
              </a:lnSpc>
              <a:spcBef>
                <a:spcPts val="0"/>
              </a:spcBef>
              <a:spcAft>
                <a:spcPts val="0"/>
              </a:spcAft>
              <a:buClr>
                <a:schemeClr val="dk1"/>
              </a:buClr>
              <a:buSzPts val="1900"/>
              <a:buFont typeface="Twentieth Century"/>
              <a:buChar char="○"/>
            </a:pPr>
            <a:r>
              <a:rPr lang="en" sz="1900">
                <a:solidFill>
                  <a:schemeClr val="dk1"/>
                </a:solidFill>
                <a:latin typeface="Twentieth Century"/>
                <a:ea typeface="Twentieth Century"/>
                <a:cs typeface="Twentieth Century"/>
                <a:sym typeface="Twentieth Century"/>
              </a:rPr>
              <a:t>Important URLs will be provided here</a:t>
            </a:r>
            <a:endParaRPr sz="1900">
              <a:solidFill>
                <a:schemeClr val="dk1"/>
              </a:solidFill>
              <a:latin typeface="Twentieth Century"/>
              <a:ea typeface="Twentieth Century"/>
              <a:cs typeface="Twentieth Century"/>
              <a:sym typeface="Twentieth Century"/>
            </a:endParaRPr>
          </a:p>
          <a:p>
            <a:pPr indent="-349250" lvl="0" marL="457200" rtl="0" algn="l">
              <a:lnSpc>
                <a:spcPct val="170000"/>
              </a:lnSpc>
              <a:spcBef>
                <a:spcPts val="0"/>
              </a:spcBef>
              <a:spcAft>
                <a:spcPts val="0"/>
              </a:spcAft>
              <a:buClr>
                <a:schemeClr val="dk1"/>
              </a:buClr>
              <a:buSzPts val="1900"/>
              <a:buFont typeface="Twentieth Century"/>
              <a:buChar char="●"/>
            </a:pPr>
            <a:r>
              <a:rPr lang="en" sz="1900">
                <a:solidFill>
                  <a:schemeClr val="dk1"/>
                </a:solidFill>
                <a:latin typeface="Twentieth Century"/>
                <a:ea typeface="Twentieth Century"/>
                <a:cs typeface="Twentieth Century"/>
                <a:sym typeface="Twentieth Century"/>
              </a:rPr>
              <a:t>Ask questions in the Chat </a:t>
            </a:r>
            <a:endParaRPr sz="1900">
              <a:solidFill>
                <a:schemeClr val="dk1"/>
              </a:solidFill>
              <a:latin typeface="Twentieth Century"/>
              <a:ea typeface="Twentieth Century"/>
              <a:cs typeface="Twentieth Century"/>
              <a:sym typeface="Twentieth Century"/>
            </a:endParaRPr>
          </a:p>
          <a:p>
            <a:pPr indent="-349250" lvl="0" marL="457200" rtl="0" algn="l">
              <a:lnSpc>
                <a:spcPct val="170000"/>
              </a:lnSpc>
              <a:spcBef>
                <a:spcPts val="0"/>
              </a:spcBef>
              <a:spcAft>
                <a:spcPts val="0"/>
              </a:spcAft>
              <a:buClr>
                <a:schemeClr val="dk1"/>
              </a:buClr>
              <a:buSzPts val="1900"/>
              <a:buFont typeface="Twentieth Century"/>
              <a:buChar char="●"/>
            </a:pPr>
            <a:r>
              <a:rPr lang="en" sz="1900">
                <a:latin typeface="Twentieth Century"/>
                <a:ea typeface="Twentieth Century"/>
                <a:cs typeface="Twentieth Century"/>
                <a:sym typeface="Twentieth Century"/>
              </a:rPr>
              <a:t>Breaks are built-in</a:t>
            </a:r>
            <a:endParaRPr sz="1900">
              <a:solidFill>
                <a:schemeClr val="dk1"/>
              </a:solidFill>
              <a:latin typeface="Twentieth Century"/>
              <a:ea typeface="Twentieth Century"/>
              <a:cs typeface="Twentieth Century"/>
              <a:sym typeface="Twentieth Century"/>
            </a:endParaRPr>
          </a:p>
          <a:p>
            <a:pPr indent="-349250" lvl="0" marL="457200" rtl="0" algn="l">
              <a:lnSpc>
                <a:spcPct val="170000"/>
              </a:lnSpc>
              <a:spcBef>
                <a:spcPts val="0"/>
              </a:spcBef>
              <a:spcAft>
                <a:spcPts val="0"/>
              </a:spcAft>
              <a:buClr>
                <a:schemeClr val="dk1"/>
              </a:buClr>
              <a:buSzPts val="1900"/>
              <a:buFont typeface="Twentieth Century"/>
              <a:buChar char="●"/>
            </a:pPr>
            <a:r>
              <a:rPr lang="en" sz="1900">
                <a:solidFill>
                  <a:schemeClr val="dk1"/>
                </a:solidFill>
                <a:latin typeface="Twentieth Century"/>
                <a:ea typeface="Twentieth Century"/>
                <a:cs typeface="Twentieth Century"/>
                <a:sym typeface="Twentieth Century"/>
              </a:rPr>
              <a:t>Workshop materials and slides will be posted on GitHub</a:t>
            </a:r>
            <a:endParaRPr sz="1900">
              <a:solidFill>
                <a:schemeClr val="dk1"/>
              </a:solidFill>
              <a:latin typeface="Twentieth Century"/>
              <a:ea typeface="Twentieth Century"/>
              <a:cs typeface="Twentieth Century"/>
              <a:sym typeface="Twentieth Century"/>
            </a:endParaRPr>
          </a:p>
          <a:p>
            <a:pPr indent="-349250" lvl="1" marL="914400" rtl="0" algn="l">
              <a:lnSpc>
                <a:spcPct val="170000"/>
              </a:lnSpc>
              <a:spcBef>
                <a:spcPts val="0"/>
              </a:spcBef>
              <a:spcAft>
                <a:spcPts val="0"/>
              </a:spcAft>
              <a:buClr>
                <a:schemeClr val="dk1"/>
              </a:buClr>
              <a:buSzPts val="1900"/>
              <a:buFont typeface="Twentieth Century"/>
              <a:buChar char="○"/>
            </a:pPr>
            <a:r>
              <a:rPr lang="en" sz="1900" u="sng">
                <a:solidFill>
                  <a:schemeClr val="hlink"/>
                </a:solidFill>
                <a:hlinkClick r:id="rId4"/>
              </a:rPr>
              <a:t>https://github.com/utlibraries/workshop-materials</a:t>
            </a:r>
            <a:endParaRPr sz="1900">
              <a:latin typeface="Twentieth Century"/>
              <a:ea typeface="Twentieth Century"/>
              <a:cs typeface="Twentieth Century"/>
              <a:sym typeface="Twentieth Century"/>
            </a:endParaRPr>
          </a:p>
          <a:p>
            <a:pPr indent="-349250" lvl="0" marL="457200" rtl="0" algn="l">
              <a:lnSpc>
                <a:spcPct val="170000"/>
              </a:lnSpc>
              <a:spcBef>
                <a:spcPts val="0"/>
              </a:spcBef>
              <a:spcAft>
                <a:spcPts val="0"/>
              </a:spcAft>
              <a:buSzPts val="1900"/>
              <a:buFont typeface="Twentieth Century"/>
              <a:buChar char="●"/>
            </a:pPr>
            <a:r>
              <a:rPr lang="en" sz="1900">
                <a:latin typeface="Twentieth Century"/>
                <a:ea typeface="Twentieth Century"/>
                <a:cs typeface="Twentieth Century"/>
                <a:sym typeface="Twentieth Century"/>
              </a:rPr>
              <a:t>We will record this workshop</a:t>
            </a:r>
            <a:endParaRPr sz="1900">
              <a:latin typeface="Twentieth Century"/>
              <a:ea typeface="Twentieth Century"/>
              <a:cs typeface="Twentieth Century"/>
              <a:sym typeface="Twentieth Century"/>
            </a:endParaRPr>
          </a:p>
          <a:p>
            <a:pPr indent="0" lvl="0" marL="0" rtl="0" algn="l">
              <a:lnSpc>
                <a:spcPct val="170000"/>
              </a:lnSpc>
              <a:spcBef>
                <a:spcPts val="0"/>
              </a:spcBef>
              <a:spcAft>
                <a:spcPts val="0"/>
              </a:spcAft>
              <a:buNone/>
            </a:pPr>
            <a:r>
              <a:t/>
            </a:r>
            <a:endParaRPr>
              <a:solidFill>
                <a:schemeClr val="dk1"/>
              </a:solidFill>
              <a:latin typeface="Twentieth Century"/>
              <a:ea typeface="Twentieth Century"/>
              <a:cs typeface="Twentieth Century"/>
              <a:sym typeface="Twentieth Century"/>
            </a:endParaRPr>
          </a:p>
          <a:p>
            <a:pPr indent="0" lvl="0" marL="0" rtl="0" algn="l">
              <a:lnSpc>
                <a:spcPct val="150000"/>
              </a:lnSpc>
              <a:spcBef>
                <a:spcPts val="0"/>
              </a:spcBef>
              <a:spcAft>
                <a:spcPts val="0"/>
              </a:spcAft>
              <a:buNone/>
            </a:pPr>
            <a:r>
              <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p143"/>
          <p:cNvSpPr txBox="1"/>
          <p:nvPr>
            <p:ph type="title"/>
          </p:nvPr>
        </p:nvSpPr>
        <p:spPr>
          <a:xfrm>
            <a:off x="146550" y="19144"/>
            <a:ext cx="8845200" cy="63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990"/>
              <a:buFont typeface="Arial"/>
              <a:buNone/>
            </a:pPr>
            <a:r>
              <a:rPr b="1" lang="en" sz="3000">
                <a:solidFill>
                  <a:schemeClr val="dk1"/>
                </a:solidFill>
                <a:latin typeface="Trebuchet MS"/>
                <a:ea typeface="Trebuchet MS"/>
                <a:cs typeface="Trebuchet MS"/>
                <a:sym typeface="Trebuchet MS"/>
              </a:rPr>
              <a:t>Instruct</a:t>
            </a:r>
            <a:r>
              <a:rPr lang="en" sz="3000">
                <a:solidFill>
                  <a:schemeClr val="dk1"/>
                </a:solidFill>
                <a:latin typeface="Trebuchet MS"/>
                <a:ea typeface="Trebuchet MS"/>
                <a:cs typeface="Trebuchet MS"/>
                <a:sym typeface="Trebuchet MS"/>
              </a:rPr>
              <a:t>ors</a:t>
            </a:r>
            <a:r>
              <a:rPr b="1" lang="en" sz="3000">
                <a:solidFill>
                  <a:schemeClr val="dk1"/>
                </a:solidFill>
                <a:latin typeface="Trebuchet MS"/>
                <a:ea typeface="Trebuchet MS"/>
                <a:cs typeface="Trebuchet MS"/>
                <a:sym typeface="Trebuchet MS"/>
              </a:rPr>
              <a:t>/Helpers </a:t>
            </a:r>
            <a:endParaRPr sz="3000">
              <a:latin typeface="Trebuchet MS"/>
              <a:ea typeface="Trebuchet MS"/>
              <a:cs typeface="Trebuchet MS"/>
              <a:sym typeface="Trebuchet MS"/>
            </a:endParaRPr>
          </a:p>
        </p:txBody>
      </p:sp>
      <p:sp>
        <p:nvSpPr>
          <p:cNvPr id="1443" name="Google Shape;1443;p143"/>
          <p:cNvSpPr txBox="1"/>
          <p:nvPr/>
        </p:nvSpPr>
        <p:spPr>
          <a:xfrm>
            <a:off x="617411" y="2507340"/>
            <a:ext cx="17172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None/>
            </a:pPr>
            <a:r>
              <a:rPr lang="en" sz="912">
                <a:solidFill>
                  <a:srgbClr val="121212"/>
                </a:solidFill>
                <a:latin typeface="Roboto Serif Medium"/>
                <a:ea typeface="Roboto Serif Medium"/>
                <a:cs typeface="Roboto Serif Medium"/>
                <a:sym typeface="Roboto Serif Medium"/>
              </a:rPr>
              <a:t>Communication &amp; Information Librarian</a:t>
            </a:r>
            <a:endParaRPr sz="912">
              <a:solidFill>
                <a:srgbClr val="121212"/>
              </a:solidFill>
              <a:latin typeface="Roboto Serif Medium"/>
              <a:ea typeface="Roboto Serif Medium"/>
              <a:cs typeface="Roboto Serif Medium"/>
              <a:sym typeface="Roboto Serif Medium"/>
            </a:endParaRPr>
          </a:p>
        </p:txBody>
      </p:sp>
      <p:sp>
        <p:nvSpPr>
          <p:cNvPr id="1444" name="Google Shape;1444;p143"/>
          <p:cNvSpPr txBox="1"/>
          <p:nvPr/>
        </p:nvSpPr>
        <p:spPr>
          <a:xfrm>
            <a:off x="2575539" y="2507338"/>
            <a:ext cx="17880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None/>
            </a:pPr>
            <a:r>
              <a:rPr lang="en" sz="912">
                <a:solidFill>
                  <a:srgbClr val="121212"/>
                </a:solidFill>
                <a:latin typeface="Roboto Serif Medium"/>
                <a:ea typeface="Roboto Serif Medium"/>
                <a:cs typeface="Roboto Serif Medium"/>
                <a:sym typeface="Roboto Serif Medium"/>
              </a:rPr>
              <a:t>Research Data Coordinator</a:t>
            </a:r>
            <a:endParaRPr sz="912">
              <a:solidFill>
                <a:srgbClr val="121212"/>
              </a:solidFill>
              <a:latin typeface="Roboto Serif Medium"/>
              <a:ea typeface="Roboto Serif Medium"/>
              <a:cs typeface="Roboto Serif Medium"/>
              <a:sym typeface="Roboto Serif Medium"/>
            </a:endParaRPr>
          </a:p>
        </p:txBody>
      </p:sp>
      <p:sp>
        <p:nvSpPr>
          <p:cNvPr id="1445" name="Google Shape;1445;p143"/>
          <p:cNvSpPr txBox="1"/>
          <p:nvPr/>
        </p:nvSpPr>
        <p:spPr>
          <a:xfrm>
            <a:off x="4696272" y="2507340"/>
            <a:ext cx="17340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None/>
            </a:pPr>
            <a:r>
              <a:rPr lang="en" sz="912">
                <a:solidFill>
                  <a:srgbClr val="121212"/>
                </a:solidFill>
                <a:latin typeface="Roboto Serif Medium"/>
                <a:ea typeface="Roboto Serif Medium"/>
                <a:cs typeface="Roboto Serif Medium"/>
                <a:sym typeface="Roboto Serif Medium"/>
              </a:rPr>
              <a:t>European Studies and Linguistics Librarian</a:t>
            </a:r>
            <a:endParaRPr sz="912">
              <a:solidFill>
                <a:srgbClr val="121212"/>
              </a:solidFill>
              <a:latin typeface="Roboto Serif Medium"/>
              <a:ea typeface="Roboto Serif Medium"/>
              <a:cs typeface="Roboto Serif Medium"/>
              <a:sym typeface="Roboto Serif Medium"/>
            </a:endParaRPr>
          </a:p>
        </p:txBody>
      </p:sp>
      <p:sp>
        <p:nvSpPr>
          <p:cNvPr id="1446" name="Google Shape;1446;p143"/>
          <p:cNvSpPr txBox="1"/>
          <p:nvPr/>
        </p:nvSpPr>
        <p:spPr>
          <a:xfrm>
            <a:off x="6631871" y="2507340"/>
            <a:ext cx="20013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None/>
            </a:pPr>
            <a:r>
              <a:rPr lang="en" sz="912">
                <a:solidFill>
                  <a:srgbClr val="121212"/>
                </a:solidFill>
                <a:latin typeface="Roboto Serif Medium"/>
                <a:ea typeface="Roboto Serif Medium"/>
                <a:cs typeface="Roboto Serif Medium"/>
                <a:sym typeface="Roboto Serif Medium"/>
              </a:rPr>
              <a:t>Digital Processing Archivist</a:t>
            </a:r>
            <a:endParaRPr sz="912">
              <a:solidFill>
                <a:srgbClr val="121212"/>
              </a:solidFill>
              <a:latin typeface="Roboto Serif Medium"/>
              <a:ea typeface="Roboto Serif Medium"/>
              <a:cs typeface="Roboto Serif Medium"/>
              <a:sym typeface="Roboto Serif Medium"/>
            </a:endParaRPr>
          </a:p>
        </p:txBody>
      </p:sp>
      <p:sp>
        <p:nvSpPr>
          <p:cNvPr id="1447" name="Google Shape;1447;p143"/>
          <p:cNvSpPr txBox="1"/>
          <p:nvPr/>
        </p:nvSpPr>
        <p:spPr>
          <a:xfrm>
            <a:off x="543242" y="2267672"/>
            <a:ext cx="1839600" cy="275400"/>
          </a:xfrm>
          <a:prstGeom prst="rect">
            <a:avLst/>
          </a:prstGeom>
          <a:noFill/>
          <a:ln>
            <a:noFill/>
          </a:ln>
        </p:spPr>
        <p:txBody>
          <a:bodyPr anchorCtr="0" anchor="t" bIns="83450" lIns="83450" spcFirstLastPara="1" rIns="83450" wrap="square" tIns="83450">
            <a:noAutofit/>
          </a:bodyPr>
          <a:lstStyle/>
          <a:p>
            <a:pPr indent="0" lvl="0" marL="0" rtl="0" algn="ctr">
              <a:lnSpc>
                <a:spcPct val="80000"/>
              </a:lnSpc>
              <a:spcBef>
                <a:spcPts val="0"/>
              </a:spcBef>
              <a:spcAft>
                <a:spcPts val="0"/>
              </a:spcAft>
              <a:buNone/>
            </a:pPr>
            <a:r>
              <a:rPr lang="en" sz="1825">
                <a:solidFill>
                  <a:srgbClr val="121212"/>
                </a:solidFill>
                <a:latin typeface="Covered By Your Grace"/>
                <a:ea typeface="Covered By Your Grace"/>
                <a:cs typeface="Covered By Your Grace"/>
                <a:sym typeface="Covered By Your Grace"/>
              </a:rPr>
              <a:t>Meryl Brodsky</a:t>
            </a:r>
            <a:endParaRPr sz="1825">
              <a:solidFill>
                <a:srgbClr val="121212"/>
              </a:solidFill>
              <a:latin typeface="Covered By Your Grace"/>
              <a:ea typeface="Covered By Your Grace"/>
              <a:cs typeface="Covered By Your Grace"/>
              <a:sym typeface="Covered By Your Grace"/>
            </a:endParaRPr>
          </a:p>
        </p:txBody>
      </p:sp>
      <p:sp>
        <p:nvSpPr>
          <p:cNvPr id="1448" name="Google Shape;1448;p143"/>
          <p:cNvSpPr txBox="1"/>
          <p:nvPr/>
        </p:nvSpPr>
        <p:spPr>
          <a:xfrm>
            <a:off x="2556839" y="2267672"/>
            <a:ext cx="1878300" cy="275400"/>
          </a:xfrm>
          <a:prstGeom prst="rect">
            <a:avLst/>
          </a:prstGeom>
          <a:noFill/>
          <a:ln>
            <a:noFill/>
          </a:ln>
        </p:spPr>
        <p:txBody>
          <a:bodyPr anchorCtr="0" anchor="t" bIns="83450" lIns="83450" spcFirstLastPara="1" rIns="83450" wrap="square" tIns="83450">
            <a:noAutofit/>
          </a:bodyPr>
          <a:lstStyle/>
          <a:p>
            <a:pPr indent="0" lvl="0" marL="0" rtl="0" algn="ctr">
              <a:lnSpc>
                <a:spcPct val="80000"/>
              </a:lnSpc>
              <a:spcBef>
                <a:spcPts val="0"/>
              </a:spcBef>
              <a:spcAft>
                <a:spcPts val="0"/>
              </a:spcAft>
              <a:buNone/>
            </a:pPr>
            <a:r>
              <a:rPr lang="en" sz="1825">
                <a:solidFill>
                  <a:srgbClr val="121212"/>
                </a:solidFill>
                <a:latin typeface="Covered By Your Grace"/>
                <a:ea typeface="Covered By Your Grace"/>
                <a:cs typeface="Covered By Your Grace"/>
                <a:sym typeface="Covered By Your Grace"/>
              </a:rPr>
              <a:t>Bryan Gee</a:t>
            </a:r>
            <a:endParaRPr sz="1825">
              <a:solidFill>
                <a:srgbClr val="121212"/>
              </a:solidFill>
              <a:latin typeface="Covered By Your Grace"/>
              <a:ea typeface="Covered By Your Grace"/>
              <a:cs typeface="Covered By Your Grace"/>
              <a:sym typeface="Covered By Your Grace"/>
            </a:endParaRPr>
          </a:p>
        </p:txBody>
      </p:sp>
      <p:sp>
        <p:nvSpPr>
          <p:cNvPr id="1449" name="Google Shape;1449;p143"/>
          <p:cNvSpPr txBox="1"/>
          <p:nvPr/>
        </p:nvSpPr>
        <p:spPr>
          <a:xfrm>
            <a:off x="4613613" y="2267672"/>
            <a:ext cx="1878300" cy="275400"/>
          </a:xfrm>
          <a:prstGeom prst="rect">
            <a:avLst/>
          </a:prstGeom>
          <a:noFill/>
          <a:ln>
            <a:noFill/>
          </a:ln>
        </p:spPr>
        <p:txBody>
          <a:bodyPr anchorCtr="0" anchor="t" bIns="83450" lIns="83450" spcFirstLastPara="1" rIns="83450" wrap="square" tIns="83450">
            <a:noAutofit/>
          </a:bodyPr>
          <a:lstStyle/>
          <a:p>
            <a:pPr indent="0" lvl="0" marL="0" rtl="0" algn="ctr">
              <a:lnSpc>
                <a:spcPct val="80000"/>
              </a:lnSpc>
              <a:spcBef>
                <a:spcPts val="0"/>
              </a:spcBef>
              <a:spcAft>
                <a:spcPts val="0"/>
              </a:spcAft>
              <a:buNone/>
            </a:pPr>
            <a:r>
              <a:rPr lang="en" sz="1825">
                <a:solidFill>
                  <a:srgbClr val="121212"/>
                </a:solidFill>
                <a:latin typeface="Covered By Your Grace"/>
                <a:ea typeface="Covered By Your Grace"/>
                <a:cs typeface="Covered By Your Grace"/>
                <a:sym typeface="Covered By Your Grace"/>
              </a:rPr>
              <a:t>Ian Goodale</a:t>
            </a:r>
            <a:endParaRPr sz="1825">
              <a:solidFill>
                <a:srgbClr val="121212"/>
              </a:solidFill>
              <a:latin typeface="Covered By Your Grace"/>
              <a:ea typeface="Covered By Your Grace"/>
              <a:cs typeface="Covered By Your Grace"/>
              <a:sym typeface="Covered By Your Grace"/>
            </a:endParaRPr>
          </a:p>
        </p:txBody>
      </p:sp>
      <p:sp>
        <p:nvSpPr>
          <p:cNvPr id="1450" name="Google Shape;1450;p143"/>
          <p:cNvSpPr txBox="1"/>
          <p:nvPr/>
        </p:nvSpPr>
        <p:spPr>
          <a:xfrm>
            <a:off x="6693340" y="2267672"/>
            <a:ext cx="1878300" cy="275400"/>
          </a:xfrm>
          <a:prstGeom prst="rect">
            <a:avLst/>
          </a:prstGeom>
          <a:noFill/>
          <a:ln>
            <a:noFill/>
          </a:ln>
        </p:spPr>
        <p:txBody>
          <a:bodyPr anchorCtr="0" anchor="t" bIns="83450" lIns="83450" spcFirstLastPara="1" rIns="83450" wrap="square" tIns="83450">
            <a:noAutofit/>
          </a:bodyPr>
          <a:lstStyle/>
          <a:p>
            <a:pPr indent="0" lvl="0" marL="0" rtl="0" algn="ctr">
              <a:lnSpc>
                <a:spcPct val="80000"/>
              </a:lnSpc>
              <a:spcBef>
                <a:spcPts val="0"/>
              </a:spcBef>
              <a:spcAft>
                <a:spcPts val="0"/>
              </a:spcAft>
              <a:buNone/>
            </a:pPr>
            <a:r>
              <a:rPr lang="en" sz="1825">
                <a:solidFill>
                  <a:srgbClr val="121212"/>
                </a:solidFill>
                <a:latin typeface="Covered By Your Grace"/>
                <a:ea typeface="Covered By Your Grace"/>
                <a:cs typeface="Covered By Your Grace"/>
                <a:sym typeface="Covered By Your Grace"/>
              </a:rPr>
              <a:t>Jeremy Thompson</a:t>
            </a:r>
            <a:endParaRPr sz="1825">
              <a:solidFill>
                <a:srgbClr val="121212"/>
              </a:solidFill>
              <a:latin typeface="Covered By Your Grace"/>
              <a:ea typeface="Covered By Your Grace"/>
              <a:cs typeface="Covered By Your Grace"/>
              <a:sym typeface="Covered By Your Grace"/>
            </a:endParaRPr>
          </a:p>
        </p:txBody>
      </p:sp>
      <p:sp>
        <p:nvSpPr>
          <p:cNvPr id="1451" name="Google Shape;1451;p143"/>
          <p:cNvSpPr txBox="1"/>
          <p:nvPr/>
        </p:nvSpPr>
        <p:spPr>
          <a:xfrm>
            <a:off x="642784" y="4550861"/>
            <a:ext cx="17172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None/>
            </a:pPr>
            <a:r>
              <a:rPr lang="en" sz="912">
                <a:solidFill>
                  <a:srgbClr val="121212"/>
                </a:solidFill>
                <a:latin typeface="Roboto Serif Medium"/>
                <a:ea typeface="Roboto Serif Medium"/>
                <a:cs typeface="Roboto Serif Medium"/>
                <a:sym typeface="Roboto Serif Medium"/>
              </a:rPr>
              <a:t>Digital Scholarship</a:t>
            </a:r>
            <a:r>
              <a:rPr lang="en" sz="912">
                <a:solidFill>
                  <a:srgbClr val="121212"/>
                </a:solidFill>
                <a:latin typeface="Roboto Serif Medium"/>
                <a:ea typeface="Roboto Serif Medium"/>
                <a:cs typeface="Roboto Serif Medium"/>
                <a:sym typeface="Roboto Serif Medium"/>
              </a:rPr>
              <a:t> Librarian</a:t>
            </a:r>
            <a:endParaRPr sz="912">
              <a:solidFill>
                <a:srgbClr val="121212"/>
              </a:solidFill>
              <a:latin typeface="Roboto Serif Medium"/>
              <a:ea typeface="Roboto Serif Medium"/>
              <a:cs typeface="Roboto Serif Medium"/>
              <a:sym typeface="Roboto Serif Medium"/>
            </a:endParaRPr>
          </a:p>
        </p:txBody>
      </p:sp>
      <p:sp>
        <p:nvSpPr>
          <p:cNvPr id="1452" name="Google Shape;1452;p143"/>
          <p:cNvSpPr txBox="1"/>
          <p:nvPr/>
        </p:nvSpPr>
        <p:spPr>
          <a:xfrm>
            <a:off x="2600912" y="4550859"/>
            <a:ext cx="17880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None/>
            </a:pPr>
            <a:r>
              <a:rPr lang="en" sz="912">
                <a:solidFill>
                  <a:srgbClr val="121212"/>
                </a:solidFill>
                <a:latin typeface="Roboto Serif Medium"/>
                <a:ea typeface="Roboto Serif Medium"/>
                <a:cs typeface="Roboto Serif Medium"/>
                <a:sym typeface="Roboto Serif Medium"/>
              </a:rPr>
              <a:t>GIS &amp; Geospatial Data Coordinator</a:t>
            </a:r>
            <a:endParaRPr sz="912">
              <a:solidFill>
                <a:srgbClr val="121212"/>
              </a:solidFill>
              <a:latin typeface="Roboto Serif Medium"/>
              <a:ea typeface="Roboto Serif Medium"/>
              <a:cs typeface="Roboto Serif Medium"/>
              <a:sym typeface="Roboto Serif Medium"/>
            </a:endParaRPr>
          </a:p>
        </p:txBody>
      </p:sp>
      <p:sp>
        <p:nvSpPr>
          <p:cNvPr id="1453" name="Google Shape;1453;p143"/>
          <p:cNvSpPr txBox="1"/>
          <p:nvPr/>
        </p:nvSpPr>
        <p:spPr>
          <a:xfrm>
            <a:off x="4721645" y="4550861"/>
            <a:ext cx="17340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None/>
            </a:pPr>
            <a:r>
              <a:rPr lang="en" sz="912">
                <a:solidFill>
                  <a:srgbClr val="121212"/>
                </a:solidFill>
                <a:latin typeface="Roboto Serif Medium"/>
                <a:ea typeface="Roboto Serif Medium"/>
                <a:cs typeface="Roboto Serif Medium"/>
                <a:sym typeface="Roboto Serif Medium"/>
              </a:rPr>
              <a:t>Head of Research Data Services</a:t>
            </a:r>
            <a:endParaRPr sz="912">
              <a:solidFill>
                <a:srgbClr val="121212"/>
              </a:solidFill>
              <a:latin typeface="Roboto Serif Medium"/>
              <a:ea typeface="Roboto Serif Medium"/>
              <a:cs typeface="Roboto Serif Medium"/>
              <a:sym typeface="Roboto Serif Medium"/>
            </a:endParaRPr>
          </a:p>
        </p:txBody>
      </p:sp>
      <p:sp>
        <p:nvSpPr>
          <p:cNvPr id="1454" name="Google Shape;1454;p143"/>
          <p:cNvSpPr txBox="1"/>
          <p:nvPr/>
        </p:nvSpPr>
        <p:spPr>
          <a:xfrm>
            <a:off x="568616" y="4311193"/>
            <a:ext cx="1839600" cy="275400"/>
          </a:xfrm>
          <a:prstGeom prst="rect">
            <a:avLst/>
          </a:prstGeom>
          <a:noFill/>
          <a:ln>
            <a:noFill/>
          </a:ln>
        </p:spPr>
        <p:txBody>
          <a:bodyPr anchorCtr="0" anchor="t" bIns="83450" lIns="83450" spcFirstLastPara="1" rIns="83450" wrap="square" tIns="83450">
            <a:noAutofit/>
          </a:bodyPr>
          <a:lstStyle/>
          <a:p>
            <a:pPr indent="0" lvl="0" marL="0" rtl="0" algn="ctr">
              <a:lnSpc>
                <a:spcPct val="80000"/>
              </a:lnSpc>
              <a:spcBef>
                <a:spcPts val="0"/>
              </a:spcBef>
              <a:spcAft>
                <a:spcPts val="0"/>
              </a:spcAft>
              <a:buNone/>
            </a:pPr>
            <a:r>
              <a:rPr lang="en" sz="1825">
                <a:solidFill>
                  <a:srgbClr val="121212"/>
                </a:solidFill>
                <a:latin typeface="Covered By Your Grace"/>
                <a:ea typeface="Covered By Your Grace"/>
                <a:cs typeface="Covered By Your Grace"/>
                <a:sym typeface="Covered By Your Grace"/>
              </a:rPr>
              <a:t>Karina Sanchez</a:t>
            </a:r>
            <a:endParaRPr sz="1825">
              <a:solidFill>
                <a:srgbClr val="121212"/>
              </a:solidFill>
              <a:latin typeface="Covered By Your Grace"/>
              <a:ea typeface="Covered By Your Grace"/>
              <a:cs typeface="Covered By Your Grace"/>
              <a:sym typeface="Covered By Your Grace"/>
            </a:endParaRPr>
          </a:p>
        </p:txBody>
      </p:sp>
      <p:sp>
        <p:nvSpPr>
          <p:cNvPr id="1455" name="Google Shape;1455;p143"/>
          <p:cNvSpPr txBox="1"/>
          <p:nvPr/>
        </p:nvSpPr>
        <p:spPr>
          <a:xfrm>
            <a:off x="2582212" y="4311193"/>
            <a:ext cx="1878300" cy="275400"/>
          </a:xfrm>
          <a:prstGeom prst="rect">
            <a:avLst/>
          </a:prstGeom>
          <a:noFill/>
          <a:ln>
            <a:noFill/>
          </a:ln>
        </p:spPr>
        <p:txBody>
          <a:bodyPr anchorCtr="0" anchor="t" bIns="83450" lIns="83450" spcFirstLastPara="1" rIns="83450" wrap="square" tIns="83450">
            <a:noAutofit/>
          </a:bodyPr>
          <a:lstStyle/>
          <a:p>
            <a:pPr indent="0" lvl="0" marL="0" rtl="0" algn="ctr">
              <a:lnSpc>
                <a:spcPct val="80000"/>
              </a:lnSpc>
              <a:spcBef>
                <a:spcPts val="0"/>
              </a:spcBef>
              <a:spcAft>
                <a:spcPts val="0"/>
              </a:spcAft>
              <a:buNone/>
            </a:pPr>
            <a:r>
              <a:rPr lang="en" sz="1825">
                <a:solidFill>
                  <a:srgbClr val="121212"/>
                </a:solidFill>
                <a:latin typeface="Covered By Your Grace"/>
                <a:ea typeface="Covered By Your Grace"/>
                <a:cs typeface="Covered By Your Grace"/>
                <a:sym typeface="Covered By Your Grace"/>
              </a:rPr>
              <a:t>Alex Marden</a:t>
            </a:r>
            <a:endParaRPr sz="1825">
              <a:solidFill>
                <a:srgbClr val="121212"/>
              </a:solidFill>
              <a:latin typeface="Covered By Your Grace"/>
              <a:ea typeface="Covered By Your Grace"/>
              <a:cs typeface="Covered By Your Grace"/>
              <a:sym typeface="Covered By Your Grace"/>
            </a:endParaRPr>
          </a:p>
        </p:txBody>
      </p:sp>
      <p:sp>
        <p:nvSpPr>
          <p:cNvPr id="1456" name="Google Shape;1456;p143"/>
          <p:cNvSpPr txBox="1"/>
          <p:nvPr/>
        </p:nvSpPr>
        <p:spPr>
          <a:xfrm>
            <a:off x="4638987" y="4311193"/>
            <a:ext cx="1878300" cy="275400"/>
          </a:xfrm>
          <a:prstGeom prst="rect">
            <a:avLst/>
          </a:prstGeom>
          <a:noFill/>
          <a:ln>
            <a:noFill/>
          </a:ln>
        </p:spPr>
        <p:txBody>
          <a:bodyPr anchorCtr="0" anchor="t" bIns="83450" lIns="83450" spcFirstLastPara="1" rIns="83450" wrap="square" tIns="83450">
            <a:noAutofit/>
          </a:bodyPr>
          <a:lstStyle/>
          <a:p>
            <a:pPr indent="0" lvl="0" marL="0" rtl="0" algn="ctr">
              <a:lnSpc>
                <a:spcPct val="80000"/>
              </a:lnSpc>
              <a:spcBef>
                <a:spcPts val="0"/>
              </a:spcBef>
              <a:spcAft>
                <a:spcPts val="0"/>
              </a:spcAft>
              <a:buNone/>
            </a:pPr>
            <a:r>
              <a:rPr lang="en" sz="1825">
                <a:solidFill>
                  <a:srgbClr val="121212"/>
                </a:solidFill>
                <a:latin typeface="Covered By Your Grace"/>
                <a:ea typeface="Covered By Your Grace"/>
                <a:cs typeface="Covered By Your Grace"/>
                <a:sym typeface="Covered By Your Grace"/>
              </a:rPr>
              <a:t>Michael Shensky</a:t>
            </a:r>
            <a:endParaRPr sz="1825">
              <a:solidFill>
                <a:srgbClr val="121212"/>
              </a:solidFill>
              <a:latin typeface="Covered By Your Grace"/>
              <a:ea typeface="Covered By Your Grace"/>
              <a:cs typeface="Covered By Your Grace"/>
              <a:sym typeface="Covered By Your Grace"/>
            </a:endParaRPr>
          </a:p>
        </p:txBody>
      </p:sp>
      <p:pic>
        <p:nvPicPr>
          <p:cNvPr id="1457" name="Google Shape;1457;p143" title="ian_head.jpg"/>
          <p:cNvPicPr preferRelativeResize="0"/>
          <p:nvPr/>
        </p:nvPicPr>
        <p:blipFill>
          <a:blip r:embed="rId3">
            <a:alphaModFix/>
          </a:blip>
          <a:stretch>
            <a:fillRect/>
          </a:stretch>
        </p:blipFill>
        <p:spPr>
          <a:xfrm>
            <a:off x="4895264" y="930625"/>
            <a:ext cx="1336063" cy="1336063"/>
          </a:xfrm>
          <a:prstGeom prst="rect">
            <a:avLst/>
          </a:prstGeom>
          <a:noFill/>
          <a:ln>
            <a:noFill/>
          </a:ln>
        </p:spPr>
      </p:pic>
      <p:pic>
        <p:nvPicPr>
          <p:cNvPr id="1458" name="Google Shape;1458;p143" title="Meryl-head.jpeg"/>
          <p:cNvPicPr preferRelativeResize="0"/>
          <p:nvPr/>
        </p:nvPicPr>
        <p:blipFill rotWithShape="1">
          <a:blip r:embed="rId4">
            <a:alphaModFix/>
          </a:blip>
          <a:srcRect b="11645" l="0" r="0" t="0"/>
          <a:stretch/>
        </p:blipFill>
        <p:spPr>
          <a:xfrm>
            <a:off x="1008772" y="1002900"/>
            <a:ext cx="984879" cy="1264776"/>
          </a:xfrm>
          <a:prstGeom prst="rect">
            <a:avLst/>
          </a:prstGeom>
          <a:noFill/>
          <a:ln>
            <a:noFill/>
          </a:ln>
        </p:spPr>
      </p:pic>
      <p:pic>
        <p:nvPicPr>
          <p:cNvPr id="1459" name="Google Shape;1459;p143"/>
          <p:cNvPicPr preferRelativeResize="0"/>
          <p:nvPr/>
        </p:nvPicPr>
        <p:blipFill>
          <a:blip r:embed="rId5">
            <a:alphaModFix/>
          </a:blip>
          <a:stretch>
            <a:fillRect/>
          </a:stretch>
        </p:blipFill>
        <p:spPr>
          <a:xfrm>
            <a:off x="4836083" y="3093923"/>
            <a:ext cx="1484182" cy="1181996"/>
          </a:xfrm>
          <a:prstGeom prst="rect">
            <a:avLst/>
          </a:prstGeom>
          <a:noFill/>
          <a:ln>
            <a:noFill/>
          </a:ln>
        </p:spPr>
      </p:pic>
      <p:pic>
        <p:nvPicPr>
          <p:cNvPr descr="2024" id="1460" name="Google Shape;1460;p143"/>
          <p:cNvPicPr preferRelativeResize="0"/>
          <p:nvPr/>
        </p:nvPicPr>
        <p:blipFill>
          <a:blip r:embed="rId6">
            <a:alphaModFix/>
          </a:blip>
          <a:stretch>
            <a:fillRect/>
          </a:stretch>
        </p:blipFill>
        <p:spPr>
          <a:xfrm>
            <a:off x="2896898" y="1002900"/>
            <a:ext cx="1264769" cy="1264769"/>
          </a:xfrm>
          <a:prstGeom prst="rect">
            <a:avLst/>
          </a:prstGeom>
          <a:noFill/>
          <a:ln>
            <a:noFill/>
          </a:ln>
        </p:spPr>
      </p:pic>
      <p:pic>
        <p:nvPicPr>
          <p:cNvPr id="1461" name="Google Shape;1461;p143"/>
          <p:cNvPicPr preferRelativeResize="0"/>
          <p:nvPr/>
        </p:nvPicPr>
        <p:blipFill rotWithShape="1">
          <a:blip r:embed="rId7">
            <a:alphaModFix/>
          </a:blip>
          <a:srcRect b="11785" l="0" r="0" t="0"/>
          <a:stretch/>
        </p:blipFill>
        <p:spPr>
          <a:xfrm>
            <a:off x="2900850" y="3097354"/>
            <a:ext cx="1336049" cy="1178573"/>
          </a:xfrm>
          <a:prstGeom prst="rect">
            <a:avLst/>
          </a:prstGeom>
          <a:noFill/>
          <a:ln>
            <a:noFill/>
          </a:ln>
        </p:spPr>
      </p:pic>
      <p:sp>
        <p:nvSpPr>
          <p:cNvPr id="1462" name="Google Shape;1462;p143"/>
          <p:cNvSpPr txBox="1"/>
          <p:nvPr/>
        </p:nvSpPr>
        <p:spPr>
          <a:xfrm>
            <a:off x="6924987" y="4311193"/>
            <a:ext cx="1878300" cy="275400"/>
          </a:xfrm>
          <a:prstGeom prst="rect">
            <a:avLst/>
          </a:prstGeom>
          <a:noFill/>
          <a:ln>
            <a:noFill/>
          </a:ln>
        </p:spPr>
        <p:txBody>
          <a:bodyPr anchorCtr="0" anchor="t" bIns="83450" lIns="83450" spcFirstLastPara="1" rIns="83450" wrap="square" tIns="83450">
            <a:noAutofit/>
          </a:bodyPr>
          <a:lstStyle/>
          <a:p>
            <a:pPr indent="0" lvl="0" marL="0" rtl="0" algn="ctr">
              <a:lnSpc>
                <a:spcPct val="80000"/>
              </a:lnSpc>
              <a:spcBef>
                <a:spcPts val="0"/>
              </a:spcBef>
              <a:spcAft>
                <a:spcPts val="0"/>
              </a:spcAft>
              <a:buNone/>
            </a:pPr>
            <a:r>
              <a:rPr lang="en" sz="1825">
                <a:solidFill>
                  <a:srgbClr val="121212"/>
                </a:solidFill>
                <a:latin typeface="Covered By Your Grace"/>
                <a:ea typeface="Covered By Your Grace"/>
                <a:cs typeface="Covered By Your Grace"/>
                <a:sym typeface="Covered By Your Grace"/>
              </a:rPr>
              <a:t>Anna McGilvray</a:t>
            </a:r>
            <a:endParaRPr sz="1825">
              <a:solidFill>
                <a:srgbClr val="121212"/>
              </a:solidFill>
              <a:latin typeface="Covered By Your Grace"/>
              <a:ea typeface="Covered By Your Grace"/>
              <a:cs typeface="Covered By Your Grace"/>
              <a:sym typeface="Covered By Your Grace"/>
            </a:endParaRPr>
          </a:p>
        </p:txBody>
      </p:sp>
      <p:sp>
        <p:nvSpPr>
          <p:cNvPr id="1463" name="Google Shape;1463;p143"/>
          <p:cNvSpPr txBox="1"/>
          <p:nvPr/>
        </p:nvSpPr>
        <p:spPr>
          <a:xfrm>
            <a:off x="6780172" y="4550850"/>
            <a:ext cx="1878300" cy="450900"/>
          </a:xfrm>
          <a:prstGeom prst="rect">
            <a:avLst/>
          </a:prstGeom>
          <a:noFill/>
          <a:ln>
            <a:noFill/>
          </a:ln>
        </p:spPr>
        <p:txBody>
          <a:bodyPr anchorCtr="0" anchor="t" bIns="83450" lIns="83450" spcFirstLastPara="1" rIns="83450" wrap="square" tIns="83450">
            <a:noAutofit/>
          </a:bodyPr>
          <a:lstStyle/>
          <a:p>
            <a:pPr indent="0" lvl="0" marL="0" rtl="0" algn="ctr">
              <a:spcBef>
                <a:spcPts val="0"/>
              </a:spcBef>
              <a:spcAft>
                <a:spcPts val="0"/>
              </a:spcAft>
              <a:buNone/>
            </a:pPr>
            <a:r>
              <a:rPr lang="en" sz="912">
                <a:solidFill>
                  <a:srgbClr val="121212"/>
                </a:solidFill>
                <a:latin typeface="Roboto Serif Medium"/>
                <a:ea typeface="Roboto Serif Medium"/>
                <a:cs typeface="Roboto Serif Medium"/>
                <a:sym typeface="Roboto Serif Medium"/>
              </a:rPr>
              <a:t>Physical and Computational Sciences Librarian</a:t>
            </a:r>
            <a:endParaRPr sz="912">
              <a:solidFill>
                <a:srgbClr val="121212"/>
              </a:solidFill>
              <a:latin typeface="Roboto Serif Medium"/>
              <a:ea typeface="Roboto Serif Medium"/>
              <a:cs typeface="Roboto Serif Medium"/>
              <a:sym typeface="Roboto Serif Medium"/>
            </a:endParaRPr>
          </a:p>
        </p:txBody>
      </p:sp>
      <p:pic>
        <p:nvPicPr>
          <p:cNvPr id="1464" name="Google Shape;1464;p143" title="Headshot-Jeremy_2019-A.jpg"/>
          <p:cNvPicPr preferRelativeResize="0"/>
          <p:nvPr/>
        </p:nvPicPr>
        <p:blipFill>
          <a:blip r:embed="rId8">
            <a:alphaModFix/>
          </a:blip>
          <a:stretch>
            <a:fillRect/>
          </a:stretch>
        </p:blipFill>
        <p:spPr>
          <a:xfrm>
            <a:off x="7054238" y="913513"/>
            <a:ext cx="1156577" cy="1336074"/>
          </a:xfrm>
          <a:prstGeom prst="rect">
            <a:avLst/>
          </a:prstGeom>
          <a:noFill/>
          <a:ln>
            <a:noFill/>
          </a:ln>
        </p:spPr>
      </p:pic>
      <p:pic>
        <p:nvPicPr>
          <p:cNvPr id="1465" name="Google Shape;1465;p143"/>
          <p:cNvPicPr preferRelativeResize="0"/>
          <p:nvPr/>
        </p:nvPicPr>
        <p:blipFill rotWithShape="1">
          <a:blip r:embed="rId9">
            <a:alphaModFix/>
          </a:blip>
          <a:srcRect b="27113" l="0" r="0" t="0"/>
          <a:stretch/>
        </p:blipFill>
        <p:spPr>
          <a:xfrm>
            <a:off x="917750" y="3043725"/>
            <a:ext cx="1090601" cy="1182000"/>
          </a:xfrm>
          <a:prstGeom prst="rect">
            <a:avLst/>
          </a:prstGeom>
          <a:noFill/>
          <a:ln>
            <a:noFill/>
          </a:ln>
        </p:spPr>
      </p:pic>
      <p:pic>
        <p:nvPicPr>
          <p:cNvPr id="1466" name="Google Shape;1466;p143" title="profile_picture.JPG"/>
          <p:cNvPicPr preferRelativeResize="0"/>
          <p:nvPr/>
        </p:nvPicPr>
        <p:blipFill rotWithShape="1">
          <a:blip r:embed="rId10">
            <a:alphaModFix/>
          </a:blip>
          <a:srcRect b="0" l="15975" r="22719" t="6576"/>
          <a:stretch/>
        </p:blipFill>
        <p:spPr>
          <a:xfrm>
            <a:off x="7157330" y="3054250"/>
            <a:ext cx="1244970" cy="1264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 name="Shape 1470"/>
        <p:cNvGrpSpPr/>
        <p:nvPr/>
      </p:nvGrpSpPr>
      <p:grpSpPr>
        <a:xfrm>
          <a:off x="0" y="0"/>
          <a:ext cx="0" cy="0"/>
          <a:chOff x="0" y="0"/>
          <a:chExt cx="0" cy="0"/>
        </a:xfrm>
      </p:grpSpPr>
      <p:sp>
        <p:nvSpPr>
          <p:cNvPr id="1471" name="Google Shape;1471;p144"/>
          <p:cNvSpPr txBox="1"/>
          <p:nvPr/>
        </p:nvSpPr>
        <p:spPr>
          <a:xfrm>
            <a:off x="2806500" y="3063344"/>
            <a:ext cx="6180300" cy="1398300"/>
          </a:xfrm>
          <a:prstGeom prst="rect">
            <a:avLst/>
          </a:prstGeom>
          <a:solidFill>
            <a:srgbClr val="F3F3F3"/>
          </a:solidFill>
          <a:ln>
            <a:noFill/>
          </a:ln>
        </p:spPr>
        <p:txBody>
          <a:bodyPr anchorCtr="0" anchor="t" bIns="182875" lIns="182875" spcFirstLastPara="1" rIns="182875" wrap="square" tIns="182875">
            <a:noAutofit/>
          </a:bodyPr>
          <a:lstStyle/>
          <a:p>
            <a:pPr indent="0" lvl="0" marL="0" rtl="0" algn="l">
              <a:lnSpc>
                <a:spcPct val="125000"/>
              </a:lnSpc>
              <a:spcBef>
                <a:spcPts val="0"/>
              </a:spcBef>
              <a:spcAft>
                <a:spcPts val="0"/>
              </a:spcAft>
              <a:buClr>
                <a:srgbClr val="000000"/>
              </a:buClr>
              <a:buSzPts val="1100"/>
              <a:buFont typeface="Arial"/>
              <a:buNone/>
            </a:pPr>
            <a:r>
              <a:t/>
            </a:r>
            <a:endParaRPr b="1">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What		</a:t>
            </a:r>
            <a:r>
              <a:rPr lang="en">
                <a:latin typeface="Twentieth Century"/>
                <a:ea typeface="Twentieth Century"/>
                <a:cs typeface="Twentieth Century"/>
                <a:sym typeface="Twentieth Century"/>
              </a:rPr>
              <a:t>Learn about AI tools for </a:t>
            </a:r>
            <a:r>
              <a:rPr lang="en">
                <a:solidFill>
                  <a:srgbClr val="000000"/>
                </a:solidFill>
                <a:latin typeface="Twentieth Century"/>
                <a:ea typeface="Twentieth Century"/>
                <a:cs typeface="Twentieth Century"/>
                <a:sym typeface="Twentieth Century"/>
              </a:rPr>
              <a:t>working with research code and data</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When		</a:t>
            </a:r>
            <a:r>
              <a:rPr lang="en">
                <a:latin typeface="Twentieth Century"/>
                <a:ea typeface="Twentieth Century"/>
                <a:cs typeface="Twentieth Century"/>
                <a:sym typeface="Twentieth Century"/>
              </a:rPr>
              <a:t>March 26, 2026 (Thursday): noon to 1 PM</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Where	</a:t>
            </a:r>
            <a:r>
              <a:rPr lang="en">
                <a:latin typeface="Twentieth Century"/>
                <a:ea typeface="Twentieth Century"/>
                <a:cs typeface="Twentieth Century"/>
                <a:sym typeface="Twentieth Century"/>
              </a:rPr>
              <a:t>Virtual</a:t>
            </a:r>
            <a:endParaRPr>
              <a:latin typeface="Twentieth Century"/>
              <a:ea typeface="Twentieth Century"/>
              <a:cs typeface="Twentieth Century"/>
              <a:sym typeface="Twentieth Century"/>
            </a:endParaRPr>
          </a:p>
        </p:txBody>
      </p:sp>
      <p:sp>
        <p:nvSpPr>
          <p:cNvPr id="1472" name="Google Shape;1472;p14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b="1" lang="en" sz="3600">
                <a:solidFill>
                  <a:schemeClr val="dk1"/>
                </a:solidFill>
                <a:latin typeface="Twentieth Century"/>
                <a:ea typeface="Twentieth Century"/>
                <a:cs typeface="Twentieth Century"/>
                <a:sym typeface="Twentieth Century"/>
              </a:rPr>
              <a:t>Upcoming Spring Workshops</a:t>
            </a:r>
            <a:endParaRPr b="1" sz="3600">
              <a:solidFill>
                <a:schemeClr val="dk1"/>
              </a:solidFill>
              <a:latin typeface="Twentieth Century"/>
              <a:ea typeface="Twentieth Century"/>
              <a:cs typeface="Twentieth Century"/>
              <a:sym typeface="Twentieth Century"/>
            </a:endParaRPr>
          </a:p>
        </p:txBody>
      </p:sp>
      <p:sp>
        <p:nvSpPr>
          <p:cNvPr id="1473" name="Google Shape;1473;p144"/>
          <p:cNvSpPr/>
          <p:nvPr/>
        </p:nvSpPr>
        <p:spPr>
          <a:xfrm>
            <a:off x="408125" y="3469100"/>
            <a:ext cx="1789800" cy="1380900"/>
          </a:xfrm>
          <a:prstGeom prst="rect">
            <a:avLst/>
          </a:prstGeom>
          <a:solidFill>
            <a:srgbClr val="F7F7F7"/>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74" name="Google Shape;1474;p144"/>
          <p:cNvSpPr/>
          <p:nvPr/>
        </p:nvSpPr>
        <p:spPr>
          <a:xfrm>
            <a:off x="330039" y="1460300"/>
            <a:ext cx="1861800" cy="1398300"/>
          </a:xfrm>
          <a:prstGeom prst="rect">
            <a:avLst/>
          </a:prstGeom>
          <a:solidFill>
            <a:srgbClr val="F7F7F7"/>
          </a:solidFill>
          <a:ln cap="flat" cmpd="sng" w="9525">
            <a:solidFill>
              <a:srgbClr val="FBFBF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75" name="Google Shape;1475;p144"/>
          <p:cNvSpPr txBox="1"/>
          <p:nvPr/>
        </p:nvSpPr>
        <p:spPr>
          <a:xfrm>
            <a:off x="2781298" y="1178100"/>
            <a:ext cx="6230700" cy="327600"/>
          </a:xfrm>
          <a:prstGeom prst="rect">
            <a:avLst/>
          </a:prstGeom>
          <a:solidFill>
            <a:srgbClr val="85200C"/>
          </a:solidFill>
          <a:ln>
            <a:noFill/>
          </a:ln>
        </p:spPr>
        <p:txBody>
          <a:bodyPr anchorCtr="0" anchor="t" bIns="0" lIns="91425" spcFirstLastPara="1" rIns="91425" wrap="square" tIns="0">
            <a:noAutofit/>
          </a:bodyPr>
          <a:lstStyle/>
          <a:p>
            <a:pPr indent="0" lvl="0" marL="0" rtl="0" algn="l">
              <a:spcBef>
                <a:spcPts val="0"/>
              </a:spcBef>
              <a:spcAft>
                <a:spcPts val="0"/>
              </a:spcAft>
              <a:buNone/>
            </a:pPr>
            <a:r>
              <a:rPr b="1" lang="en" sz="1900">
                <a:solidFill>
                  <a:schemeClr val="lt1"/>
                </a:solidFill>
                <a:latin typeface="Twentieth Century"/>
                <a:ea typeface="Twentieth Century"/>
                <a:cs typeface="Twentieth Century"/>
                <a:sym typeface="Twentieth Century"/>
              </a:rPr>
              <a:t>Data &amp; Donuts Workshop Series</a:t>
            </a:r>
            <a:endParaRPr b="1" sz="1900">
              <a:solidFill>
                <a:schemeClr val="lt1"/>
              </a:solidFill>
              <a:latin typeface="Twentieth Century"/>
              <a:ea typeface="Twentieth Century"/>
              <a:cs typeface="Twentieth Century"/>
              <a:sym typeface="Twentieth Century"/>
            </a:endParaRPr>
          </a:p>
        </p:txBody>
      </p:sp>
      <p:sp>
        <p:nvSpPr>
          <p:cNvPr id="1476" name="Google Shape;1476;p144"/>
          <p:cNvSpPr txBox="1"/>
          <p:nvPr/>
        </p:nvSpPr>
        <p:spPr>
          <a:xfrm>
            <a:off x="2781300" y="1513613"/>
            <a:ext cx="6230700" cy="15492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What		</a:t>
            </a:r>
            <a:r>
              <a:rPr lang="en">
                <a:latin typeface="Twentieth Century"/>
                <a:ea typeface="Twentieth Century"/>
                <a:cs typeface="Twentieth Century"/>
                <a:sym typeface="Twentieth Century"/>
              </a:rPr>
              <a:t>Workshops covering research data practices and software</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When		</a:t>
            </a:r>
            <a:r>
              <a:rPr lang="en">
                <a:latin typeface="Twentieth Century"/>
                <a:ea typeface="Twentieth Century"/>
                <a:cs typeface="Twentieth Century"/>
                <a:sym typeface="Twentieth Century"/>
              </a:rPr>
              <a:t>On the following dates: Jan. 30, Feb. 10, Feb. 11, Feb. 13, and Feb. 27</a:t>
            </a:r>
            <a:endParaRPr sz="1300">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Time		</a:t>
            </a:r>
            <a:r>
              <a:rPr lang="en">
                <a:latin typeface="Twentieth Century"/>
                <a:ea typeface="Twentieth Century"/>
                <a:cs typeface="Twentieth Century"/>
                <a:sym typeface="Twentieth Century"/>
              </a:rPr>
              <a:t>12pm - 1:15pm</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Where	</a:t>
            </a:r>
            <a:r>
              <a:rPr lang="en">
                <a:latin typeface="Twentieth Century"/>
                <a:ea typeface="Twentieth Century"/>
                <a:cs typeface="Twentieth Century"/>
                <a:sym typeface="Twentieth Century"/>
              </a:rPr>
              <a:t>Zoom (all dates) / </a:t>
            </a:r>
            <a:r>
              <a:rPr lang="en" u="sng">
                <a:solidFill>
                  <a:srgbClr val="0097A7"/>
                </a:solidFill>
                <a:latin typeface="Twentieth Century"/>
                <a:ea typeface="Twentieth Century"/>
                <a:cs typeface="Twentieth Century"/>
                <a:sym typeface="Twentieth Century"/>
                <a:hlinkClick r:id="rId3">
                  <a:extLst>
                    <a:ext uri="{A12FA001-AC4F-418D-AE19-62706E023703}">
                      <ahyp:hlinkClr val="tx"/>
                    </a:ext>
                  </a:extLst>
                </a:hlinkClick>
              </a:rPr>
              <a:t>PCL Scholars Lab</a:t>
            </a:r>
            <a:r>
              <a:rPr lang="en">
                <a:latin typeface="Twentieth Century"/>
                <a:ea typeface="Twentieth Century"/>
                <a:cs typeface="Twentieth Century"/>
                <a:sym typeface="Twentieth Century"/>
              </a:rPr>
              <a:t> (select dates)</a:t>
            </a:r>
            <a:endParaRPr>
              <a:latin typeface="Twentieth Century"/>
              <a:ea typeface="Twentieth Century"/>
              <a:cs typeface="Twentieth Century"/>
              <a:sym typeface="Twentieth Century"/>
            </a:endParaRPr>
          </a:p>
          <a:p>
            <a:pPr indent="0" lvl="0" marL="0" rtl="0" algn="l">
              <a:lnSpc>
                <a:spcPct val="125000"/>
              </a:lnSpc>
              <a:spcBef>
                <a:spcPts val="0"/>
              </a:spcBef>
              <a:spcAft>
                <a:spcPts val="0"/>
              </a:spcAft>
              <a:buNone/>
            </a:pPr>
            <a:r>
              <a:rPr b="1" lang="en">
                <a:latin typeface="Twentieth Century"/>
                <a:ea typeface="Twentieth Century"/>
                <a:cs typeface="Twentieth Century"/>
                <a:sym typeface="Twentieth Century"/>
              </a:rPr>
              <a:t>More info</a:t>
            </a:r>
            <a:r>
              <a:rPr lang="en">
                <a:latin typeface="Twentieth Century"/>
                <a:ea typeface="Twentieth Century"/>
                <a:cs typeface="Twentieth Century"/>
                <a:sym typeface="Twentieth Century"/>
              </a:rPr>
              <a:t>	</a:t>
            </a:r>
            <a:r>
              <a:rPr lang="en" u="sng">
                <a:solidFill>
                  <a:srgbClr val="0097A7"/>
                </a:solidFill>
                <a:latin typeface="Twentieth Century"/>
                <a:ea typeface="Twentieth Century"/>
                <a:cs typeface="Twentieth Century"/>
                <a:sym typeface="Twentieth Century"/>
                <a:hlinkClick r:id="rId4">
                  <a:extLst>
                    <a:ext uri="{A12FA001-AC4F-418D-AE19-62706E023703}">
                      <ahyp:hlinkClr val="tx"/>
                    </a:ext>
                  </a:extLst>
                </a:hlinkClick>
              </a:rPr>
              <a:t>https://guides.lib.utexas.edu/data-and-donuts</a:t>
            </a:r>
            <a:r>
              <a:rPr lang="en">
                <a:latin typeface="Twentieth Century"/>
                <a:ea typeface="Twentieth Century"/>
                <a:cs typeface="Twentieth Century"/>
                <a:sym typeface="Twentieth Century"/>
              </a:rPr>
              <a:t> </a:t>
            </a:r>
            <a:endParaRPr>
              <a:latin typeface="Twentieth Century"/>
              <a:ea typeface="Twentieth Century"/>
              <a:cs typeface="Twentieth Century"/>
              <a:sym typeface="Twentieth Century"/>
            </a:endParaRPr>
          </a:p>
        </p:txBody>
      </p:sp>
      <p:sp>
        <p:nvSpPr>
          <p:cNvPr id="1477" name="Google Shape;1477;p144"/>
          <p:cNvSpPr txBox="1"/>
          <p:nvPr/>
        </p:nvSpPr>
        <p:spPr>
          <a:xfrm>
            <a:off x="2781300" y="3086384"/>
            <a:ext cx="6230700" cy="327600"/>
          </a:xfrm>
          <a:prstGeom prst="rect">
            <a:avLst/>
          </a:prstGeom>
          <a:solidFill>
            <a:srgbClr val="85200C"/>
          </a:solidFill>
          <a:ln>
            <a:noFill/>
          </a:ln>
        </p:spPr>
        <p:txBody>
          <a:bodyPr anchorCtr="0" anchor="t" bIns="0" lIns="91425" spcFirstLastPara="1" rIns="91425" wrap="square" tIns="0">
            <a:noAutofit/>
          </a:bodyPr>
          <a:lstStyle/>
          <a:p>
            <a:pPr indent="0" lvl="0" marL="0" rtl="0" algn="l">
              <a:spcBef>
                <a:spcPts val="0"/>
              </a:spcBef>
              <a:spcAft>
                <a:spcPts val="0"/>
              </a:spcAft>
              <a:buNone/>
            </a:pPr>
            <a:r>
              <a:rPr b="1" lang="en" sz="1900">
                <a:solidFill>
                  <a:schemeClr val="lt1"/>
                </a:solidFill>
                <a:latin typeface="Twentieth Century"/>
                <a:ea typeface="Twentieth Century"/>
                <a:cs typeface="Twentieth Century"/>
                <a:sym typeface="Twentieth Century"/>
              </a:rPr>
              <a:t>Using AI for Research</a:t>
            </a:r>
            <a:endParaRPr b="1" sz="1900">
              <a:solidFill>
                <a:schemeClr val="lt1"/>
              </a:solidFill>
              <a:latin typeface="Twentieth Century"/>
              <a:ea typeface="Twentieth Century"/>
              <a:cs typeface="Twentieth Century"/>
              <a:sym typeface="Twentieth Century"/>
            </a:endParaRPr>
          </a:p>
        </p:txBody>
      </p:sp>
      <p:pic>
        <p:nvPicPr>
          <p:cNvPr id="1478" name="Google Shape;1478;p144"/>
          <p:cNvPicPr preferRelativeResize="0"/>
          <p:nvPr/>
        </p:nvPicPr>
        <p:blipFill rotWithShape="1">
          <a:blip r:embed="rId5">
            <a:alphaModFix/>
          </a:blip>
          <a:srcRect b="0" l="62910" r="-208" t="67448"/>
          <a:stretch/>
        </p:blipFill>
        <p:spPr>
          <a:xfrm>
            <a:off x="373647" y="2529716"/>
            <a:ext cx="1818030" cy="301939"/>
          </a:xfrm>
          <a:prstGeom prst="rect">
            <a:avLst/>
          </a:prstGeom>
          <a:noFill/>
          <a:ln>
            <a:noFill/>
          </a:ln>
        </p:spPr>
      </p:pic>
      <p:pic>
        <p:nvPicPr>
          <p:cNvPr id="1479" name="Google Shape;1479;p144"/>
          <p:cNvPicPr preferRelativeResize="0"/>
          <p:nvPr/>
        </p:nvPicPr>
        <p:blipFill rotWithShape="1">
          <a:blip r:embed="rId6">
            <a:alphaModFix/>
          </a:blip>
          <a:srcRect b="19376" l="0" r="0" t="4756"/>
          <a:stretch/>
        </p:blipFill>
        <p:spPr>
          <a:xfrm>
            <a:off x="469100" y="3193334"/>
            <a:ext cx="1665025" cy="1263150"/>
          </a:xfrm>
          <a:prstGeom prst="rect">
            <a:avLst/>
          </a:prstGeom>
          <a:noFill/>
          <a:ln>
            <a:noFill/>
          </a:ln>
        </p:spPr>
      </p:pic>
      <p:pic>
        <p:nvPicPr>
          <p:cNvPr id="1480" name="Google Shape;1480;p144"/>
          <p:cNvPicPr preferRelativeResize="0"/>
          <p:nvPr/>
        </p:nvPicPr>
        <p:blipFill rotWithShape="1">
          <a:blip r:embed="rId5">
            <a:alphaModFix/>
          </a:blip>
          <a:srcRect b="0" l="0" r="37154" t="0"/>
          <a:stretch/>
        </p:blipFill>
        <p:spPr>
          <a:xfrm>
            <a:off x="373647" y="1482648"/>
            <a:ext cx="1778400" cy="645419"/>
          </a:xfrm>
          <a:prstGeom prst="rect">
            <a:avLst/>
          </a:prstGeom>
          <a:noFill/>
          <a:ln>
            <a:noFill/>
          </a:ln>
        </p:spPr>
      </p:pic>
      <p:sp>
        <p:nvSpPr>
          <p:cNvPr id="1481" name="Google Shape;1481;p144"/>
          <p:cNvSpPr txBox="1"/>
          <p:nvPr/>
        </p:nvSpPr>
        <p:spPr>
          <a:xfrm>
            <a:off x="400825" y="2156225"/>
            <a:ext cx="1733400" cy="301800"/>
          </a:xfrm>
          <a:prstGeom prst="rect">
            <a:avLst/>
          </a:prstGeom>
          <a:solidFill>
            <a:srgbClr val="274E13"/>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1700">
                <a:solidFill>
                  <a:schemeClr val="lt1"/>
                </a:solidFill>
                <a:latin typeface="Twentieth Century"/>
                <a:ea typeface="Twentieth Century"/>
                <a:cs typeface="Twentieth Century"/>
                <a:sym typeface="Twentieth Century"/>
              </a:rPr>
              <a:t>Spring 2026</a:t>
            </a:r>
            <a:endParaRPr b="1" sz="1700">
              <a:solidFill>
                <a:schemeClr val="lt1"/>
              </a:solidFill>
              <a:latin typeface="Twentieth Century"/>
              <a:ea typeface="Twentieth Century"/>
              <a:cs typeface="Twentieth Century"/>
              <a:sym typeface="Twentieth Century"/>
            </a:endParaRPr>
          </a:p>
        </p:txBody>
      </p:sp>
      <p:sp>
        <p:nvSpPr>
          <p:cNvPr id="1482" name="Google Shape;1482;p144"/>
          <p:cNvSpPr txBox="1"/>
          <p:nvPr/>
        </p:nvSpPr>
        <p:spPr>
          <a:xfrm>
            <a:off x="3279300" y="4495574"/>
            <a:ext cx="586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Mulish"/>
                <a:ea typeface="Mulish"/>
                <a:cs typeface="Mulish"/>
                <a:sym typeface="Mulish"/>
              </a:rPr>
              <a:t>Library Events: https://lib.utexas.edu/events</a:t>
            </a:r>
            <a:endParaRPr>
              <a:solidFill>
                <a:schemeClr val="dk1"/>
              </a:solidFill>
              <a:latin typeface="Mulish"/>
              <a:ea typeface="Mulish"/>
              <a:cs typeface="Mulish"/>
              <a:sym typeface="Mulish"/>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6" name="Shape 1486"/>
        <p:cNvGrpSpPr/>
        <p:nvPr/>
      </p:nvGrpSpPr>
      <p:grpSpPr>
        <a:xfrm>
          <a:off x="0" y="0"/>
          <a:ext cx="0" cy="0"/>
          <a:chOff x="0" y="0"/>
          <a:chExt cx="0" cy="0"/>
        </a:xfrm>
      </p:grpSpPr>
      <p:sp>
        <p:nvSpPr>
          <p:cNvPr id="1487" name="Google Shape;1487;p14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400"/>
              <a:buNone/>
            </a:pPr>
            <a:r>
              <a:rPr b="1" lang="en" sz="3000">
                <a:solidFill>
                  <a:schemeClr val="dk1"/>
                </a:solidFill>
                <a:latin typeface="Trebuchet MS"/>
                <a:ea typeface="Trebuchet MS"/>
                <a:cs typeface="Trebuchet MS"/>
                <a:sym typeface="Trebuchet MS"/>
              </a:rPr>
              <a:t>Code of Conduct</a:t>
            </a:r>
            <a:endParaRPr b="1" sz="3000">
              <a:solidFill>
                <a:schemeClr val="dk1"/>
              </a:solidFill>
              <a:latin typeface="Trebuchet MS"/>
              <a:ea typeface="Trebuchet MS"/>
              <a:cs typeface="Trebuchet MS"/>
              <a:sym typeface="Trebuchet MS"/>
            </a:endParaRPr>
          </a:p>
        </p:txBody>
      </p:sp>
      <p:sp>
        <p:nvSpPr>
          <p:cNvPr id="1488" name="Google Shape;1488;p145"/>
          <p:cNvSpPr txBox="1"/>
          <p:nvPr>
            <p:ph idx="4294967295" type="body"/>
          </p:nvPr>
        </p:nvSpPr>
        <p:spPr>
          <a:xfrm>
            <a:off x="332525" y="1025600"/>
            <a:ext cx="8659200" cy="3604200"/>
          </a:xfrm>
          <a:prstGeom prst="rect">
            <a:avLst/>
          </a:prstGeom>
          <a:noFill/>
          <a:ln>
            <a:noFill/>
          </a:ln>
        </p:spPr>
        <p:txBody>
          <a:bodyPr anchorCtr="0" anchor="t" bIns="91425" lIns="91425" spcFirstLastPara="1" rIns="91425" wrap="square" tIns="91425">
            <a:normAutofit/>
          </a:bodyPr>
          <a:lstStyle/>
          <a:p>
            <a:pPr indent="-349250" lvl="0" marL="457200" rtl="0" algn="l">
              <a:lnSpc>
                <a:spcPct val="150000"/>
              </a:lnSpc>
              <a:spcBef>
                <a:spcPts val="640"/>
              </a:spcBef>
              <a:spcAft>
                <a:spcPts val="0"/>
              </a:spcAft>
              <a:buClr>
                <a:schemeClr val="dk1"/>
              </a:buClr>
              <a:buSzPts val="1900"/>
              <a:buFont typeface="Twentieth Century"/>
              <a:buChar char="•"/>
            </a:pPr>
            <a:r>
              <a:rPr lang="en" sz="1900">
                <a:solidFill>
                  <a:schemeClr val="dk1"/>
                </a:solidFill>
                <a:latin typeface="Twentieth Century"/>
                <a:ea typeface="Twentieth Century"/>
                <a:cs typeface="Twentieth Century"/>
                <a:sym typeface="Twentieth Century"/>
              </a:rPr>
              <a:t>Use welcoming and inclusive language</a:t>
            </a:r>
            <a:endParaRPr sz="1900">
              <a:solidFill>
                <a:schemeClr val="dk1"/>
              </a:solidFill>
              <a:latin typeface="Twentieth Century"/>
              <a:ea typeface="Twentieth Century"/>
              <a:cs typeface="Twentieth Century"/>
              <a:sym typeface="Twentieth Century"/>
            </a:endParaRPr>
          </a:p>
          <a:p>
            <a:pPr indent="-349250" lvl="0" marL="457200" rtl="0" algn="l">
              <a:lnSpc>
                <a:spcPct val="150000"/>
              </a:lnSpc>
              <a:spcBef>
                <a:spcPts val="640"/>
              </a:spcBef>
              <a:spcAft>
                <a:spcPts val="0"/>
              </a:spcAft>
              <a:buClr>
                <a:schemeClr val="dk1"/>
              </a:buClr>
              <a:buSzPts val="1900"/>
              <a:buFont typeface="Twentieth Century"/>
              <a:buChar char="•"/>
            </a:pPr>
            <a:r>
              <a:rPr lang="en" sz="1900">
                <a:solidFill>
                  <a:schemeClr val="dk1"/>
                </a:solidFill>
                <a:latin typeface="Twentieth Century"/>
                <a:ea typeface="Twentieth Century"/>
                <a:cs typeface="Twentieth Century"/>
                <a:sym typeface="Twentieth Century"/>
              </a:rPr>
              <a:t>Be respectful of different viewpoints and experiences</a:t>
            </a:r>
            <a:endParaRPr sz="1900">
              <a:solidFill>
                <a:schemeClr val="dk1"/>
              </a:solidFill>
              <a:latin typeface="Twentieth Century"/>
              <a:ea typeface="Twentieth Century"/>
              <a:cs typeface="Twentieth Century"/>
              <a:sym typeface="Twentieth Century"/>
            </a:endParaRPr>
          </a:p>
          <a:p>
            <a:pPr indent="-349250" lvl="0" marL="457200" rtl="0" algn="l">
              <a:lnSpc>
                <a:spcPct val="150000"/>
              </a:lnSpc>
              <a:spcBef>
                <a:spcPts val="640"/>
              </a:spcBef>
              <a:spcAft>
                <a:spcPts val="0"/>
              </a:spcAft>
              <a:buClr>
                <a:schemeClr val="dk1"/>
              </a:buClr>
              <a:buSzPts val="1900"/>
              <a:buFont typeface="Twentieth Century"/>
              <a:buChar char="•"/>
            </a:pPr>
            <a:r>
              <a:rPr lang="en" sz="1900">
                <a:solidFill>
                  <a:schemeClr val="dk1"/>
                </a:solidFill>
                <a:latin typeface="Twentieth Century"/>
                <a:ea typeface="Twentieth Century"/>
                <a:cs typeface="Twentieth Century"/>
                <a:sym typeface="Twentieth Century"/>
              </a:rPr>
              <a:t>Gracefully accept constructive criticism</a:t>
            </a:r>
            <a:endParaRPr sz="1900">
              <a:solidFill>
                <a:schemeClr val="dk1"/>
              </a:solidFill>
              <a:latin typeface="Twentieth Century"/>
              <a:ea typeface="Twentieth Century"/>
              <a:cs typeface="Twentieth Century"/>
              <a:sym typeface="Twentieth Century"/>
            </a:endParaRPr>
          </a:p>
          <a:p>
            <a:pPr indent="-349250" lvl="0" marL="457200" rtl="0" algn="l">
              <a:lnSpc>
                <a:spcPct val="150000"/>
              </a:lnSpc>
              <a:spcBef>
                <a:spcPts val="640"/>
              </a:spcBef>
              <a:spcAft>
                <a:spcPts val="0"/>
              </a:spcAft>
              <a:buClr>
                <a:schemeClr val="dk1"/>
              </a:buClr>
              <a:buSzPts val="1900"/>
              <a:buFont typeface="Twentieth Century"/>
              <a:buChar char="•"/>
            </a:pPr>
            <a:r>
              <a:rPr lang="en" sz="1900">
                <a:solidFill>
                  <a:schemeClr val="dk1"/>
                </a:solidFill>
                <a:latin typeface="Twentieth Century"/>
                <a:ea typeface="Twentieth Century"/>
                <a:cs typeface="Twentieth Century"/>
                <a:sym typeface="Twentieth Century"/>
              </a:rPr>
              <a:t>Focus on what is best for the community</a:t>
            </a:r>
            <a:endParaRPr sz="1900">
              <a:solidFill>
                <a:schemeClr val="dk1"/>
              </a:solidFill>
              <a:latin typeface="Twentieth Century"/>
              <a:ea typeface="Twentieth Century"/>
              <a:cs typeface="Twentieth Century"/>
              <a:sym typeface="Twentieth Century"/>
            </a:endParaRPr>
          </a:p>
          <a:p>
            <a:pPr indent="-349250" lvl="0" marL="457200" rtl="0" algn="l">
              <a:lnSpc>
                <a:spcPct val="150000"/>
              </a:lnSpc>
              <a:spcBef>
                <a:spcPts val="640"/>
              </a:spcBef>
              <a:spcAft>
                <a:spcPts val="0"/>
              </a:spcAft>
              <a:buClr>
                <a:schemeClr val="dk1"/>
              </a:buClr>
              <a:buSzPts val="1900"/>
              <a:buFont typeface="Twentieth Century"/>
              <a:buChar char="•"/>
            </a:pPr>
            <a:r>
              <a:rPr lang="en" sz="1900">
                <a:solidFill>
                  <a:schemeClr val="dk1"/>
                </a:solidFill>
                <a:latin typeface="Twentieth Century"/>
                <a:ea typeface="Twentieth Century"/>
                <a:cs typeface="Twentieth Century"/>
                <a:sym typeface="Twentieth Century"/>
              </a:rPr>
              <a:t>Show courtesy and respect towards other community members</a:t>
            </a:r>
            <a:br>
              <a:rPr lang="en" sz="1900">
                <a:solidFill>
                  <a:schemeClr val="dk1"/>
                </a:solidFill>
                <a:latin typeface="Twentieth Century"/>
                <a:ea typeface="Twentieth Century"/>
                <a:cs typeface="Twentieth Century"/>
                <a:sym typeface="Twentieth Century"/>
              </a:rPr>
            </a:br>
            <a:endParaRPr sz="1900">
              <a:solidFill>
                <a:schemeClr val="dk1"/>
              </a:solidFill>
              <a:latin typeface="Twentieth Century"/>
              <a:ea typeface="Twentieth Century"/>
              <a:cs typeface="Twentieth Century"/>
              <a:sym typeface="Twentieth Century"/>
            </a:endParaRPr>
          </a:p>
          <a:p>
            <a:pPr indent="0" lvl="0" marL="0" rtl="0" algn="l">
              <a:lnSpc>
                <a:spcPct val="150000"/>
              </a:lnSpc>
              <a:spcBef>
                <a:spcPts val="640"/>
              </a:spcBef>
              <a:spcAft>
                <a:spcPts val="0"/>
              </a:spcAft>
              <a:buSzPts val="1800"/>
              <a:buNone/>
            </a:pPr>
            <a:r>
              <a:rPr i="1" lang="en" sz="1900">
                <a:solidFill>
                  <a:schemeClr val="dk1"/>
                </a:solidFill>
                <a:latin typeface="Twentieth Century"/>
                <a:ea typeface="Twentieth Century"/>
                <a:cs typeface="Twentieth Century"/>
                <a:sym typeface="Twentieth Century"/>
              </a:rPr>
              <a:t>Contact any Helper or Instructor for assistance</a:t>
            </a:r>
            <a:endParaRPr i="1" sz="19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2" name="Shape 1492"/>
        <p:cNvGrpSpPr/>
        <p:nvPr/>
      </p:nvGrpSpPr>
      <p:grpSpPr>
        <a:xfrm>
          <a:off x="0" y="0"/>
          <a:ext cx="0" cy="0"/>
          <a:chOff x="0" y="0"/>
          <a:chExt cx="0" cy="0"/>
        </a:xfrm>
      </p:grpSpPr>
      <p:sp>
        <p:nvSpPr>
          <p:cNvPr id="1493" name="Google Shape;1493;p1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Goals - Introduce you to Python </a:t>
            </a:r>
            <a:endParaRPr/>
          </a:p>
        </p:txBody>
      </p:sp>
      <p:sp>
        <p:nvSpPr>
          <p:cNvPr id="1494" name="Google Shape;1494;p146"/>
          <p:cNvSpPr txBox="1"/>
          <p:nvPr>
            <p:ph idx="4" type="subTitle"/>
          </p:nvPr>
        </p:nvSpPr>
        <p:spPr>
          <a:xfrm>
            <a:off x="217969" y="1402075"/>
            <a:ext cx="8721600" cy="534900"/>
          </a:xfrm>
          <a:prstGeom prst="rect">
            <a:avLst/>
          </a:prstGeom>
        </p:spPr>
        <p:txBody>
          <a:bodyPr anchorCtr="0" anchor="ctr" bIns="103500" lIns="103500" spcFirstLastPara="1" rIns="103500" wrap="square" tIns="103500">
            <a:noAutofit/>
          </a:bodyPr>
          <a:lstStyle/>
          <a:p>
            <a:pPr indent="0" lvl="0" marL="0" rtl="0" algn="l">
              <a:spcBef>
                <a:spcPts val="0"/>
              </a:spcBef>
              <a:spcAft>
                <a:spcPts val="0"/>
              </a:spcAft>
              <a:buNone/>
            </a:pPr>
            <a:r>
              <a:t/>
            </a:r>
            <a:endParaRPr sz="1636"/>
          </a:p>
          <a:p>
            <a:pPr indent="0" lvl="0" marL="0" rtl="0" algn="l">
              <a:spcBef>
                <a:spcPts val="0"/>
              </a:spcBef>
              <a:spcAft>
                <a:spcPts val="0"/>
              </a:spcAft>
              <a:buNone/>
            </a:pPr>
            <a:r>
              <a:rPr lang="en" sz="1636">
                <a:solidFill>
                  <a:schemeClr val="dk1"/>
                </a:solidFill>
              </a:rPr>
              <a:t>Introduce the fundamental knowledge required to help you start using Python</a:t>
            </a:r>
            <a:endParaRPr sz="1636">
              <a:solidFill>
                <a:schemeClr val="dk1"/>
              </a:solidFill>
            </a:endParaRPr>
          </a:p>
          <a:p>
            <a:pPr indent="0" lvl="0" marL="0" rtl="0" algn="l">
              <a:spcBef>
                <a:spcPts val="0"/>
              </a:spcBef>
              <a:spcAft>
                <a:spcPts val="0"/>
              </a:spcAft>
              <a:buNone/>
            </a:pPr>
            <a:r>
              <a:t/>
            </a:r>
            <a:endParaRPr sz="1636"/>
          </a:p>
        </p:txBody>
      </p:sp>
      <p:sp>
        <p:nvSpPr>
          <p:cNvPr id="1495" name="Google Shape;1495;p146"/>
          <p:cNvSpPr txBox="1"/>
          <p:nvPr>
            <p:ph idx="5" type="subTitle"/>
          </p:nvPr>
        </p:nvSpPr>
        <p:spPr>
          <a:xfrm>
            <a:off x="217940" y="2258825"/>
            <a:ext cx="8721600" cy="597600"/>
          </a:xfrm>
          <a:prstGeom prst="rect">
            <a:avLst/>
          </a:prstGeom>
        </p:spPr>
        <p:txBody>
          <a:bodyPr anchorCtr="0" anchor="ctr" bIns="103500" lIns="103500" spcFirstLastPara="1" rIns="103500" wrap="square" tIns="103500">
            <a:noAutofit/>
          </a:bodyPr>
          <a:lstStyle/>
          <a:p>
            <a:pPr indent="0" lvl="0" marL="0" rtl="0" algn="l">
              <a:spcBef>
                <a:spcPts val="0"/>
              </a:spcBef>
              <a:spcAft>
                <a:spcPts val="0"/>
              </a:spcAft>
              <a:buNone/>
            </a:pPr>
            <a:r>
              <a:t/>
            </a:r>
            <a:endParaRPr sz="1636"/>
          </a:p>
          <a:p>
            <a:pPr indent="0" lvl="0" marL="0" rtl="0" algn="l">
              <a:spcBef>
                <a:spcPts val="0"/>
              </a:spcBef>
              <a:spcAft>
                <a:spcPts val="0"/>
              </a:spcAft>
              <a:buNone/>
            </a:pPr>
            <a:r>
              <a:t/>
            </a:r>
            <a:endParaRPr sz="1636"/>
          </a:p>
          <a:p>
            <a:pPr indent="0" lvl="0" marL="0" rtl="0" algn="l">
              <a:spcBef>
                <a:spcPts val="0"/>
              </a:spcBef>
              <a:spcAft>
                <a:spcPts val="0"/>
              </a:spcAft>
              <a:buNone/>
            </a:pPr>
            <a:r>
              <a:rPr lang="en" sz="1636">
                <a:solidFill>
                  <a:schemeClr val="dk1"/>
                </a:solidFill>
              </a:rPr>
              <a:t>Learn some of the vocabulary of Python, such as Data Types, Variables, Functions</a:t>
            </a:r>
            <a:endParaRPr sz="1636">
              <a:solidFill>
                <a:schemeClr val="dk1"/>
              </a:solidFill>
            </a:endParaRPr>
          </a:p>
          <a:p>
            <a:pPr indent="0" lvl="0" marL="0" rtl="0" algn="l">
              <a:spcBef>
                <a:spcPts val="0"/>
              </a:spcBef>
              <a:spcAft>
                <a:spcPts val="0"/>
              </a:spcAft>
              <a:buNone/>
            </a:pPr>
            <a:r>
              <a:t/>
            </a:r>
            <a:endParaRPr sz="1636"/>
          </a:p>
        </p:txBody>
      </p:sp>
      <p:sp>
        <p:nvSpPr>
          <p:cNvPr id="1496" name="Google Shape;1496;p146"/>
          <p:cNvSpPr txBox="1"/>
          <p:nvPr>
            <p:ph idx="6" type="subTitle"/>
          </p:nvPr>
        </p:nvSpPr>
        <p:spPr>
          <a:xfrm>
            <a:off x="217940" y="3178067"/>
            <a:ext cx="8721600" cy="445800"/>
          </a:xfrm>
          <a:prstGeom prst="rect">
            <a:avLst/>
          </a:prstGeom>
        </p:spPr>
        <p:txBody>
          <a:bodyPr anchorCtr="0" anchor="ctr" bIns="103500" lIns="103500" spcFirstLastPara="1" rIns="103500" wrap="square" tIns="103500">
            <a:noAutofit/>
          </a:bodyPr>
          <a:lstStyle/>
          <a:p>
            <a:pPr indent="0" lvl="0" marL="0" rtl="0" algn="l">
              <a:spcBef>
                <a:spcPts val="0"/>
              </a:spcBef>
              <a:spcAft>
                <a:spcPts val="0"/>
              </a:spcAft>
              <a:buNone/>
            </a:pPr>
            <a:r>
              <a:rPr lang="en" sz="1636">
                <a:solidFill>
                  <a:schemeClr val="dk1"/>
                </a:solidFill>
              </a:rPr>
              <a:t>U</a:t>
            </a:r>
            <a:r>
              <a:rPr lang="en" sz="1636">
                <a:solidFill>
                  <a:schemeClr val="dk1"/>
                </a:solidFill>
              </a:rPr>
              <a:t>se Python without installing any software - this workshop will use Google Colab</a:t>
            </a:r>
            <a:endParaRPr sz="1636"/>
          </a:p>
        </p:txBody>
      </p:sp>
      <p:sp>
        <p:nvSpPr>
          <p:cNvPr id="1497" name="Google Shape;1497;p14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498" name="Google Shape;1498;p146"/>
          <p:cNvSpPr txBox="1"/>
          <p:nvPr>
            <p:ph idx="6" type="subTitle"/>
          </p:nvPr>
        </p:nvSpPr>
        <p:spPr>
          <a:xfrm>
            <a:off x="217975" y="3945501"/>
            <a:ext cx="8721600" cy="597600"/>
          </a:xfrm>
          <a:prstGeom prst="rect">
            <a:avLst/>
          </a:prstGeom>
        </p:spPr>
        <p:txBody>
          <a:bodyPr anchorCtr="0" anchor="ctr" bIns="103500" lIns="103500" spcFirstLastPara="1" rIns="103500" wrap="square" tIns="103500">
            <a:noAutofit/>
          </a:bodyPr>
          <a:lstStyle/>
          <a:p>
            <a:pPr indent="0" lvl="0" marL="0" rtl="0" algn="l">
              <a:spcBef>
                <a:spcPts val="0"/>
              </a:spcBef>
              <a:spcAft>
                <a:spcPts val="0"/>
              </a:spcAft>
              <a:buNone/>
            </a:pPr>
            <a:r>
              <a:rPr lang="en" sz="1636"/>
              <a:t>Learn about resources to help you when you have a question or a problem</a:t>
            </a:r>
            <a:endParaRPr sz="1636"/>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2" name="Shape 1502"/>
        <p:cNvGrpSpPr/>
        <p:nvPr/>
      </p:nvGrpSpPr>
      <p:grpSpPr>
        <a:xfrm>
          <a:off x="0" y="0"/>
          <a:ext cx="0" cy="0"/>
          <a:chOff x="0" y="0"/>
          <a:chExt cx="0" cy="0"/>
        </a:xfrm>
      </p:grpSpPr>
      <p:sp>
        <p:nvSpPr>
          <p:cNvPr id="1503" name="Google Shape;1503;p147"/>
          <p:cNvSpPr txBox="1"/>
          <p:nvPr>
            <p:ph type="title"/>
          </p:nvPr>
        </p:nvSpPr>
        <p:spPr>
          <a:xfrm>
            <a:off x="247625" y="492800"/>
            <a:ext cx="8694300" cy="646800"/>
          </a:xfrm>
          <a:prstGeom prst="rect">
            <a:avLst/>
          </a:prstGeom>
        </p:spPr>
        <p:txBody>
          <a:bodyPr anchorCtr="0" anchor="t" bIns="116900" lIns="116900" spcFirstLastPara="1" rIns="116900" wrap="square" tIns="116900">
            <a:noAutofit/>
          </a:bodyPr>
          <a:lstStyle/>
          <a:p>
            <a:pPr indent="0" lvl="0" marL="0" rtl="0" algn="l">
              <a:spcBef>
                <a:spcPts val="0"/>
              </a:spcBef>
              <a:spcAft>
                <a:spcPts val="0"/>
              </a:spcAft>
              <a:buNone/>
            </a:pPr>
            <a:r>
              <a:rPr lang="en" sz="3035"/>
              <a:t>What is Python &amp; why you should  learn it</a:t>
            </a:r>
            <a:endParaRPr sz="3035"/>
          </a:p>
        </p:txBody>
      </p:sp>
      <p:sp>
        <p:nvSpPr>
          <p:cNvPr id="1504" name="Google Shape;1504;p147"/>
          <p:cNvSpPr txBox="1"/>
          <p:nvPr/>
        </p:nvSpPr>
        <p:spPr>
          <a:xfrm>
            <a:off x="420598" y="1376876"/>
            <a:ext cx="7729800" cy="3273900"/>
          </a:xfrm>
          <a:prstGeom prst="rect">
            <a:avLst/>
          </a:prstGeom>
          <a:noFill/>
          <a:ln>
            <a:noFill/>
          </a:ln>
        </p:spPr>
        <p:txBody>
          <a:bodyPr anchorCtr="0" anchor="t" bIns="116900" lIns="116900" spcFirstLastPara="1" rIns="116900" wrap="square" tIns="116900">
            <a:noAutofit/>
          </a:bodyPr>
          <a:lstStyle/>
          <a:p>
            <a:pPr indent="-412924" lvl="0" marL="584549" rtl="0" algn="l">
              <a:lnSpc>
                <a:spcPct val="200000"/>
              </a:lnSpc>
              <a:spcBef>
                <a:spcPts val="0"/>
              </a:spcBef>
              <a:spcAft>
                <a:spcPts val="0"/>
              </a:spcAft>
              <a:buClr>
                <a:schemeClr val="dk2"/>
              </a:buClr>
              <a:buSzPts val="1900"/>
              <a:buFont typeface="Mulish"/>
              <a:buChar char="●"/>
            </a:pPr>
            <a:r>
              <a:rPr lang="en" sz="1900">
                <a:solidFill>
                  <a:schemeClr val="dk1"/>
                </a:solidFill>
                <a:latin typeface="Mulish"/>
                <a:ea typeface="Mulish"/>
                <a:cs typeface="Mulish"/>
                <a:sym typeface="Mulish"/>
              </a:rPr>
              <a:t>Open source programming language</a:t>
            </a:r>
            <a:endParaRPr sz="1900">
              <a:solidFill>
                <a:schemeClr val="dk1"/>
              </a:solidFill>
              <a:latin typeface="Mulish"/>
              <a:ea typeface="Mulish"/>
              <a:cs typeface="Mulish"/>
              <a:sym typeface="Mulish"/>
            </a:endParaRPr>
          </a:p>
          <a:p>
            <a:pPr indent="-412924" lvl="0" marL="584549" rtl="0" algn="l">
              <a:lnSpc>
                <a:spcPct val="200000"/>
              </a:lnSpc>
              <a:spcBef>
                <a:spcPts val="0"/>
              </a:spcBef>
              <a:spcAft>
                <a:spcPts val="0"/>
              </a:spcAft>
              <a:buClr>
                <a:schemeClr val="dk2"/>
              </a:buClr>
              <a:buSzPts val="1900"/>
              <a:buFont typeface="Mulish"/>
              <a:buChar char="●"/>
            </a:pPr>
            <a:r>
              <a:rPr lang="en" sz="1900">
                <a:solidFill>
                  <a:schemeClr val="dk1"/>
                </a:solidFill>
                <a:latin typeface="Mulish"/>
                <a:ea typeface="Mulish"/>
                <a:cs typeface="Mulish"/>
                <a:sym typeface="Mulish"/>
              </a:rPr>
              <a:t>Cross platform compatible (Windows, MacOS, &amp; Linux)</a:t>
            </a:r>
            <a:endParaRPr sz="1900">
              <a:solidFill>
                <a:schemeClr val="dk1"/>
              </a:solidFill>
              <a:latin typeface="Mulish"/>
              <a:ea typeface="Mulish"/>
              <a:cs typeface="Mulish"/>
              <a:sym typeface="Mulish"/>
            </a:endParaRPr>
          </a:p>
          <a:p>
            <a:pPr indent="-412924" lvl="0" marL="584549" rtl="0" algn="l">
              <a:lnSpc>
                <a:spcPct val="200000"/>
              </a:lnSpc>
              <a:spcBef>
                <a:spcPts val="0"/>
              </a:spcBef>
              <a:spcAft>
                <a:spcPts val="0"/>
              </a:spcAft>
              <a:buClr>
                <a:schemeClr val="dk2"/>
              </a:buClr>
              <a:buSzPts val="1900"/>
              <a:buFont typeface="Mulish"/>
              <a:buChar char="●"/>
            </a:pPr>
            <a:r>
              <a:rPr lang="en" sz="1900">
                <a:solidFill>
                  <a:schemeClr val="dk1"/>
                </a:solidFill>
                <a:latin typeface="Mulish"/>
                <a:ea typeface="Mulish"/>
                <a:cs typeface="Mulish"/>
                <a:sym typeface="Mulish"/>
              </a:rPr>
              <a:t>Used in a variety of fields and disciplines</a:t>
            </a:r>
            <a:endParaRPr sz="1900">
              <a:solidFill>
                <a:schemeClr val="dk1"/>
              </a:solidFill>
              <a:latin typeface="Mulish"/>
              <a:ea typeface="Mulish"/>
              <a:cs typeface="Mulish"/>
              <a:sym typeface="Mulish"/>
            </a:endParaRPr>
          </a:p>
          <a:p>
            <a:pPr indent="-412924" lvl="0" marL="584549" rtl="0" algn="l">
              <a:lnSpc>
                <a:spcPct val="200000"/>
              </a:lnSpc>
              <a:spcBef>
                <a:spcPts val="0"/>
              </a:spcBef>
              <a:spcAft>
                <a:spcPts val="0"/>
              </a:spcAft>
              <a:buClr>
                <a:schemeClr val="dk2"/>
              </a:buClr>
              <a:buSzPts val="1900"/>
              <a:buFont typeface="Mulish"/>
              <a:buChar char="●"/>
            </a:pPr>
            <a:r>
              <a:rPr lang="en" sz="1900">
                <a:solidFill>
                  <a:schemeClr val="dk1"/>
                </a:solidFill>
                <a:latin typeface="Mulish"/>
                <a:ea typeface="Mulish"/>
                <a:cs typeface="Mulish"/>
                <a:sym typeface="Mulish"/>
              </a:rPr>
              <a:t>Large ecosystem of open source packages</a:t>
            </a:r>
            <a:endParaRPr sz="1900">
              <a:solidFill>
                <a:schemeClr val="dk1"/>
              </a:solidFill>
              <a:latin typeface="Mulish"/>
              <a:ea typeface="Mulish"/>
              <a:cs typeface="Mulish"/>
              <a:sym typeface="Mulish"/>
            </a:endParaRPr>
          </a:p>
          <a:p>
            <a:pPr indent="-412924" lvl="0" marL="584549" rtl="0" algn="l">
              <a:lnSpc>
                <a:spcPct val="200000"/>
              </a:lnSpc>
              <a:spcBef>
                <a:spcPts val="0"/>
              </a:spcBef>
              <a:spcAft>
                <a:spcPts val="0"/>
              </a:spcAft>
              <a:buClr>
                <a:schemeClr val="dk2"/>
              </a:buClr>
              <a:buSzPts val="1900"/>
              <a:buFont typeface="Mulish"/>
              <a:buChar char="●"/>
            </a:pPr>
            <a:r>
              <a:rPr lang="en" sz="1900">
                <a:solidFill>
                  <a:schemeClr val="dk1"/>
                </a:solidFill>
                <a:latin typeface="Mulish"/>
                <a:ea typeface="Mulish"/>
                <a:cs typeface="Mulish"/>
                <a:sym typeface="Mulish"/>
              </a:rPr>
              <a:t>Shared code can foster reproducibility</a:t>
            </a:r>
            <a:endParaRPr sz="1900">
              <a:solidFill>
                <a:schemeClr val="dk1"/>
              </a:solidFill>
              <a:latin typeface="Mulish"/>
              <a:ea typeface="Mulish"/>
              <a:cs typeface="Mulish"/>
              <a:sym typeface="Mulish"/>
            </a:endParaRPr>
          </a:p>
          <a:p>
            <a:pPr indent="0" lvl="0" marL="0" rtl="0" algn="l">
              <a:lnSpc>
                <a:spcPct val="115000"/>
              </a:lnSpc>
              <a:spcBef>
                <a:spcPts val="0"/>
              </a:spcBef>
              <a:spcAft>
                <a:spcPts val="0"/>
              </a:spcAft>
              <a:buNone/>
            </a:pPr>
            <a:r>
              <a:t/>
            </a:r>
            <a:endParaRPr sz="1900">
              <a:solidFill>
                <a:schemeClr val="dk1"/>
              </a:solidFill>
              <a:latin typeface="Mulish"/>
              <a:ea typeface="Mulish"/>
              <a:cs typeface="Mulish"/>
              <a:sym typeface="Mulish"/>
            </a:endParaRPr>
          </a:p>
          <a:p>
            <a:pPr indent="0" lvl="0" marL="0" rtl="0" algn="l">
              <a:lnSpc>
                <a:spcPct val="115000"/>
              </a:lnSpc>
              <a:spcBef>
                <a:spcPts val="0"/>
              </a:spcBef>
              <a:spcAft>
                <a:spcPts val="0"/>
              </a:spcAft>
              <a:buNone/>
            </a:pPr>
            <a:r>
              <a:t/>
            </a:r>
            <a:endParaRPr sz="1900">
              <a:solidFill>
                <a:schemeClr val="dk1"/>
              </a:solidFill>
              <a:latin typeface="Mulish"/>
              <a:ea typeface="Mulish"/>
              <a:cs typeface="Mulish"/>
              <a:sym typeface="Mulish"/>
            </a:endParaRPr>
          </a:p>
        </p:txBody>
      </p:sp>
      <p:sp>
        <p:nvSpPr>
          <p:cNvPr id="1505" name="Google Shape;1505;p14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9" name="Shape 1509"/>
        <p:cNvGrpSpPr/>
        <p:nvPr/>
      </p:nvGrpSpPr>
      <p:grpSpPr>
        <a:xfrm>
          <a:off x="0" y="0"/>
          <a:ext cx="0" cy="0"/>
          <a:chOff x="0" y="0"/>
          <a:chExt cx="0" cy="0"/>
        </a:xfrm>
      </p:grpSpPr>
      <p:sp>
        <p:nvSpPr>
          <p:cNvPr id="1510" name="Google Shape;1510;p1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you c</a:t>
            </a:r>
            <a:r>
              <a:rPr lang="en"/>
              <a:t>an d</a:t>
            </a:r>
            <a:r>
              <a:rPr lang="en"/>
              <a:t>o with Python</a:t>
            </a:r>
            <a:endParaRPr/>
          </a:p>
        </p:txBody>
      </p:sp>
      <p:sp>
        <p:nvSpPr>
          <p:cNvPr id="1511" name="Google Shape;1511;p148"/>
          <p:cNvSpPr txBox="1"/>
          <p:nvPr>
            <p:ph idx="2" type="subTitle"/>
          </p:nvPr>
        </p:nvSpPr>
        <p:spPr>
          <a:xfrm>
            <a:off x="770950" y="1289375"/>
            <a:ext cx="6166200" cy="3094500"/>
          </a:xfrm>
          <a:prstGeom prst="rect">
            <a:avLst/>
          </a:prstGeom>
        </p:spPr>
        <p:txBody>
          <a:bodyPr anchorCtr="0" anchor="t" bIns="91425" lIns="91425" spcFirstLastPara="1" rIns="91425" wrap="square" tIns="91425">
            <a:noAutofit/>
          </a:bodyPr>
          <a:lstStyle/>
          <a:p>
            <a:pPr indent="-355600" lvl="0" marL="257175" rtl="0" algn="l">
              <a:spcBef>
                <a:spcPts val="0"/>
              </a:spcBef>
              <a:spcAft>
                <a:spcPts val="0"/>
              </a:spcAft>
              <a:buSzPts val="2000"/>
              <a:buChar char="●"/>
            </a:pPr>
            <a:r>
              <a:rPr lang="en" sz="2000"/>
              <a:t>Text Mining</a:t>
            </a:r>
            <a:endParaRPr sz="2000"/>
          </a:p>
          <a:p>
            <a:pPr indent="-355600" lvl="0" marL="257175" rtl="0" algn="l">
              <a:spcBef>
                <a:spcPts val="1600"/>
              </a:spcBef>
              <a:spcAft>
                <a:spcPts val="0"/>
              </a:spcAft>
              <a:buSzPts val="2000"/>
              <a:buChar char="●"/>
            </a:pPr>
            <a:r>
              <a:rPr lang="en" sz="2000"/>
              <a:t>Web Scraping</a:t>
            </a:r>
            <a:endParaRPr sz="2000"/>
          </a:p>
          <a:p>
            <a:pPr indent="-355600" lvl="0" marL="257175" rtl="0" algn="l">
              <a:spcBef>
                <a:spcPts val="1600"/>
              </a:spcBef>
              <a:spcAft>
                <a:spcPts val="0"/>
              </a:spcAft>
              <a:buSzPts val="2000"/>
              <a:buChar char="●"/>
            </a:pPr>
            <a:r>
              <a:rPr lang="en" sz="2000"/>
              <a:t>Data Analysis </a:t>
            </a:r>
            <a:endParaRPr sz="2000"/>
          </a:p>
          <a:p>
            <a:pPr indent="-355600" lvl="0" marL="257175" rtl="0" algn="l">
              <a:spcBef>
                <a:spcPts val="1600"/>
              </a:spcBef>
              <a:spcAft>
                <a:spcPts val="0"/>
              </a:spcAft>
              <a:buSzPts val="2000"/>
              <a:buChar char="●"/>
            </a:pPr>
            <a:r>
              <a:rPr lang="en" sz="2000"/>
              <a:t>Data Visualization</a:t>
            </a:r>
            <a:endParaRPr sz="2000"/>
          </a:p>
          <a:p>
            <a:pPr indent="-355600" lvl="0" marL="257175" rtl="0" algn="l">
              <a:spcBef>
                <a:spcPts val="1000"/>
              </a:spcBef>
              <a:spcAft>
                <a:spcPts val="0"/>
              </a:spcAft>
              <a:buSzPts val="2000"/>
              <a:buChar char="●"/>
            </a:pPr>
            <a:r>
              <a:rPr lang="en" sz="2000"/>
              <a:t>Simulations &amp; Modeling</a:t>
            </a:r>
            <a:endParaRPr sz="2000"/>
          </a:p>
        </p:txBody>
      </p:sp>
      <p:sp>
        <p:nvSpPr>
          <p:cNvPr id="1512" name="Google Shape;1512;p14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sp>
        <p:nvSpPr>
          <p:cNvPr id="1517" name="Google Shape;1517;p149"/>
          <p:cNvSpPr txBox="1"/>
          <p:nvPr>
            <p:ph type="title"/>
          </p:nvPr>
        </p:nvSpPr>
        <p:spPr>
          <a:xfrm>
            <a:off x="365150" y="445025"/>
            <a:ext cx="8513400" cy="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Arial"/>
                <a:ea typeface="Arial"/>
                <a:cs typeface="Arial"/>
                <a:sym typeface="Arial"/>
              </a:rPr>
              <a:t>Google Colab</a:t>
            </a:r>
            <a:r>
              <a:rPr b="0" lang="en">
                <a:solidFill>
                  <a:srgbClr val="000000"/>
                </a:solidFill>
                <a:latin typeface="Arial"/>
                <a:ea typeface="Arial"/>
                <a:cs typeface="Arial"/>
                <a:sym typeface="Arial"/>
              </a:rPr>
              <a:t> = </a:t>
            </a:r>
            <a:r>
              <a:rPr lang="en"/>
              <a:t>Integrated Development Environment (IDE)</a:t>
            </a:r>
            <a:endParaRPr/>
          </a:p>
        </p:txBody>
      </p:sp>
      <p:sp>
        <p:nvSpPr>
          <p:cNvPr id="1518" name="Google Shape;1518;p149"/>
          <p:cNvSpPr txBox="1"/>
          <p:nvPr>
            <p:ph idx="1" type="subTitle"/>
          </p:nvPr>
        </p:nvSpPr>
        <p:spPr>
          <a:xfrm>
            <a:off x="4743944" y="2226301"/>
            <a:ext cx="3942900" cy="2078400"/>
          </a:xfrm>
          <a:prstGeom prst="rect">
            <a:avLst/>
          </a:prstGeom>
        </p:spPr>
        <p:txBody>
          <a:bodyPr anchorCtr="0" anchor="t" bIns="97475" lIns="97475" spcFirstLastPara="1" rIns="97475" wrap="square" tIns="97475">
            <a:noAutofit/>
          </a:bodyPr>
          <a:lstStyle/>
          <a:p>
            <a:pPr indent="0" lvl="0" marL="0" rtl="0" algn="l">
              <a:lnSpc>
                <a:spcPct val="200000"/>
              </a:lnSpc>
              <a:spcBef>
                <a:spcPts val="0"/>
              </a:spcBef>
              <a:spcAft>
                <a:spcPts val="0"/>
              </a:spcAft>
              <a:buNone/>
            </a:pPr>
            <a:r>
              <a:rPr lang="en" sz="1900"/>
              <a:t>Easier to write code</a:t>
            </a:r>
            <a:endParaRPr sz="1900"/>
          </a:p>
          <a:p>
            <a:pPr indent="0" lvl="0" marL="0" rtl="0" algn="l">
              <a:lnSpc>
                <a:spcPct val="200000"/>
              </a:lnSpc>
              <a:spcBef>
                <a:spcPts val="0"/>
              </a:spcBef>
              <a:spcAft>
                <a:spcPts val="0"/>
              </a:spcAft>
              <a:buNone/>
            </a:pPr>
            <a:r>
              <a:rPr lang="en" sz="1900"/>
              <a:t>Improves code quality </a:t>
            </a:r>
            <a:endParaRPr sz="1900"/>
          </a:p>
          <a:p>
            <a:pPr indent="0" lvl="0" marL="0" rtl="0" algn="l">
              <a:lnSpc>
                <a:spcPct val="200000"/>
              </a:lnSpc>
              <a:spcBef>
                <a:spcPts val="0"/>
              </a:spcBef>
              <a:spcAft>
                <a:spcPts val="0"/>
              </a:spcAft>
              <a:buNone/>
            </a:pPr>
            <a:r>
              <a:rPr lang="en" sz="1900"/>
              <a:t>F</a:t>
            </a:r>
            <a:r>
              <a:rPr lang="en" sz="1900"/>
              <a:t>acilitates</a:t>
            </a:r>
            <a:r>
              <a:rPr lang="en" sz="1900"/>
              <a:t> code </a:t>
            </a:r>
            <a:r>
              <a:rPr lang="en" sz="1900"/>
              <a:t>sharing </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p:txBody>
      </p:sp>
      <p:sp>
        <p:nvSpPr>
          <p:cNvPr id="1519" name="Google Shape;1519;p149"/>
          <p:cNvSpPr txBox="1"/>
          <p:nvPr>
            <p:ph idx="2" type="subTitle"/>
          </p:nvPr>
        </p:nvSpPr>
        <p:spPr>
          <a:xfrm>
            <a:off x="487550" y="2290744"/>
            <a:ext cx="3698100" cy="194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Jupyter Notebooks</a:t>
            </a:r>
            <a:endParaRPr sz="1900"/>
          </a:p>
          <a:p>
            <a:pPr indent="0" lvl="0" marL="0" rtl="0" algn="l">
              <a:spcBef>
                <a:spcPts val="1600"/>
              </a:spcBef>
              <a:spcAft>
                <a:spcPts val="0"/>
              </a:spcAft>
              <a:buNone/>
            </a:pPr>
            <a:r>
              <a:rPr lang="en" sz="1900"/>
              <a:t>Visual Studio </a:t>
            </a:r>
            <a:endParaRPr sz="1900"/>
          </a:p>
          <a:p>
            <a:pPr indent="0" lvl="0" marL="0" rtl="0" algn="l">
              <a:spcBef>
                <a:spcPts val="1600"/>
              </a:spcBef>
              <a:spcAft>
                <a:spcPts val="0"/>
              </a:spcAft>
              <a:buNone/>
            </a:pPr>
            <a:r>
              <a:rPr lang="en" sz="1900"/>
              <a:t>PyCharm</a:t>
            </a:r>
            <a:endParaRPr sz="1900"/>
          </a:p>
          <a:p>
            <a:pPr indent="0" lvl="0" marL="0" rtl="0" algn="l">
              <a:spcBef>
                <a:spcPts val="1600"/>
              </a:spcBef>
              <a:spcAft>
                <a:spcPts val="1600"/>
              </a:spcAft>
              <a:buNone/>
            </a:pPr>
            <a:r>
              <a:rPr lang="en" sz="1900"/>
              <a:t>Many others</a:t>
            </a:r>
            <a:endParaRPr sz="1900"/>
          </a:p>
        </p:txBody>
      </p:sp>
      <p:sp>
        <p:nvSpPr>
          <p:cNvPr id="1520" name="Google Shape;1520;p149"/>
          <p:cNvSpPr txBox="1"/>
          <p:nvPr>
            <p:ph idx="3" type="subTitle"/>
          </p:nvPr>
        </p:nvSpPr>
        <p:spPr>
          <a:xfrm>
            <a:off x="365162" y="1630175"/>
            <a:ext cx="3942900" cy="450300"/>
          </a:xfrm>
          <a:prstGeom prst="rect">
            <a:avLst/>
          </a:prstGeom>
        </p:spPr>
        <p:txBody>
          <a:bodyPr anchorCtr="0" anchor="b" bIns="97475" lIns="97475" spcFirstLastPara="1" rIns="97475" wrap="square" tIns="97475">
            <a:noAutofit/>
          </a:bodyPr>
          <a:lstStyle/>
          <a:p>
            <a:pPr indent="0" lvl="0" marL="0" rtl="0" algn="l">
              <a:spcBef>
                <a:spcPts val="0"/>
              </a:spcBef>
              <a:spcAft>
                <a:spcPts val="0"/>
              </a:spcAft>
              <a:buNone/>
            </a:pPr>
            <a:r>
              <a:rPr lang="en" sz="2132"/>
              <a:t>Examples</a:t>
            </a:r>
            <a:endParaRPr sz="2132"/>
          </a:p>
        </p:txBody>
      </p:sp>
      <p:sp>
        <p:nvSpPr>
          <p:cNvPr id="1521" name="Google Shape;1521;p149"/>
          <p:cNvSpPr txBox="1"/>
          <p:nvPr>
            <p:ph idx="4" type="subTitle"/>
          </p:nvPr>
        </p:nvSpPr>
        <p:spPr>
          <a:xfrm>
            <a:off x="4743925" y="1630175"/>
            <a:ext cx="3942900" cy="450300"/>
          </a:xfrm>
          <a:prstGeom prst="rect">
            <a:avLst/>
          </a:prstGeom>
        </p:spPr>
        <p:txBody>
          <a:bodyPr anchorCtr="0" anchor="b" bIns="97475" lIns="97475" spcFirstLastPara="1" rIns="97475" wrap="square" tIns="97475">
            <a:noAutofit/>
          </a:bodyPr>
          <a:lstStyle/>
          <a:p>
            <a:pPr indent="0" lvl="0" marL="0" rtl="0" algn="l">
              <a:spcBef>
                <a:spcPts val="0"/>
              </a:spcBef>
              <a:spcAft>
                <a:spcPts val="0"/>
              </a:spcAft>
              <a:buNone/>
            </a:pPr>
            <a:r>
              <a:rPr lang="en" sz="2132"/>
              <a:t>Benefits</a:t>
            </a:r>
            <a:endParaRPr sz="2132"/>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p150"/>
          <p:cNvSpPr txBox="1"/>
          <p:nvPr>
            <p:ph type="title"/>
          </p:nvPr>
        </p:nvSpPr>
        <p:spPr>
          <a:xfrm>
            <a:off x="720000" y="381118"/>
            <a:ext cx="3944700" cy="681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Google Colab</a:t>
            </a:r>
            <a:endParaRPr/>
          </a:p>
        </p:txBody>
      </p:sp>
      <p:sp>
        <p:nvSpPr>
          <p:cNvPr id="1527" name="Google Shape;1527;p150"/>
          <p:cNvSpPr txBox="1"/>
          <p:nvPr>
            <p:ph idx="1" type="subTitle"/>
          </p:nvPr>
        </p:nvSpPr>
        <p:spPr>
          <a:xfrm>
            <a:off x="184650" y="1468075"/>
            <a:ext cx="8704500" cy="32055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chemeClr val="dk2"/>
              </a:buClr>
              <a:buSzPts val="1800"/>
              <a:buChar char="●"/>
            </a:pPr>
            <a:r>
              <a:rPr lang="en" sz="1800"/>
              <a:t>Colab is a free Google service that allows you to create and run Jupyter Notebooks in the cloud</a:t>
            </a:r>
            <a:endParaRPr sz="1800"/>
          </a:p>
          <a:p>
            <a:pPr indent="-342900" lvl="0" marL="457200" rtl="0" algn="l">
              <a:lnSpc>
                <a:spcPct val="150000"/>
              </a:lnSpc>
              <a:spcBef>
                <a:spcPts val="0"/>
              </a:spcBef>
              <a:spcAft>
                <a:spcPts val="0"/>
              </a:spcAft>
              <a:buClr>
                <a:schemeClr val="dk2"/>
              </a:buClr>
              <a:buSzPts val="1800"/>
              <a:buChar char="●"/>
            </a:pPr>
            <a:r>
              <a:rPr lang="en" sz="1800"/>
              <a:t>You can use it to write Python code and text notes in compartmentalized cells within a notebook</a:t>
            </a:r>
            <a:endParaRPr sz="1800"/>
          </a:p>
          <a:p>
            <a:pPr indent="-342900" lvl="0" marL="457200" rtl="0" algn="l">
              <a:lnSpc>
                <a:spcPct val="150000"/>
              </a:lnSpc>
              <a:spcBef>
                <a:spcPts val="0"/>
              </a:spcBef>
              <a:spcAft>
                <a:spcPts val="0"/>
              </a:spcAft>
              <a:buClr>
                <a:schemeClr val="dk2"/>
              </a:buClr>
              <a:buSzPts val="1800"/>
              <a:buChar char="●"/>
            </a:pPr>
            <a:r>
              <a:rPr lang="en" sz="1800"/>
              <a:t>Code cells can be run individually to allow for previewing outputs and troubleshooting issues</a:t>
            </a:r>
            <a:endParaRPr sz="1800"/>
          </a:p>
          <a:p>
            <a:pPr indent="-342900" lvl="0" marL="457200" rtl="0" algn="l">
              <a:lnSpc>
                <a:spcPct val="150000"/>
              </a:lnSpc>
              <a:spcBef>
                <a:spcPts val="0"/>
              </a:spcBef>
              <a:spcAft>
                <a:spcPts val="0"/>
              </a:spcAft>
              <a:buClr>
                <a:schemeClr val="dk2"/>
              </a:buClr>
              <a:buSzPts val="1800"/>
              <a:buChar char="●"/>
            </a:pPr>
            <a:r>
              <a:rPr lang="en" sz="1800"/>
              <a:t>Notebooks are stored in Google Drive and can access other files in Google Drive</a:t>
            </a:r>
            <a:endParaRPr sz="1800"/>
          </a:p>
          <a:p>
            <a:pPr indent="0" lvl="0" marL="0" rtl="0" algn="l">
              <a:spcBef>
                <a:spcPts val="1600"/>
              </a:spcBef>
              <a:spcAft>
                <a:spcPts val="1600"/>
              </a:spcAft>
              <a:buNone/>
            </a:pPr>
            <a:r>
              <a:t/>
            </a:r>
            <a:endParaRPr sz="1800"/>
          </a:p>
        </p:txBody>
      </p:sp>
      <p:sp>
        <p:nvSpPr>
          <p:cNvPr id="1528" name="Google Shape;1528;p15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1529" name="Google Shape;1529;p150"/>
          <p:cNvPicPr preferRelativeResize="0"/>
          <p:nvPr/>
        </p:nvPicPr>
        <p:blipFill>
          <a:blip r:embed="rId3">
            <a:alphaModFix/>
          </a:blip>
          <a:stretch>
            <a:fillRect/>
          </a:stretch>
        </p:blipFill>
        <p:spPr>
          <a:xfrm>
            <a:off x="7236550" y="391426"/>
            <a:ext cx="847250" cy="1076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3" name="Shape 1533"/>
        <p:cNvGrpSpPr/>
        <p:nvPr/>
      </p:nvGrpSpPr>
      <p:grpSpPr>
        <a:xfrm>
          <a:off x="0" y="0"/>
          <a:ext cx="0" cy="0"/>
          <a:chOff x="0" y="0"/>
          <a:chExt cx="0" cy="0"/>
        </a:xfrm>
      </p:grpSpPr>
      <p:sp>
        <p:nvSpPr>
          <p:cNvPr id="1534" name="Google Shape;1534;p151"/>
          <p:cNvSpPr txBox="1"/>
          <p:nvPr>
            <p:ph type="title"/>
          </p:nvPr>
        </p:nvSpPr>
        <p:spPr>
          <a:xfrm>
            <a:off x="1186947" y="1324775"/>
            <a:ext cx="5422800" cy="1607100"/>
          </a:xfrm>
          <a:prstGeom prst="rect">
            <a:avLst/>
          </a:prstGeom>
        </p:spPr>
        <p:txBody>
          <a:bodyPr anchorCtr="0" anchor="b" bIns="91425" lIns="91425" spcFirstLastPara="1" rIns="91425" wrap="square" tIns="91425">
            <a:noAutofit/>
          </a:bodyPr>
          <a:lstStyle/>
          <a:p>
            <a:pPr indent="0" lvl="0" marL="0" rtl="0" algn="l">
              <a:lnSpc>
                <a:spcPct val="150000"/>
              </a:lnSpc>
              <a:spcBef>
                <a:spcPts val="0"/>
              </a:spcBef>
              <a:spcAft>
                <a:spcPts val="1600"/>
              </a:spcAft>
              <a:buNone/>
            </a:pPr>
            <a:r>
              <a:rPr lang="en" sz="3600" u="sng">
                <a:solidFill>
                  <a:schemeClr val="hlink"/>
                </a:solidFill>
                <a:hlinkClick r:id="rId3"/>
              </a:rPr>
              <a:t>https://bit.ly/3Y47JAJ</a:t>
            </a:r>
            <a:endParaRPr sz="3600"/>
          </a:p>
        </p:txBody>
      </p:sp>
      <p:sp>
        <p:nvSpPr>
          <p:cNvPr id="1535" name="Google Shape;1535;p151"/>
          <p:cNvSpPr txBox="1"/>
          <p:nvPr>
            <p:ph type="title"/>
          </p:nvPr>
        </p:nvSpPr>
        <p:spPr>
          <a:xfrm>
            <a:off x="315300" y="549600"/>
            <a:ext cx="8513400" cy="600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Google Colab Notebook for today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9" name="Shape 1539"/>
        <p:cNvGrpSpPr/>
        <p:nvPr/>
      </p:nvGrpSpPr>
      <p:grpSpPr>
        <a:xfrm>
          <a:off x="0" y="0"/>
          <a:ext cx="0" cy="0"/>
          <a:chOff x="0" y="0"/>
          <a:chExt cx="0" cy="0"/>
        </a:xfrm>
      </p:grpSpPr>
      <p:sp>
        <p:nvSpPr>
          <p:cNvPr id="1540" name="Google Shape;1540;p152"/>
          <p:cNvSpPr txBox="1"/>
          <p:nvPr>
            <p:ph type="title"/>
          </p:nvPr>
        </p:nvSpPr>
        <p:spPr>
          <a:xfrm>
            <a:off x="720000" y="1148563"/>
            <a:ext cx="3944700" cy="160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Post programming</a:t>
            </a:r>
            <a:endParaRPr/>
          </a:p>
        </p:txBody>
      </p:sp>
      <p:sp>
        <p:nvSpPr>
          <p:cNvPr id="1541" name="Google Shape;1541;p152"/>
          <p:cNvSpPr txBox="1"/>
          <p:nvPr>
            <p:ph idx="1" type="subTitle"/>
          </p:nvPr>
        </p:nvSpPr>
        <p:spPr>
          <a:xfrm>
            <a:off x="720000" y="2878638"/>
            <a:ext cx="3944700" cy="111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to find Help</a:t>
            </a:r>
            <a:endParaRPr/>
          </a:p>
          <a:p>
            <a:pPr indent="0" lvl="0" marL="0" rtl="0" algn="l">
              <a:spcBef>
                <a:spcPts val="1600"/>
              </a:spcBef>
              <a:spcAft>
                <a:spcPts val="0"/>
              </a:spcAft>
              <a:buNone/>
            </a:pPr>
            <a:r>
              <a:rPr lang="en"/>
              <a:t>Software installation</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1542" name="Google Shape;1542;p152" title="Girl_with_swimming_board.jpg"/>
          <p:cNvPicPr preferRelativeResize="0"/>
          <p:nvPr>
            <p:ph idx="2" type="pic"/>
          </p:nvPr>
        </p:nvPicPr>
        <p:blipFill rotWithShape="1">
          <a:blip r:embed="rId3">
            <a:alphaModFix/>
          </a:blip>
          <a:srcRect b="0" l="22768" r="22762" t="0"/>
          <a:stretch/>
        </p:blipFill>
        <p:spPr>
          <a:xfrm>
            <a:off x="5149825" y="691038"/>
            <a:ext cx="3070800" cy="3761400"/>
          </a:xfrm>
          <a:prstGeom prst="ellipse">
            <a:avLst/>
          </a:prstGeom>
        </p:spPr>
      </p:pic>
      <p:sp>
        <p:nvSpPr>
          <p:cNvPr id="1543" name="Google Shape;1543;p152"/>
          <p:cNvSpPr txBox="1"/>
          <p:nvPr/>
        </p:nvSpPr>
        <p:spPr>
          <a:xfrm>
            <a:off x="720000" y="4498400"/>
            <a:ext cx="7817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Imag</a:t>
            </a:r>
            <a:r>
              <a:rPr lang="en" sz="1100"/>
              <a:t>e: Wong, Tommy. (July 5, 2006). https://www.flickr.com/photos/gracewong/183286968</a:t>
            </a:r>
            <a:endParaRPr>
              <a:solidFill>
                <a:schemeClr val="dk1"/>
              </a:solidFill>
              <a:latin typeface="Mulish"/>
              <a:ea typeface="Mulish"/>
              <a:cs typeface="Mulish"/>
              <a:sym typeface="Mulish"/>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7" name="Shape 1547"/>
        <p:cNvGrpSpPr/>
        <p:nvPr/>
      </p:nvGrpSpPr>
      <p:grpSpPr>
        <a:xfrm>
          <a:off x="0" y="0"/>
          <a:ext cx="0" cy="0"/>
          <a:chOff x="0" y="0"/>
          <a:chExt cx="0" cy="0"/>
        </a:xfrm>
      </p:grpSpPr>
      <p:sp>
        <p:nvSpPr>
          <p:cNvPr id="1548" name="Google Shape;1548;p153"/>
          <p:cNvSpPr txBox="1"/>
          <p:nvPr>
            <p:ph idx="1" type="body"/>
          </p:nvPr>
        </p:nvSpPr>
        <p:spPr>
          <a:xfrm>
            <a:off x="720000" y="1215750"/>
            <a:ext cx="5146800" cy="3233100"/>
          </a:xfrm>
          <a:prstGeom prst="rect">
            <a:avLst/>
          </a:prstGeom>
        </p:spPr>
        <p:txBody>
          <a:bodyPr anchorCtr="0" anchor="t" bIns="91425" lIns="91425" spcFirstLastPara="1" rIns="91425" wrap="square" tIns="91425">
            <a:noAutofit/>
          </a:bodyPr>
          <a:lstStyle/>
          <a:p>
            <a:pPr indent="-203200" lvl="0" marL="241300" rtl="0" algn="l">
              <a:lnSpc>
                <a:spcPct val="115000"/>
              </a:lnSpc>
              <a:spcBef>
                <a:spcPts val="300"/>
              </a:spcBef>
              <a:spcAft>
                <a:spcPts val="0"/>
              </a:spcAft>
              <a:buSzPts val="1200"/>
              <a:buFont typeface="Anaheim"/>
              <a:buChar char="●"/>
            </a:pPr>
            <a:r>
              <a:rPr lang="en" sz="1200"/>
              <a:t>Stack Overflow   (https://stackoverflow.com/) </a:t>
            </a:r>
            <a:endParaRPr sz="1200"/>
          </a:p>
          <a:p>
            <a:pPr indent="-203200" lvl="0" marL="241300" rtl="0" algn="l">
              <a:lnSpc>
                <a:spcPct val="115000"/>
              </a:lnSpc>
              <a:spcBef>
                <a:spcPts val="300"/>
              </a:spcBef>
              <a:spcAft>
                <a:spcPts val="0"/>
              </a:spcAft>
              <a:buSzPts val="1200"/>
              <a:buFont typeface="Anaheim"/>
              <a:buChar char="●"/>
            </a:pPr>
            <a:r>
              <a:rPr lang="en" sz="1200"/>
              <a:t>Data Carpentry  (https://datacarpentry.org/python-ecology-lesson/) </a:t>
            </a:r>
            <a:endParaRPr sz="1200"/>
          </a:p>
          <a:p>
            <a:pPr indent="-203200" lvl="0" marL="241300" rtl="0" algn="l">
              <a:lnSpc>
                <a:spcPct val="115000"/>
              </a:lnSpc>
              <a:spcBef>
                <a:spcPts val="300"/>
              </a:spcBef>
              <a:spcAft>
                <a:spcPts val="0"/>
              </a:spcAft>
              <a:buSzPts val="1200"/>
              <a:buFont typeface="Anaheim"/>
              <a:buChar char="●"/>
            </a:pPr>
            <a:r>
              <a:rPr lang="en" sz="1200"/>
              <a:t>Python Documentation  (https://docs.python.org/3/library/index.html) </a:t>
            </a:r>
            <a:endParaRPr sz="1200"/>
          </a:p>
          <a:p>
            <a:pPr indent="-203200" lvl="0" marL="241300" rtl="0" algn="l">
              <a:lnSpc>
                <a:spcPct val="115000"/>
              </a:lnSpc>
              <a:spcBef>
                <a:spcPts val="300"/>
              </a:spcBef>
              <a:spcAft>
                <a:spcPts val="0"/>
              </a:spcAft>
              <a:buSzPts val="1200"/>
              <a:buChar char="●"/>
            </a:pPr>
            <a:r>
              <a:rPr lang="en" sz="1200"/>
              <a:t>Python Glossary</a:t>
            </a:r>
            <a:endParaRPr sz="1200"/>
          </a:p>
          <a:p>
            <a:pPr indent="-203200" lvl="0" marL="241300" rtl="0" algn="l">
              <a:lnSpc>
                <a:spcPct val="115000"/>
              </a:lnSpc>
              <a:spcBef>
                <a:spcPts val="300"/>
              </a:spcBef>
              <a:spcAft>
                <a:spcPts val="0"/>
              </a:spcAft>
              <a:buSzPts val="1200"/>
              <a:buChar char="●"/>
            </a:pPr>
            <a:r>
              <a:rPr lang="en" sz="1200"/>
              <a:t>(https://www.w3schools.com/python/python_ref_glossary.asp)</a:t>
            </a:r>
            <a:endParaRPr sz="1200"/>
          </a:p>
          <a:p>
            <a:pPr indent="-203200" lvl="0" marL="241300" rtl="0" algn="l">
              <a:lnSpc>
                <a:spcPct val="115000"/>
              </a:lnSpc>
              <a:spcBef>
                <a:spcPts val="300"/>
              </a:spcBef>
              <a:spcAft>
                <a:spcPts val="0"/>
              </a:spcAft>
              <a:buSzPts val="1200"/>
              <a:buFont typeface="Anaheim"/>
              <a:buChar char="●"/>
            </a:pPr>
            <a:r>
              <a:rPr lang="en" sz="1200"/>
              <a:t>Python Tutorial   (https://docs.python.org/3/tutorial/index.html) </a:t>
            </a:r>
            <a:endParaRPr sz="1200"/>
          </a:p>
          <a:p>
            <a:pPr indent="-203200" lvl="0" marL="241300" rtl="0" algn="l">
              <a:lnSpc>
                <a:spcPct val="115000"/>
              </a:lnSpc>
              <a:spcBef>
                <a:spcPts val="300"/>
              </a:spcBef>
              <a:spcAft>
                <a:spcPts val="0"/>
              </a:spcAft>
              <a:buSzPts val="1200"/>
              <a:buFont typeface="Anaheim"/>
              <a:buChar char="●"/>
            </a:pPr>
            <a:r>
              <a:rPr lang="en" sz="1200"/>
              <a:t>LinkedIn Learning  (https://www.linkedin.com/learning/topics/python)</a:t>
            </a:r>
            <a:endParaRPr sz="1200"/>
          </a:p>
          <a:p>
            <a:pPr indent="-203200" lvl="0" marL="241300" rtl="0" algn="l">
              <a:lnSpc>
                <a:spcPct val="115000"/>
              </a:lnSpc>
              <a:spcBef>
                <a:spcPts val="300"/>
              </a:spcBef>
              <a:spcAft>
                <a:spcPts val="0"/>
              </a:spcAft>
              <a:buSzPts val="1200"/>
              <a:buFont typeface="Anaheim"/>
              <a:buChar char="●"/>
            </a:pPr>
            <a:r>
              <a:rPr lang="en" sz="1200"/>
              <a:t>UT Statistics Short Courses (https://stat.utexas.edu/training/software-short-courses) </a:t>
            </a:r>
            <a:endParaRPr sz="1200"/>
          </a:p>
          <a:p>
            <a:pPr indent="-203200" lvl="0" marL="241300" rtl="0" algn="l">
              <a:lnSpc>
                <a:spcPct val="115000"/>
              </a:lnSpc>
              <a:spcBef>
                <a:spcPts val="300"/>
              </a:spcBef>
              <a:spcAft>
                <a:spcPts val="0"/>
              </a:spcAft>
              <a:buSzPts val="1200"/>
              <a:buFont typeface="Anaheim"/>
              <a:buChar char="●"/>
            </a:pPr>
            <a:r>
              <a:rPr lang="en" sz="1200"/>
              <a:t>Google Colab: Intro to Python (https://colab.research.google.com/notebooks/intro.ipynb)</a:t>
            </a:r>
            <a:endParaRPr sz="1200"/>
          </a:p>
          <a:p>
            <a:pPr indent="0" lvl="0" marL="0" rtl="0" algn="l">
              <a:lnSpc>
                <a:spcPct val="115000"/>
              </a:lnSpc>
              <a:spcBef>
                <a:spcPts val="300"/>
              </a:spcBef>
              <a:spcAft>
                <a:spcPts val="0"/>
              </a:spcAft>
              <a:buNone/>
            </a:pPr>
            <a:r>
              <a:t/>
            </a:r>
            <a:endParaRPr sz="1100">
              <a:solidFill>
                <a:schemeClr val="dk1"/>
              </a:solidFill>
            </a:endParaRPr>
          </a:p>
        </p:txBody>
      </p:sp>
      <p:sp>
        <p:nvSpPr>
          <p:cNvPr id="1549" name="Google Shape;1549;p1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Helpful Resources</a:t>
            </a:r>
            <a:endParaRPr/>
          </a:p>
        </p:txBody>
      </p:sp>
      <p:sp>
        <p:nvSpPr>
          <p:cNvPr id="1550" name="Google Shape;1550;p15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1551" name="Google Shape;1551;p153"/>
          <p:cNvPicPr preferRelativeResize="0"/>
          <p:nvPr/>
        </p:nvPicPr>
        <p:blipFill>
          <a:blip r:embed="rId3">
            <a:alphaModFix/>
          </a:blip>
          <a:stretch>
            <a:fillRect/>
          </a:stretch>
        </p:blipFill>
        <p:spPr>
          <a:xfrm>
            <a:off x="6422349" y="619225"/>
            <a:ext cx="1898427" cy="1024274"/>
          </a:xfrm>
          <a:prstGeom prst="rect">
            <a:avLst/>
          </a:prstGeom>
          <a:noFill/>
          <a:ln>
            <a:noFill/>
          </a:ln>
          <a:effectLst>
            <a:outerShdw blurRad="57150" rotWithShape="0" algn="bl" dir="5400000" dist="19050">
              <a:srgbClr val="000000">
                <a:alpha val="50000"/>
              </a:srgbClr>
            </a:outerShdw>
          </a:effectLst>
        </p:spPr>
      </p:pic>
      <p:pic>
        <p:nvPicPr>
          <p:cNvPr id="1552" name="Google Shape;1552;p153"/>
          <p:cNvPicPr preferRelativeResize="0"/>
          <p:nvPr/>
        </p:nvPicPr>
        <p:blipFill>
          <a:blip r:embed="rId4">
            <a:alphaModFix/>
          </a:blip>
          <a:stretch>
            <a:fillRect/>
          </a:stretch>
        </p:blipFill>
        <p:spPr>
          <a:xfrm>
            <a:off x="6422350" y="1958612"/>
            <a:ext cx="1898425" cy="1226275"/>
          </a:xfrm>
          <a:prstGeom prst="rect">
            <a:avLst/>
          </a:prstGeom>
          <a:noFill/>
          <a:ln>
            <a:noFill/>
          </a:ln>
          <a:effectLst>
            <a:outerShdw blurRad="57150" rotWithShape="0" algn="bl" dir="5400000" dist="19050">
              <a:srgbClr val="000000">
                <a:alpha val="50000"/>
              </a:srgbClr>
            </a:outerShdw>
          </a:effectLst>
        </p:spPr>
      </p:pic>
      <p:pic>
        <p:nvPicPr>
          <p:cNvPr id="1553" name="Google Shape;1553;p153"/>
          <p:cNvPicPr preferRelativeResize="0"/>
          <p:nvPr/>
        </p:nvPicPr>
        <p:blipFill>
          <a:blip r:embed="rId5">
            <a:alphaModFix/>
          </a:blip>
          <a:stretch>
            <a:fillRect/>
          </a:stretch>
        </p:blipFill>
        <p:spPr>
          <a:xfrm>
            <a:off x="6422350" y="3499972"/>
            <a:ext cx="1898427" cy="105115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7" name="Shape 1557"/>
        <p:cNvGrpSpPr/>
        <p:nvPr/>
      </p:nvGrpSpPr>
      <p:grpSpPr>
        <a:xfrm>
          <a:off x="0" y="0"/>
          <a:ext cx="0" cy="0"/>
          <a:chOff x="0" y="0"/>
          <a:chExt cx="0" cy="0"/>
        </a:xfrm>
      </p:grpSpPr>
      <p:sp>
        <p:nvSpPr>
          <p:cNvPr id="1558" name="Google Shape;1558;p154"/>
          <p:cNvSpPr txBox="1"/>
          <p:nvPr>
            <p:ph type="title"/>
          </p:nvPr>
        </p:nvSpPr>
        <p:spPr>
          <a:xfrm>
            <a:off x="520125" y="790313"/>
            <a:ext cx="8308800" cy="1551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Thank you for coming!</a:t>
            </a:r>
            <a:endParaRPr sz="3000"/>
          </a:p>
          <a:p>
            <a:pPr indent="0" lvl="0" marL="0" rtl="0" algn="ctr">
              <a:spcBef>
                <a:spcPts val="0"/>
              </a:spcBef>
              <a:spcAft>
                <a:spcPts val="0"/>
              </a:spcAft>
              <a:buNone/>
            </a:pPr>
            <a:r>
              <a:rPr lang="en" sz="3000"/>
              <a:t>Please fill out this brief survey </a:t>
            </a:r>
            <a:r>
              <a:rPr lang="en" sz="3000"/>
              <a:t>https://bit.ly/4jg86C4</a:t>
            </a:r>
            <a:endParaRPr sz="3000"/>
          </a:p>
        </p:txBody>
      </p:sp>
      <p:sp>
        <p:nvSpPr>
          <p:cNvPr id="1559" name="Google Shape;1559;p154"/>
          <p:cNvSpPr txBox="1"/>
          <p:nvPr>
            <p:ph idx="1" type="subTitle"/>
          </p:nvPr>
        </p:nvSpPr>
        <p:spPr>
          <a:xfrm>
            <a:off x="2406975" y="2421846"/>
            <a:ext cx="4535100" cy="1551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2"/>
                </a:solidFill>
                <a:latin typeface="Quicksand"/>
                <a:ea typeface="Quicksand"/>
                <a:cs typeface="Quicksand"/>
                <a:sym typeface="Quicksand"/>
              </a:rPr>
              <a:t>Q</a:t>
            </a:r>
            <a:r>
              <a:rPr b="1" lang="en" sz="1800">
                <a:solidFill>
                  <a:schemeClr val="dk2"/>
                </a:solidFill>
                <a:latin typeface="Quicksand"/>
                <a:ea typeface="Quicksand"/>
                <a:cs typeface="Quicksand"/>
                <a:sym typeface="Quicksand"/>
              </a:rPr>
              <a:t>uestions?</a:t>
            </a:r>
            <a:endParaRPr b="1" sz="1800">
              <a:solidFill>
                <a:schemeClr val="dk2"/>
              </a:solidFill>
              <a:latin typeface="Quicksand"/>
              <a:ea typeface="Quicksand"/>
              <a:cs typeface="Quicksand"/>
              <a:sym typeface="Quicksand"/>
            </a:endParaRPr>
          </a:p>
          <a:p>
            <a:pPr indent="0" lvl="0" marL="0" rtl="0" algn="ctr">
              <a:spcBef>
                <a:spcPts val="0"/>
              </a:spcBef>
              <a:spcAft>
                <a:spcPts val="0"/>
              </a:spcAft>
              <a:buNone/>
            </a:pPr>
            <a:r>
              <a:t/>
            </a:r>
            <a:endParaRPr b="1" sz="1800">
              <a:solidFill>
                <a:schemeClr val="dk2"/>
              </a:solidFill>
              <a:latin typeface="Quicksand"/>
              <a:ea typeface="Quicksand"/>
              <a:cs typeface="Quicksand"/>
              <a:sym typeface="Quicksand"/>
            </a:endParaRPr>
          </a:p>
          <a:p>
            <a:pPr indent="0" lvl="0" marL="0" rtl="0" algn="l">
              <a:spcBef>
                <a:spcPts val="0"/>
              </a:spcBef>
              <a:spcAft>
                <a:spcPts val="0"/>
              </a:spcAft>
              <a:buNone/>
            </a:pPr>
            <a:r>
              <a:rPr lang="en"/>
              <a:t>Meryl Brodsky: Meryl.Brodsky@austin.utexas.edu</a:t>
            </a:r>
            <a:endParaRPr/>
          </a:p>
          <a:p>
            <a:pPr indent="0" lvl="0" marL="0" rtl="0" algn="l">
              <a:spcBef>
                <a:spcPts val="0"/>
              </a:spcBef>
              <a:spcAft>
                <a:spcPts val="0"/>
              </a:spcAft>
              <a:buNone/>
            </a:pPr>
            <a:r>
              <a:rPr lang="en"/>
              <a:t>Karina Sánchez: karinasanchez@austin.utexas.edu</a:t>
            </a:r>
            <a:endParaRPr/>
          </a:p>
        </p:txBody>
      </p:sp>
      <p:sp>
        <p:nvSpPr>
          <p:cNvPr id="1560" name="Google Shape;1560;p154"/>
          <p:cNvSpPr txBox="1"/>
          <p:nvPr/>
        </p:nvSpPr>
        <p:spPr>
          <a:xfrm>
            <a:off x="2496150" y="4125850"/>
            <a:ext cx="4151700" cy="260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200">
                <a:solidFill>
                  <a:schemeClr val="dk1"/>
                </a:solidFill>
                <a:latin typeface="Mulish"/>
                <a:ea typeface="Mulish"/>
                <a:cs typeface="Mulish"/>
                <a:sym typeface="Mulish"/>
              </a:rPr>
              <a:t>Please keep this slide for attribution</a:t>
            </a:r>
            <a:endParaRPr sz="1200">
              <a:solidFill>
                <a:schemeClr val="dk1"/>
              </a:solidFill>
              <a:latin typeface="Mulish"/>
              <a:ea typeface="Mulish"/>
              <a:cs typeface="Mulish"/>
              <a:sym typeface="Mulish"/>
            </a:endParaRPr>
          </a:p>
        </p:txBody>
      </p:sp>
      <p:cxnSp>
        <p:nvCxnSpPr>
          <p:cNvPr id="1561" name="Google Shape;1561;p154"/>
          <p:cNvCxnSpPr/>
          <p:nvPr/>
        </p:nvCxnSpPr>
        <p:spPr>
          <a:xfrm>
            <a:off x="2202000" y="2411214"/>
            <a:ext cx="4740000" cy="0"/>
          </a:xfrm>
          <a:prstGeom prst="straightConnector1">
            <a:avLst/>
          </a:prstGeom>
          <a:noFill/>
          <a:ln cap="flat" cmpd="sng" w="19050">
            <a:solidFill>
              <a:schemeClr val="lt1"/>
            </a:solidFill>
            <a:prstDash val="solid"/>
            <a:round/>
            <a:headEnd len="med" w="med" type="oval"/>
            <a:tailEnd len="med" w="med" type="oval"/>
          </a:ln>
        </p:spPr>
      </p:cxnSp>
      <p:sp>
        <p:nvSpPr>
          <p:cNvPr id="1562" name="Google Shape;1562;p154"/>
          <p:cNvSpPr/>
          <p:nvPr/>
        </p:nvSpPr>
        <p:spPr>
          <a:xfrm>
            <a:off x="1650400" y="10748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154"/>
          <p:cNvSpPr/>
          <p:nvPr/>
        </p:nvSpPr>
        <p:spPr>
          <a:xfrm>
            <a:off x="7254100" y="10748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7" name="Shape 1567"/>
        <p:cNvGrpSpPr/>
        <p:nvPr/>
      </p:nvGrpSpPr>
      <p:grpSpPr>
        <a:xfrm>
          <a:off x="0" y="0"/>
          <a:ext cx="0" cy="0"/>
          <a:chOff x="0" y="0"/>
          <a:chExt cx="0" cy="0"/>
        </a:xfrm>
      </p:grpSpPr>
      <p:sp>
        <p:nvSpPr>
          <p:cNvPr id="1568" name="Google Shape;1568;p155"/>
          <p:cNvSpPr txBox="1"/>
          <p:nvPr>
            <p:ph type="title"/>
          </p:nvPr>
        </p:nvSpPr>
        <p:spPr>
          <a:xfrm>
            <a:off x="528150" y="456444"/>
            <a:ext cx="8087700" cy="781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Software Installation*</a:t>
            </a:r>
            <a:endParaRPr/>
          </a:p>
        </p:txBody>
      </p:sp>
      <p:sp>
        <p:nvSpPr>
          <p:cNvPr id="1569" name="Google Shape;1569;p155"/>
          <p:cNvSpPr txBox="1"/>
          <p:nvPr>
            <p:ph idx="1" type="subTitle"/>
          </p:nvPr>
        </p:nvSpPr>
        <p:spPr>
          <a:xfrm>
            <a:off x="720000" y="1481950"/>
            <a:ext cx="7476900" cy="256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t>Install</a:t>
            </a:r>
            <a:endParaRPr sz="2300"/>
          </a:p>
          <a:p>
            <a:pPr indent="-374650" lvl="0" marL="457200" rtl="0" algn="l">
              <a:spcBef>
                <a:spcPts val="1600"/>
              </a:spcBef>
              <a:spcAft>
                <a:spcPts val="0"/>
              </a:spcAft>
              <a:buSzPts val="2300"/>
              <a:buChar char="●"/>
            </a:pPr>
            <a:r>
              <a:rPr lang="en" sz="2300"/>
              <a:t>Python</a:t>
            </a:r>
            <a:endParaRPr sz="2300"/>
          </a:p>
          <a:p>
            <a:pPr indent="-374650" lvl="0" marL="457200" rtl="0" algn="l">
              <a:spcBef>
                <a:spcPts val="0"/>
              </a:spcBef>
              <a:spcAft>
                <a:spcPts val="0"/>
              </a:spcAft>
              <a:buSzPts val="2300"/>
              <a:buChar char="●"/>
            </a:pPr>
            <a:r>
              <a:rPr lang="en" sz="2300"/>
              <a:t>VS Code</a:t>
            </a:r>
            <a:endParaRPr sz="2300"/>
          </a:p>
          <a:p>
            <a:pPr indent="0" lvl="0" marL="0" rtl="0" algn="l">
              <a:spcBef>
                <a:spcPts val="1600"/>
              </a:spcBef>
              <a:spcAft>
                <a:spcPts val="1600"/>
              </a:spcAft>
              <a:buNone/>
            </a:pPr>
            <a:r>
              <a:t/>
            </a:r>
            <a:endParaRPr/>
          </a:p>
        </p:txBody>
      </p:sp>
      <p:sp>
        <p:nvSpPr>
          <p:cNvPr id="1570" name="Google Shape;1570;p155"/>
          <p:cNvSpPr txBox="1"/>
          <p:nvPr>
            <p:ph type="title"/>
          </p:nvPr>
        </p:nvSpPr>
        <p:spPr>
          <a:xfrm>
            <a:off x="680550" y="3885444"/>
            <a:ext cx="8087700" cy="781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rgbClr val="9E9E9E"/>
                </a:solidFill>
              </a:rPr>
              <a:t>*This is optional today</a:t>
            </a:r>
            <a:endParaRPr sz="2400">
              <a:solidFill>
                <a:srgbClr val="9E9E9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4" name="Shape 1574"/>
        <p:cNvGrpSpPr/>
        <p:nvPr/>
      </p:nvGrpSpPr>
      <p:grpSpPr>
        <a:xfrm>
          <a:off x="0" y="0"/>
          <a:ext cx="0" cy="0"/>
          <a:chOff x="0" y="0"/>
          <a:chExt cx="0" cy="0"/>
        </a:xfrm>
      </p:grpSpPr>
      <p:sp>
        <p:nvSpPr>
          <p:cNvPr id="1575" name="Google Shape;1575;p1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Installing Python - Windows</a:t>
            </a:r>
            <a:endParaRPr/>
          </a:p>
        </p:txBody>
      </p:sp>
      <p:sp>
        <p:nvSpPr>
          <p:cNvPr id="1576" name="Google Shape;1576;p15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577" name="Google Shape;1577;p156"/>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Nunito"/>
              <a:buChar char="●"/>
            </a:pPr>
            <a:r>
              <a:rPr b="1" lang="en"/>
              <a:t>Python</a:t>
            </a:r>
            <a:r>
              <a:rPr lang="en"/>
              <a:t> (https://www.python.org/downloads/) </a:t>
            </a:r>
            <a:endParaRPr/>
          </a:p>
          <a:p>
            <a:pPr indent="-279400" lvl="0" marL="457200" rtl="0" algn="l">
              <a:spcBef>
                <a:spcPts val="0"/>
              </a:spcBef>
              <a:spcAft>
                <a:spcPts val="0"/>
              </a:spcAft>
              <a:buSzPts val="800"/>
              <a:buChar char="●"/>
            </a:pPr>
            <a:r>
              <a:rPr lang="en"/>
              <a:t>Test </a:t>
            </a:r>
            <a:endParaRPr/>
          </a:p>
          <a:p>
            <a:pPr indent="-304800" lvl="1" marL="914400" rtl="0" algn="l">
              <a:spcBef>
                <a:spcPts val="0"/>
              </a:spcBef>
              <a:spcAft>
                <a:spcPts val="0"/>
              </a:spcAft>
              <a:buSzPts val="1200"/>
              <a:buChar char="○"/>
            </a:pPr>
            <a:r>
              <a:rPr lang="en"/>
              <a:t>Make sure you can install new Python packages using the Command Prompt on Windows</a:t>
            </a:r>
            <a:endParaRPr/>
          </a:p>
          <a:p>
            <a:pPr indent="-317500" lvl="1" marL="914400" rtl="0" algn="l">
              <a:spcBef>
                <a:spcPts val="0"/>
              </a:spcBef>
              <a:spcAft>
                <a:spcPts val="0"/>
              </a:spcAft>
              <a:buSzPts val="1400"/>
              <a:buFont typeface="Nunito"/>
              <a:buChar char="○"/>
            </a:pPr>
            <a:r>
              <a:rPr lang="en"/>
              <a:t>Type the following command on your Windows: python -m pip install pandas</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Font typeface="Nunito"/>
              <a:buChar char="●"/>
            </a:pPr>
            <a:r>
              <a:rPr b="1" lang="en"/>
              <a:t>VSCode</a:t>
            </a:r>
            <a:r>
              <a:rPr lang="en"/>
              <a:t> (</a:t>
            </a:r>
            <a:r>
              <a:rPr lang="en" u="sng">
                <a:solidFill>
                  <a:schemeClr val="hlink"/>
                </a:solidFill>
                <a:hlinkClick r:id="rId3"/>
              </a:rPr>
              <a:t>https://code.visualstudio.com/download</a:t>
            </a:r>
            <a:r>
              <a:rPr lang="en"/>
              <a:t>)</a:t>
            </a:r>
            <a:endParaRPr/>
          </a:p>
          <a:p>
            <a:pPr indent="-279400" lvl="0" marL="457200" rtl="0" algn="l">
              <a:spcBef>
                <a:spcPts val="0"/>
              </a:spcBef>
              <a:spcAft>
                <a:spcPts val="0"/>
              </a:spcAft>
              <a:buSzPts val="800"/>
              <a:buChar char="●"/>
            </a:pPr>
            <a:r>
              <a:rPr lang="en"/>
              <a:t>Test</a:t>
            </a:r>
            <a:endParaRPr/>
          </a:p>
          <a:p>
            <a:pPr indent="-317500" lvl="1" marL="914400" rtl="0" algn="l">
              <a:spcBef>
                <a:spcPts val="0"/>
              </a:spcBef>
              <a:spcAft>
                <a:spcPts val="0"/>
              </a:spcAft>
              <a:buSzPts val="1400"/>
              <a:buFont typeface="Nunito"/>
              <a:buChar char="○"/>
            </a:pPr>
            <a:r>
              <a:rPr lang="en"/>
              <a:t>Create a new file with the extension .py (to designate the file as a Python script)</a:t>
            </a:r>
            <a:endParaRPr/>
          </a:p>
          <a:p>
            <a:pPr indent="-317500" lvl="1" marL="914400" rtl="0" algn="l">
              <a:spcBef>
                <a:spcPts val="0"/>
              </a:spcBef>
              <a:spcAft>
                <a:spcPts val="0"/>
              </a:spcAft>
              <a:buSzPts val="1400"/>
              <a:buFont typeface="Nunito"/>
              <a:buChar char="○"/>
            </a:pPr>
            <a:r>
              <a:rPr lang="en"/>
              <a:t>Click the play/run button in the upper right corner of VSCode to run the script</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Font typeface="Nunito"/>
              <a:buChar char="●"/>
            </a:pPr>
            <a:r>
              <a:rPr b="1" lang="en"/>
              <a:t>Git </a:t>
            </a:r>
            <a:r>
              <a:rPr lang="en"/>
              <a:t>(https://git-scm.com/downloads) </a:t>
            </a:r>
            <a:endParaRPr/>
          </a:p>
          <a:p>
            <a:pPr indent="-317500" lvl="0" marL="457200" rtl="0" algn="l">
              <a:spcBef>
                <a:spcPts val="0"/>
              </a:spcBef>
              <a:spcAft>
                <a:spcPts val="0"/>
              </a:spcAft>
              <a:buSzPts val="1400"/>
              <a:buFont typeface="Nunito"/>
              <a:buChar char="●"/>
            </a:pPr>
            <a:r>
              <a:rPr b="1" lang="en"/>
              <a:t>Github Desktop</a:t>
            </a:r>
            <a:r>
              <a:rPr lang="en"/>
              <a:t> (https://desktop.github.com/download/) </a:t>
            </a:r>
            <a:endParaRPr/>
          </a:p>
          <a:p>
            <a:pPr indent="0" lvl="0" marL="45720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1" name="Shape 1581"/>
        <p:cNvGrpSpPr/>
        <p:nvPr/>
      </p:nvGrpSpPr>
      <p:grpSpPr>
        <a:xfrm>
          <a:off x="0" y="0"/>
          <a:ext cx="0" cy="0"/>
          <a:chOff x="0" y="0"/>
          <a:chExt cx="0" cy="0"/>
        </a:xfrm>
      </p:grpSpPr>
      <p:sp>
        <p:nvSpPr>
          <p:cNvPr id="1582" name="Google Shape;1582;p1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Installing Python - Mac</a:t>
            </a:r>
            <a:endParaRPr/>
          </a:p>
        </p:txBody>
      </p:sp>
      <p:sp>
        <p:nvSpPr>
          <p:cNvPr id="1583" name="Google Shape;1583;p157"/>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Nunito"/>
              <a:buChar char="●"/>
            </a:pPr>
            <a:r>
              <a:rPr b="1" lang="en"/>
              <a:t>Python</a:t>
            </a:r>
            <a:r>
              <a:rPr lang="en"/>
              <a:t> (https://www.python.org/downloads/) </a:t>
            </a:r>
            <a:endParaRPr/>
          </a:p>
          <a:p>
            <a:pPr indent="-279400" lvl="0" marL="457200" rtl="0" algn="l">
              <a:spcBef>
                <a:spcPts val="0"/>
              </a:spcBef>
              <a:spcAft>
                <a:spcPts val="0"/>
              </a:spcAft>
              <a:buSzPts val="800"/>
              <a:buChar char="●"/>
            </a:pPr>
            <a:r>
              <a:rPr lang="en"/>
              <a:t>Test </a:t>
            </a:r>
            <a:endParaRPr/>
          </a:p>
          <a:p>
            <a:pPr indent="-304800" lvl="1" marL="914400" rtl="0" algn="l">
              <a:spcBef>
                <a:spcPts val="0"/>
              </a:spcBef>
              <a:spcAft>
                <a:spcPts val="0"/>
              </a:spcAft>
              <a:buSzPts val="1200"/>
              <a:buChar char="○"/>
            </a:pPr>
            <a:r>
              <a:rPr lang="en"/>
              <a:t>Make sure you can install new Python packages using the Terminal (MacOS) </a:t>
            </a:r>
            <a:endParaRPr/>
          </a:p>
          <a:p>
            <a:pPr indent="-317500" lvl="1" marL="914400" rtl="0" algn="l">
              <a:spcBef>
                <a:spcPts val="0"/>
              </a:spcBef>
              <a:spcAft>
                <a:spcPts val="0"/>
              </a:spcAft>
              <a:buSzPts val="1400"/>
              <a:buFont typeface="Nunito"/>
              <a:buChar char="○"/>
            </a:pPr>
            <a:r>
              <a:rPr lang="en"/>
              <a:t>Type the following command on your Mac: python3 -m pip install pandas</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Font typeface="Nunito"/>
              <a:buChar char="●"/>
            </a:pPr>
            <a:r>
              <a:rPr b="1" lang="en"/>
              <a:t>VSCode</a:t>
            </a:r>
            <a:r>
              <a:rPr lang="en"/>
              <a:t> (</a:t>
            </a:r>
            <a:r>
              <a:rPr lang="en" u="sng">
                <a:solidFill>
                  <a:schemeClr val="hlink"/>
                </a:solidFill>
                <a:hlinkClick r:id="rId3"/>
              </a:rPr>
              <a:t>https://code.visualstudio.com/download</a:t>
            </a:r>
            <a:r>
              <a:rPr lang="en"/>
              <a:t>)</a:t>
            </a:r>
            <a:endParaRPr/>
          </a:p>
          <a:p>
            <a:pPr indent="-279400" lvl="0" marL="457200" rtl="0" algn="l">
              <a:spcBef>
                <a:spcPts val="0"/>
              </a:spcBef>
              <a:spcAft>
                <a:spcPts val="0"/>
              </a:spcAft>
              <a:buSzPts val="800"/>
              <a:buChar char="●"/>
            </a:pPr>
            <a:r>
              <a:rPr lang="en"/>
              <a:t>Test</a:t>
            </a:r>
            <a:endParaRPr/>
          </a:p>
          <a:p>
            <a:pPr indent="-317500" lvl="1" marL="914400" rtl="0" algn="l">
              <a:spcBef>
                <a:spcPts val="0"/>
              </a:spcBef>
              <a:spcAft>
                <a:spcPts val="0"/>
              </a:spcAft>
              <a:buSzPts val="1400"/>
              <a:buFont typeface="Nunito"/>
              <a:buChar char="○"/>
            </a:pPr>
            <a:r>
              <a:rPr lang="en"/>
              <a:t>Create a new file with the extension .py (to designate the file as a Python script)</a:t>
            </a:r>
            <a:endParaRPr/>
          </a:p>
          <a:p>
            <a:pPr indent="-317500" lvl="1" marL="914400" rtl="0" algn="l">
              <a:spcBef>
                <a:spcPts val="0"/>
              </a:spcBef>
              <a:spcAft>
                <a:spcPts val="0"/>
              </a:spcAft>
              <a:buSzPts val="1400"/>
              <a:buFont typeface="Nunito"/>
              <a:buChar char="○"/>
            </a:pPr>
            <a:r>
              <a:rPr lang="en"/>
              <a:t>Click the play/run button in the upper right corner of VSCode to run the script</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Font typeface="Nunito"/>
              <a:buChar char="●"/>
            </a:pPr>
            <a:r>
              <a:rPr b="1" lang="en"/>
              <a:t>Git </a:t>
            </a:r>
            <a:r>
              <a:rPr lang="en"/>
              <a:t>(https://git-scm.com/downloads) </a:t>
            </a:r>
            <a:endParaRPr/>
          </a:p>
          <a:p>
            <a:pPr indent="-317500" lvl="0" marL="457200" rtl="0" algn="l">
              <a:spcBef>
                <a:spcPts val="0"/>
              </a:spcBef>
              <a:spcAft>
                <a:spcPts val="0"/>
              </a:spcAft>
              <a:buSzPts val="1400"/>
              <a:buFont typeface="Nunito"/>
              <a:buChar char="●"/>
            </a:pPr>
            <a:r>
              <a:rPr b="1" lang="en"/>
              <a:t>Github Desktop</a:t>
            </a:r>
            <a:r>
              <a:rPr lang="en"/>
              <a:t> (https://desktop.github.com/download/) </a:t>
            </a:r>
            <a:endParaRPr/>
          </a:p>
        </p:txBody>
      </p:sp>
      <p:sp>
        <p:nvSpPr>
          <p:cNvPr id="1584" name="Google Shape;1584;p15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8" name="Shape 1588"/>
        <p:cNvGrpSpPr/>
        <p:nvPr/>
      </p:nvGrpSpPr>
      <p:grpSpPr>
        <a:xfrm>
          <a:off x="0" y="0"/>
          <a:ext cx="0" cy="0"/>
          <a:chOff x="0" y="0"/>
          <a:chExt cx="0" cy="0"/>
        </a:xfrm>
      </p:grpSpPr>
      <p:sp>
        <p:nvSpPr>
          <p:cNvPr id="1589" name="Google Shape;1589;p1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Troubleshooting Windows &amp; Mac </a:t>
            </a:r>
            <a:endParaRPr/>
          </a:p>
        </p:txBody>
      </p:sp>
      <p:sp>
        <p:nvSpPr>
          <p:cNvPr id="1590" name="Google Shape;1590;p15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591" name="Google Shape;1591;p158"/>
          <p:cNvSpPr txBox="1"/>
          <p:nvPr>
            <p:ph idx="1" type="body"/>
          </p:nvPr>
        </p:nvSpPr>
        <p:spPr>
          <a:xfrm>
            <a:off x="720000" y="1246425"/>
            <a:ext cx="7704000" cy="32331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sz="3200"/>
              <a:t>Link to document here:</a:t>
            </a:r>
            <a:endParaRPr sz="3200"/>
          </a:p>
          <a:p>
            <a:pPr indent="0" lvl="0" marL="0" rtl="0" algn="l">
              <a:spcBef>
                <a:spcPts val="0"/>
              </a:spcBef>
              <a:spcAft>
                <a:spcPts val="0"/>
              </a:spcAft>
              <a:buNone/>
            </a:pPr>
            <a:r>
              <a:t/>
            </a:r>
            <a:endParaRPr sz="3200"/>
          </a:p>
          <a:p>
            <a:pPr indent="-431800" lvl="0" marL="457200" rtl="0" algn="l">
              <a:spcBef>
                <a:spcPts val="0"/>
              </a:spcBef>
              <a:spcAft>
                <a:spcPts val="0"/>
              </a:spcAft>
              <a:buSzPts val="3200"/>
              <a:buChar char="●"/>
            </a:pPr>
            <a:r>
              <a:rPr lang="en" sz="3200" u="sng">
                <a:solidFill>
                  <a:schemeClr val="hlink"/>
                </a:solidFill>
                <a:hlinkClick r:id="rId3"/>
              </a:rPr>
              <a:t>http://bit.ly/3J8adK2</a:t>
            </a:r>
            <a:endParaRPr sz="3200"/>
          </a:p>
          <a:p>
            <a:pPr indent="0" lvl="0" marL="0" rtl="0" algn="l">
              <a:spcBef>
                <a:spcPts val="0"/>
              </a:spcBef>
              <a:spcAft>
                <a:spcPts val="0"/>
              </a:spcAft>
              <a:buNone/>
            </a:pPr>
            <a:r>
              <a:t/>
            </a:r>
            <a:endParaRPr sz="32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